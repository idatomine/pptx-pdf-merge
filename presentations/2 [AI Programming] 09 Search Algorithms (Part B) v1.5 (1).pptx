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736" r:id="rId1"/>
  </p:sldMasterIdLst>
  <p:notesMasterIdLst>
    <p:notesMasterId r:id="rId37"/>
  </p:notesMasterIdLst>
  <p:handoutMasterIdLst>
    <p:handoutMasterId r:id="rId38"/>
  </p:handoutMasterIdLst>
  <p:sldIdLst>
    <p:sldId id="256" r:id="rId2"/>
    <p:sldId id="499" r:id="rId3"/>
    <p:sldId id="719" r:id="rId4"/>
    <p:sldId id="731" r:id="rId5"/>
    <p:sldId id="720" r:id="rId6"/>
    <p:sldId id="682" r:id="rId7"/>
    <p:sldId id="721" r:id="rId8"/>
    <p:sldId id="723" r:id="rId9"/>
    <p:sldId id="725" r:id="rId10"/>
    <p:sldId id="724" r:id="rId11"/>
    <p:sldId id="726" r:id="rId12"/>
    <p:sldId id="727" r:id="rId13"/>
    <p:sldId id="728" r:id="rId14"/>
    <p:sldId id="713" r:id="rId15"/>
    <p:sldId id="732" r:id="rId16"/>
    <p:sldId id="683" r:id="rId17"/>
    <p:sldId id="684" r:id="rId18"/>
    <p:sldId id="734" r:id="rId19"/>
    <p:sldId id="733" r:id="rId20"/>
    <p:sldId id="729" r:id="rId21"/>
    <p:sldId id="685" r:id="rId22"/>
    <p:sldId id="735" r:id="rId23"/>
    <p:sldId id="736" r:id="rId24"/>
    <p:sldId id="687" r:id="rId25"/>
    <p:sldId id="738" r:id="rId26"/>
    <p:sldId id="737" r:id="rId27"/>
    <p:sldId id="739" r:id="rId28"/>
    <p:sldId id="688" r:id="rId29"/>
    <p:sldId id="740" r:id="rId30"/>
    <p:sldId id="689" r:id="rId31"/>
    <p:sldId id="741" r:id="rId32"/>
    <p:sldId id="742" r:id="rId33"/>
    <p:sldId id="743" r:id="rId34"/>
    <p:sldId id="744" r:id="rId35"/>
    <p:sldId id="730" r:id="rId36"/>
  </p:sldIdLst>
  <p:sldSz cx="9144000" cy="6858000" type="screen4x3"/>
  <p:notesSz cx="6858000" cy="9144000"/>
  <p:embeddedFontLst>
    <p:embeddedFont>
      <p:font typeface="굴림" panose="020B0600000101010101" pitchFamily="34" charset="-127"/>
      <p:regular r:id="rId39"/>
    </p:embeddedFont>
    <p:embeddedFont>
      <p:font typeface="맑은 고딕" panose="020B0503020000020004" pitchFamily="34" charset="-127"/>
      <p:regular r:id="rId40"/>
      <p:bold r:id="rId41"/>
    </p:embeddedFont>
    <p:embeddedFont>
      <p:font typeface="나눔고딕" pitchFamily="2" charset="-127"/>
      <p:regular r:id="rId42"/>
      <p:bold r:id="rId43"/>
    </p:embeddedFont>
    <p:embeddedFont>
      <p:font typeface="Book Antiqua" panose="02040602050305030304" pitchFamily="18" charset="0"/>
      <p:regular r:id="rId44"/>
      <p:bold r:id="rId45"/>
      <p:italic r:id="rId46"/>
      <p:boldItalic r:id="rId47"/>
    </p:embeddedFont>
    <p:embeddedFont>
      <p:font typeface="Cambria Math" panose="02040503050406030204" pitchFamily="18" charset="0"/>
      <p:regular r:id="rId48"/>
    </p:embeddedFont>
    <p:embeddedFont>
      <p:font typeface="Consolas" panose="020B0609020204030204" pitchFamily="49" charset="0"/>
      <p:regular r:id="rId49"/>
      <p:bold r:id="rId50"/>
      <p:italic r:id="rId51"/>
      <p:boldItalic r:id="rId52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99CCFF"/>
    <a:srgbClr val="D7ADD9"/>
    <a:srgbClr val="800080"/>
    <a:srgbClr val="990033"/>
    <a:srgbClr val="A50021"/>
    <a:srgbClr val="FFC000"/>
    <a:srgbClr val="788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75EF7-C9DB-44A4-AB01-6343E951BB97}" v="308" dt="2025-10-29T06:11:29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6" autoAdjust="0"/>
    <p:restoredTop sz="94672" autoAdjust="0"/>
  </p:normalViewPr>
  <p:slideViewPr>
    <p:cSldViewPr>
      <p:cViewPr>
        <p:scale>
          <a:sx n="100" d="100"/>
          <a:sy n="100" d="100"/>
        </p:scale>
        <p:origin x="232" y="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n Pratama" userId="ba5a381f79e67128" providerId="LiveId" clId="{1B3D42E5-558C-46C9-A1CA-A9EF05FAD6B9}"/>
    <pc:docChg chg="undo redo custSel modSld">
      <pc:chgData name="Rian Pratama" userId="ba5a381f79e67128" providerId="LiveId" clId="{1B3D42E5-558C-46C9-A1CA-A9EF05FAD6B9}" dt="2025-10-29T06:23:00.947" v="1328" actId="20577"/>
      <pc:docMkLst>
        <pc:docMk/>
      </pc:docMkLst>
      <pc:sldChg chg="modSp mod">
        <pc:chgData name="Rian Pratama" userId="ba5a381f79e67128" providerId="LiveId" clId="{1B3D42E5-558C-46C9-A1CA-A9EF05FAD6B9}" dt="2025-10-28T02:04:02.188" v="0" actId="6549"/>
        <pc:sldMkLst>
          <pc:docMk/>
          <pc:sldMk cId="0" sldId="499"/>
        </pc:sldMkLst>
        <pc:spChg chg="mod">
          <ac:chgData name="Rian Pratama" userId="ba5a381f79e67128" providerId="LiveId" clId="{1B3D42E5-558C-46C9-A1CA-A9EF05FAD6B9}" dt="2025-10-28T02:04:02.188" v="0" actId="6549"/>
          <ac:spMkLst>
            <pc:docMk/>
            <pc:sldMk cId="0" sldId="499"/>
            <ac:spMk id="7170" creationId="{4FAA9207-0EB9-B516-E1F9-092C801412E3}"/>
          </ac:spMkLst>
        </pc:spChg>
      </pc:sldChg>
      <pc:sldChg chg="addSp modSp mod">
        <pc:chgData name="Rian Pratama" userId="ba5a381f79e67128" providerId="LiveId" clId="{1B3D42E5-558C-46C9-A1CA-A9EF05FAD6B9}" dt="2025-10-29T02:03:49.852" v="99" actId="14100"/>
        <pc:sldMkLst>
          <pc:docMk/>
          <pc:sldMk cId="0" sldId="682"/>
        </pc:sldMkLst>
        <pc:spChg chg="add">
          <ac:chgData name="Rian Pratama" userId="ba5a381f79e67128" providerId="LiveId" clId="{1B3D42E5-558C-46C9-A1CA-A9EF05FAD6B9}" dt="2025-10-29T02:00:44.587" v="48"/>
          <ac:spMkLst>
            <pc:docMk/>
            <pc:sldMk cId="0" sldId="682"/>
            <ac:spMk id="2" creationId="{35C69341-79A6-A3DE-69C2-E3C1A5CBD151}"/>
          </ac:spMkLst>
        </pc:spChg>
        <pc:spChg chg="add">
          <ac:chgData name="Rian Pratama" userId="ba5a381f79e67128" providerId="LiveId" clId="{1B3D42E5-558C-46C9-A1CA-A9EF05FAD6B9}" dt="2025-10-29T02:03:09.981" v="91"/>
          <ac:spMkLst>
            <pc:docMk/>
            <pc:sldMk cId="0" sldId="682"/>
            <ac:spMk id="3" creationId="{FAFC1901-F3B7-5FB6-A83A-3FCBC1EC48B3}"/>
          </ac:spMkLst>
        </pc:spChg>
        <pc:spChg chg="mod">
          <ac:chgData name="Rian Pratama" userId="ba5a381f79e67128" providerId="LiveId" clId="{1B3D42E5-558C-46C9-A1CA-A9EF05FAD6B9}" dt="2025-10-28T05:42:56.446" v="41" actId="1076"/>
          <ac:spMkLst>
            <pc:docMk/>
            <pc:sldMk cId="0" sldId="682"/>
            <ac:spMk id="10" creationId="{04EC7F52-D656-4850-B500-B4FE23BA1F98}"/>
          </ac:spMkLst>
        </pc:spChg>
        <pc:spChg chg="mod">
          <ac:chgData name="Rian Pratama" userId="ba5a381f79e67128" providerId="LiveId" clId="{1B3D42E5-558C-46C9-A1CA-A9EF05FAD6B9}" dt="2025-10-29T02:03:49.852" v="99" actId="14100"/>
          <ac:spMkLst>
            <pc:docMk/>
            <pc:sldMk cId="0" sldId="682"/>
            <ac:spMk id="11" creationId="{F9944D29-4117-47F8-84FB-3777448B767F}"/>
          </ac:spMkLst>
        </pc:spChg>
        <pc:spChg chg="mod">
          <ac:chgData name="Rian Pratama" userId="ba5a381f79e67128" providerId="LiveId" clId="{1B3D42E5-558C-46C9-A1CA-A9EF05FAD6B9}" dt="2025-10-28T05:42:00.115" v="29" actId="113"/>
          <ac:spMkLst>
            <pc:docMk/>
            <pc:sldMk cId="0" sldId="682"/>
            <ac:spMk id="9218" creationId="{632D19AA-6328-362B-7DA8-E8287E27AE6C}"/>
          </ac:spMkLst>
        </pc:spChg>
      </pc:sldChg>
      <pc:sldChg chg="modSp mod">
        <pc:chgData name="Rian Pratama" userId="ba5a381f79e67128" providerId="LiveId" clId="{1B3D42E5-558C-46C9-A1CA-A9EF05FAD6B9}" dt="2025-10-29T05:19:53.395" v="435" actId="20577"/>
        <pc:sldMkLst>
          <pc:docMk/>
          <pc:sldMk cId="0" sldId="683"/>
        </pc:sldMkLst>
        <pc:spChg chg="mod">
          <ac:chgData name="Rian Pratama" userId="ba5a381f79e67128" providerId="LiveId" clId="{1B3D42E5-558C-46C9-A1CA-A9EF05FAD6B9}" dt="2025-10-29T05:19:17.772" v="420" actId="5793"/>
          <ac:spMkLst>
            <pc:docMk/>
            <pc:sldMk cId="0" sldId="683"/>
            <ac:spMk id="11" creationId="{FA046D9A-3184-4AA1-9D60-22FC7D6006A4}"/>
          </ac:spMkLst>
        </pc:spChg>
        <pc:spChg chg="mod">
          <ac:chgData name="Rian Pratama" userId="ba5a381f79e67128" providerId="LiveId" clId="{1B3D42E5-558C-46C9-A1CA-A9EF05FAD6B9}" dt="2025-10-29T05:18:23.066" v="392"/>
          <ac:spMkLst>
            <pc:docMk/>
            <pc:sldMk cId="0" sldId="683"/>
            <ac:spMk id="19" creationId="{EC890C29-88A2-452F-A217-123A0EA6C5B2}"/>
          </ac:spMkLst>
        </pc:spChg>
        <pc:graphicFrameChg chg="modGraphic">
          <ac:chgData name="Rian Pratama" userId="ba5a381f79e67128" providerId="LiveId" clId="{1B3D42E5-558C-46C9-A1CA-A9EF05FAD6B9}" dt="2025-10-29T05:19:53.395" v="435" actId="20577"/>
          <ac:graphicFrameMkLst>
            <pc:docMk/>
            <pc:sldMk cId="0" sldId="683"/>
            <ac:graphicFrameMk id="8" creationId="{FB9C89AB-0A8F-4AE1-B7EB-C4B6D35A7BBE}"/>
          </ac:graphicFrameMkLst>
        </pc:graphicFrameChg>
      </pc:sldChg>
      <pc:sldChg chg="modSp mod">
        <pc:chgData name="Rian Pratama" userId="ba5a381f79e67128" providerId="LiveId" clId="{1B3D42E5-558C-46C9-A1CA-A9EF05FAD6B9}" dt="2025-10-29T05:21:37.545" v="552" actId="20577"/>
        <pc:sldMkLst>
          <pc:docMk/>
          <pc:sldMk cId="0" sldId="684"/>
        </pc:sldMkLst>
        <pc:spChg chg="mod">
          <ac:chgData name="Rian Pratama" userId="ba5a381f79e67128" providerId="LiveId" clId="{1B3D42E5-558C-46C9-A1CA-A9EF05FAD6B9}" dt="2025-10-29T05:21:37.545" v="552" actId="20577"/>
          <ac:spMkLst>
            <pc:docMk/>
            <pc:sldMk cId="0" sldId="684"/>
            <ac:spMk id="7" creationId="{E41E059E-6AB8-425D-99B3-6EC1D5FB8328}"/>
          </ac:spMkLst>
        </pc:spChg>
      </pc:sldChg>
      <pc:sldChg chg="modSp mod">
        <pc:chgData name="Rian Pratama" userId="ba5a381f79e67128" providerId="LiveId" clId="{1B3D42E5-558C-46C9-A1CA-A9EF05FAD6B9}" dt="2025-10-29T06:23:00.947" v="1328" actId="20577"/>
        <pc:sldMkLst>
          <pc:docMk/>
          <pc:sldMk cId="0" sldId="687"/>
        </pc:sldMkLst>
        <pc:spChg chg="mod">
          <ac:chgData name="Rian Pratama" userId="ba5a381f79e67128" providerId="LiveId" clId="{1B3D42E5-558C-46C9-A1CA-A9EF05FAD6B9}" dt="2025-10-29T06:23:00.947" v="1328" actId="20577"/>
          <ac:spMkLst>
            <pc:docMk/>
            <pc:sldMk cId="0" sldId="687"/>
            <ac:spMk id="21506" creationId="{D8B2E8B8-DFDA-5AEC-27C9-5AE633C8072F}"/>
          </ac:spMkLst>
        </pc:spChg>
      </pc:sldChg>
      <pc:sldChg chg="modSp mod">
        <pc:chgData name="Rian Pratama" userId="ba5a381f79e67128" providerId="LiveId" clId="{1B3D42E5-558C-46C9-A1CA-A9EF05FAD6B9}" dt="2025-10-29T05:41:15.946" v="746" actId="20577"/>
        <pc:sldMkLst>
          <pc:docMk/>
          <pc:sldMk cId="0" sldId="688"/>
        </pc:sldMkLst>
        <pc:spChg chg="mod">
          <ac:chgData name="Rian Pratama" userId="ba5a381f79e67128" providerId="LiveId" clId="{1B3D42E5-558C-46C9-A1CA-A9EF05FAD6B9}" dt="2025-10-29T05:41:15.946" v="746" actId="20577"/>
          <ac:spMkLst>
            <pc:docMk/>
            <pc:sldMk cId="0" sldId="688"/>
            <ac:spMk id="7" creationId="{F72B793C-DED9-45B8-9863-76DD2E240F67}"/>
          </ac:spMkLst>
        </pc:spChg>
      </pc:sldChg>
      <pc:sldChg chg="modSp mod">
        <pc:chgData name="Rian Pratama" userId="ba5a381f79e67128" providerId="LiveId" clId="{1B3D42E5-558C-46C9-A1CA-A9EF05FAD6B9}" dt="2025-10-29T05:43:18.884" v="755" actId="948"/>
        <pc:sldMkLst>
          <pc:docMk/>
          <pc:sldMk cId="0" sldId="689"/>
        </pc:sldMkLst>
        <pc:spChg chg="mod">
          <ac:chgData name="Rian Pratama" userId="ba5a381f79e67128" providerId="LiveId" clId="{1B3D42E5-558C-46C9-A1CA-A9EF05FAD6B9}" dt="2025-10-29T05:43:18.884" v="755" actId="948"/>
          <ac:spMkLst>
            <pc:docMk/>
            <pc:sldMk cId="0" sldId="689"/>
            <ac:spMk id="25602" creationId="{FEABDC0E-5161-2ED0-8E4B-ED837A549BAE}"/>
          </ac:spMkLst>
        </pc:spChg>
        <pc:picChg chg="mod">
          <ac:chgData name="Rian Pratama" userId="ba5a381f79e67128" providerId="LiveId" clId="{1B3D42E5-558C-46C9-A1CA-A9EF05FAD6B9}" dt="2025-10-29T05:39:45.339" v="714" actId="1076"/>
          <ac:picMkLst>
            <pc:docMk/>
            <pc:sldMk cId="0" sldId="689"/>
            <ac:picMk id="3" creationId="{EDF371D0-1FDD-FC9E-A453-E52C3AAE5FA2}"/>
          </ac:picMkLst>
        </pc:picChg>
      </pc:sldChg>
      <pc:sldChg chg="modSp mod">
        <pc:chgData name="Rian Pratama" userId="ba5a381f79e67128" providerId="LiveId" clId="{1B3D42E5-558C-46C9-A1CA-A9EF05FAD6B9}" dt="2025-10-29T05:16:41.388" v="391" actId="20577"/>
        <pc:sldMkLst>
          <pc:docMk/>
          <pc:sldMk cId="0" sldId="713"/>
        </pc:sldMkLst>
        <pc:spChg chg="mod">
          <ac:chgData name="Rian Pratama" userId="ba5a381f79e67128" providerId="LiveId" clId="{1B3D42E5-558C-46C9-A1CA-A9EF05FAD6B9}" dt="2025-10-29T05:16:41.388" v="391" actId="20577"/>
          <ac:spMkLst>
            <pc:docMk/>
            <pc:sldMk cId="0" sldId="713"/>
            <ac:spMk id="11266" creationId="{C7DB53E4-5394-FE30-5F83-74A8626D91B3}"/>
          </ac:spMkLst>
        </pc:spChg>
      </pc:sldChg>
      <pc:sldChg chg="modSp mod">
        <pc:chgData name="Rian Pratama" userId="ba5a381f79e67128" providerId="LiveId" clId="{1B3D42E5-558C-46C9-A1CA-A9EF05FAD6B9}" dt="2025-10-29T06:11:40.084" v="1298" actId="948"/>
        <pc:sldMkLst>
          <pc:docMk/>
          <pc:sldMk cId="339061699" sldId="719"/>
        </pc:sldMkLst>
        <pc:spChg chg="mod">
          <ac:chgData name="Rian Pratama" userId="ba5a381f79e67128" providerId="LiveId" clId="{1B3D42E5-558C-46C9-A1CA-A9EF05FAD6B9}" dt="2025-10-28T05:35:45.890" v="6" actId="6549"/>
          <ac:spMkLst>
            <pc:docMk/>
            <pc:sldMk cId="339061699" sldId="719"/>
            <ac:spMk id="2" creationId="{32DC8378-BCE3-40FA-B960-2421B744603B}"/>
          </ac:spMkLst>
        </pc:spChg>
        <pc:spChg chg="mod">
          <ac:chgData name="Rian Pratama" userId="ba5a381f79e67128" providerId="LiveId" clId="{1B3D42E5-558C-46C9-A1CA-A9EF05FAD6B9}" dt="2025-10-29T06:11:40.084" v="1298" actId="948"/>
          <ac:spMkLst>
            <pc:docMk/>
            <pc:sldMk cId="339061699" sldId="719"/>
            <ac:spMk id="3" creationId="{DC6136BB-9456-4FC1-BB91-54E080B2D39D}"/>
          </ac:spMkLst>
        </pc:spChg>
      </pc:sldChg>
      <pc:sldChg chg="modSp mod">
        <pc:chgData name="Rian Pratama" userId="ba5a381f79e67128" providerId="LiveId" clId="{1B3D42E5-558C-46C9-A1CA-A9EF05FAD6B9}" dt="2025-10-29T06:11:51.461" v="1300" actId="948"/>
        <pc:sldMkLst>
          <pc:docMk/>
          <pc:sldMk cId="3872943643" sldId="720"/>
        </pc:sldMkLst>
        <pc:spChg chg="mod">
          <ac:chgData name="Rian Pratama" userId="ba5a381f79e67128" providerId="LiveId" clId="{1B3D42E5-558C-46C9-A1CA-A9EF05FAD6B9}" dt="2025-10-29T06:11:29.701" v="1297"/>
          <ac:spMkLst>
            <pc:docMk/>
            <pc:sldMk cId="3872943643" sldId="720"/>
            <ac:spMk id="2" creationId="{32DC8378-BCE3-40FA-B960-2421B744603B}"/>
          </ac:spMkLst>
        </pc:spChg>
        <pc:spChg chg="mod">
          <ac:chgData name="Rian Pratama" userId="ba5a381f79e67128" providerId="LiveId" clId="{1B3D42E5-558C-46C9-A1CA-A9EF05FAD6B9}" dt="2025-10-29T06:11:51.461" v="1300" actId="948"/>
          <ac:spMkLst>
            <pc:docMk/>
            <pc:sldMk cId="3872943643" sldId="720"/>
            <ac:spMk id="3" creationId="{DC6136BB-9456-4FC1-BB91-54E080B2D39D}"/>
          </ac:spMkLst>
        </pc:spChg>
        <pc:spChg chg="mod">
          <ac:chgData name="Rian Pratama" userId="ba5a381f79e67128" providerId="LiveId" clId="{1B3D42E5-558C-46C9-A1CA-A9EF05FAD6B9}" dt="2025-10-29T06:11:03.718" v="1288" actId="20577"/>
          <ac:spMkLst>
            <pc:docMk/>
            <pc:sldMk cId="3872943643" sldId="720"/>
            <ac:spMk id="6" creationId="{4103A788-29E2-4EAF-8ACB-842E3E787D97}"/>
          </ac:spMkLst>
        </pc:spChg>
      </pc:sldChg>
      <pc:sldChg chg="modSp mod">
        <pc:chgData name="Rian Pratama" userId="ba5a381f79e67128" providerId="LiveId" clId="{1B3D42E5-558C-46C9-A1CA-A9EF05FAD6B9}" dt="2025-10-29T02:05:01.832" v="108" actId="20577"/>
        <pc:sldMkLst>
          <pc:docMk/>
          <pc:sldMk cId="3024071141" sldId="721"/>
        </pc:sldMkLst>
        <pc:spChg chg="mod">
          <ac:chgData name="Rian Pratama" userId="ba5a381f79e67128" providerId="LiveId" clId="{1B3D42E5-558C-46C9-A1CA-A9EF05FAD6B9}" dt="2025-10-29T02:04:42.677" v="102" actId="404"/>
          <ac:spMkLst>
            <pc:docMk/>
            <pc:sldMk cId="3024071141" sldId="721"/>
            <ac:spMk id="7" creationId="{2CAA7D6E-197E-4613-857D-8B92A5587DF6}"/>
          </ac:spMkLst>
        </pc:spChg>
        <pc:spChg chg="mod">
          <ac:chgData name="Rian Pratama" userId="ba5a381f79e67128" providerId="LiveId" clId="{1B3D42E5-558C-46C9-A1CA-A9EF05FAD6B9}" dt="2025-10-29T02:05:01.832" v="108" actId="20577"/>
          <ac:spMkLst>
            <pc:docMk/>
            <pc:sldMk cId="3024071141" sldId="721"/>
            <ac:spMk id="10" creationId="{E71BB898-9380-4ABB-BB3A-DD1F7DD4BD73}"/>
          </ac:spMkLst>
        </pc:spChg>
      </pc:sldChg>
      <pc:sldChg chg="modSp mod">
        <pc:chgData name="Rian Pratama" userId="ba5a381f79e67128" providerId="LiveId" clId="{1B3D42E5-558C-46C9-A1CA-A9EF05FAD6B9}" dt="2025-10-29T02:09:00.507" v="142" actId="1076"/>
        <pc:sldMkLst>
          <pc:docMk/>
          <pc:sldMk cId="3317657300" sldId="723"/>
        </pc:sldMkLst>
        <pc:spChg chg="mod">
          <ac:chgData name="Rian Pratama" userId="ba5a381f79e67128" providerId="LiveId" clId="{1B3D42E5-558C-46C9-A1CA-A9EF05FAD6B9}" dt="2025-10-29T02:08:04.526" v="136" actId="2711"/>
          <ac:spMkLst>
            <pc:docMk/>
            <pc:sldMk cId="3317657300" sldId="723"/>
            <ac:spMk id="3" creationId="{05F63E5A-8C29-4303-8158-2E91B363B37B}"/>
          </ac:spMkLst>
        </pc:spChg>
        <pc:spChg chg="mod">
          <ac:chgData name="Rian Pratama" userId="ba5a381f79e67128" providerId="LiveId" clId="{1B3D42E5-558C-46C9-A1CA-A9EF05FAD6B9}" dt="2025-10-29T02:07:37.361" v="134" actId="14100"/>
          <ac:spMkLst>
            <pc:docMk/>
            <pc:sldMk cId="3317657300" sldId="723"/>
            <ac:spMk id="7" creationId="{C94F3758-441F-4355-8079-72FFD0D464CF}"/>
          </ac:spMkLst>
        </pc:spChg>
        <pc:spChg chg="mod">
          <ac:chgData name="Rian Pratama" userId="ba5a381f79e67128" providerId="LiveId" clId="{1B3D42E5-558C-46C9-A1CA-A9EF05FAD6B9}" dt="2025-10-29T02:07:10.821" v="129" actId="14100"/>
          <ac:spMkLst>
            <pc:docMk/>
            <pc:sldMk cId="3317657300" sldId="723"/>
            <ac:spMk id="8" creationId="{7F9A5BA2-A34E-4ECD-BE8E-76C8C4AA2E81}"/>
          </ac:spMkLst>
        </pc:spChg>
        <pc:grpChg chg="mod">
          <ac:chgData name="Rian Pratama" userId="ba5a381f79e67128" providerId="LiveId" clId="{1B3D42E5-558C-46C9-A1CA-A9EF05FAD6B9}" dt="2025-10-29T02:09:00.507" v="142" actId="1076"/>
          <ac:grpSpMkLst>
            <pc:docMk/>
            <pc:sldMk cId="3317657300" sldId="723"/>
            <ac:grpSpMk id="10" creationId="{44B7C138-EE97-4C43-AB62-5DD230BF82BF}"/>
          </ac:grpSpMkLst>
        </pc:grpChg>
      </pc:sldChg>
      <pc:sldChg chg="addSp modSp mod">
        <pc:chgData name="Rian Pratama" userId="ba5a381f79e67128" providerId="LiveId" clId="{1B3D42E5-558C-46C9-A1CA-A9EF05FAD6B9}" dt="2025-10-29T02:48:13.329" v="254" actId="113"/>
        <pc:sldMkLst>
          <pc:docMk/>
          <pc:sldMk cId="3271962344" sldId="724"/>
        </pc:sldMkLst>
        <pc:spChg chg="mod">
          <ac:chgData name="Rian Pratama" userId="ba5a381f79e67128" providerId="LiveId" clId="{1B3D42E5-558C-46C9-A1CA-A9EF05FAD6B9}" dt="2025-10-29T02:48:13.329" v="254" actId="113"/>
          <ac:spMkLst>
            <pc:docMk/>
            <pc:sldMk cId="3271962344" sldId="724"/>
            <ac:spMk id="3" creationId="{05F63E5A-8C29-4303-8158-2E91B363B37B}"/>
          </ac:spMkLst>
        </pc:spChg>
        <pc:spChg chg="add mod">
          <ac:chgData name="Rian Pratama" userId="ba5a381f79e67128" providerId="LiveId" clId="{1B3D42E5-558C-46C9-A1CA-A9EF05FAD6B9}" dt="2025-10-29T02:47:21.726" v="213" actId="14100"/>
          <ac:spMkLst>
            <pc:docMk/>
            <pc:sldMk cId="3271962344" sldId="724"/>
            <ac:spMk id="6" creationId="{07D471CA-076B-44E3-46ED-2F7448B990CB}"/>
          </ac:spMkLst>
        </pc:spChg>
        <pc:spChg chg="add mod">
          <ac:chgData name="Rian Pratama" userId="ba5a381f79e67128" providerId="LiveId" clId="{1B3D42E5-558C-46C9-A1CA-A9EF05FAD6B9}" dt="2025-10-29T02:47:43.452" v="229" actId="20577"/>
          <ac:spMkLst>
            <pc:docMk/>
            <pc:sldMk cId="3271962344" sldId="724"/>
            <ac:spMk id="7" creationId="{DFA60BF0-8357-7445-8D55-629183F0BA1F}"/>
          </ac:spMkLst>
        </pc:spChg>
        <pc:spChg chg="mod">
          <ac:chgData name="Rian Pratama" userId="ba5a381f79e67128" providerId="LiveId" clId="{1B3D42E5-558C-46C9-A1CA-A9EF05FAD6B9}" dt="2025-10-29T02:46:01.235" v="196" actId="14100"/>
          <ac:spMkLst>
            <pc:docMk/>
            <pc:sldMk cId="3271962344" sldId="724"/>
            <ac:spMk id="12" creationId="{5D1E066F-7089-4A4D-A912-A821A1A5C508}"/>
          </ac:spMkLst>
        </pc:spChg>
        <pc:spChg chg="mod">
          <ac:chgData name="Rian Pratama" userId="ba5a381f79e67128" providerId="LiveId" clId="{1B3D42E5-558C-46C9-A1CA-A9EF05FAD6B9}" dt="2025-10-29T02:46:21.179" v="201" actId="14100"/>
          <ac:spMkLst>
            <pc:docMk/>
            <pc:sldMk cId="3271962344" sldId="724"/>
            <ac:spMk id="13" creationId="{4A37B2D9-B86C-4BF6-A050-5A6E2D11C6B9}"/>
          </ac:spMkLst>
        </pc:spChg>
        <pc:spChg chg="mod">
          <ac:chgData name="Rian Pratama" userId="ba5a381f79e67128" providerId="LiveId" clId="{1B3D42E5-558C-46C9-A1CA-A9EF05FAD6B9}" dt="2025-10-29T02:46:39.617" v="206" actId="14100"/>
          <ac:spMkLst>
            <pc:docMk/>
            <pc:sldMk cId="3271962344" sldId="724"/>
            <ac:spMk id="14" creationId="{363D3D61-6404-4249-856C-21D8482A5753}"/>
          </ac:spMkLst>
        </pc:spChg>
        <pc:spChg chg="mod">
          <ac:chgData name="Rian Pratama" userId="ba5a381f79e67128" providerId="LiveId" clId="{1B3D42E5-558C-46C9-A1CA-A9EF05FAD6B9}" dt="2025-10-29T02:45:52.407" v="194" actId="20577"/>
          <ac:spMkLst>
            <pc:docMk/>
            <pc:sldMk cId="3271962344" sldId="724"/>
            <ac:spMk id="15" creationId="{37017B2C-B5CF-4551-BF6C-7D602A677B04}"/>
          </ac:spMkLst>
        </pc:spChg>
        <pc:spChg chg="mod">
          <ac:chgData name="Rian Pratama" userId="ba5a381f79e67128" providerId="LiveId" clId="{1B3D42E5-558C-46C9-A1CA-A9EF05FAD6B9}" dt="2025-10-29T02:46:11.007" v="198" actId="14100"/>
          <ac:spMkLst>
            <pc:docMk/>
            <pc:sldMk cId="3271962344" sldId="724"/>
            <ac:spMk id="16" creationId="{5AF9F084-2A6F-4488-9B29-F596D0222ACF}"/>
          </ac:spMkLst>
        </pc:spChg>
      </pc:sldChg>
      <pc:sldChg chg="modSp mod">
        <pc:chgData name="Rian Pratama" userId="ba5a381f79e67128" providerId="LiveId" clId="{1B3D42E5-558C-46C9-A1CA-A9EF05FAD6B9}" dt="2025-10-29T02:48:15.212" v="255" actId="113"/>
        <pc:sldMkLst>
          <pc:docMk/>
          <pc:sldMk cId="4131060455" sldId="725"/>
        </pc:sldMkLst>
        <pc:spChg chg="mod">
          <ac:chgData name="Rian Pratama" userId="ba5a381f79e67128" providerId="LiveId" clId="{1B3D42E5-558C-46C9-A1CA-A9EF05FAD6B9}" dt="2025-10-29T02:48:15.212" v="255" actId="113"/>
          <ac:spMkLst>
            <pc:docMk/>
            <pc:sldMk cId="4131060455" sldId="725"/>
            <ac:spMk id="3" creationId="{05F63E5A-8C29-4303-8158-2E91B363B37B}"/>
          </ac:spMkLst>
        </pc:spChg>
        <pc:spChg chg="mod">
          <ac:chgData name="Rian Pratama" userId="ba5a381f79e67128" providerId="LiveId" clId="{1B3D42E5-558C-46C9-A1CA-A9EF05FAD6B9}" dt="2025-10-29T02:09:20.545" v="146" actId="14100"/>
          <ac:spMkLst>
            <pc:docMk/>
            <pc:sldMk cId="4131060455" sldId="725"/>
            <ac:spMk id="12" creationId="{5D1E066F-7089-4A4D-A912-A821A1A5C508}"/>
          </ac:spMkLst>
        </pc:spChg>
        <pc:spChg chg="mod">
          <ac:chgData name="Rian Pratama" userId="ba5a381f79e67128" providerId="LiveId" clId="{1B3D42E5-558C-46C9-A1CA-A9EF05FAD6B9}" dt="2025-10-29T02:46:14.664" v="199" actId="20578"/>
          <ac:spMkLst>
            <pc:docMk/>
            <pc:sldMk cId="4131060455" sldId="725"/>
            <ac:spMk id="13" creationId="{4A37B2D9-B86C-4BF6-A050-5A6E2D11C6B9}"/>
          </ac:spMkLst>
        </pc:spChg>
        <pc:spChg chg="mod">
          <ac:chgData name="Rian Pratama" userId="ba5a381f79e67128" providerId="LiveId" clId="{1B3D42E5-558C-46C9-A1CA-A9EF05FAD6B9}" dt="2025-10-29T02:10:33.686" v="157" actId="14100"/>
          <ac:spMkLst>
            <pc:docMk/>
            <pc:sldMk cId="4131060455" sldId="725"/>
            <ac:spMk id="14" creationId="{363D3D61-6404-4249-856C-21D8482A5753}"/>
          </ac:spMkLst>
        </pc:spChg>
        <pc:spChg chg="mod">
          <ac:chgData name="Rian Pratama" userId="ba5a381f79e67128" providerId="LiveId" clId="{1B3D42E5-558C-46C9-A1CA-A9EF05FAD6B9}" dt="2025-10-29T02:10:53.199" v="181" actId="20577"/>
          <ac:spMkLst>
            <pc:docMk/>
            <pc:sldMk cId="4131060455" sldId="725"/>
            <ac:spMk id="15" creationId="{37017B2C-B5CF-4551-BF6C-7D602A677B04}"/>
          </ac:spMkLst>
        </pc:spChg>
        <pc:spChg chg="mod">
          <ac:chgData name="Rian Pratama" userId="ba5a381f79e67128" providerId="LiveId" clId="{1B3D42E5-558C-46C9-A1CA-A9EF05FAD6B9}" dt="2025-10-29T02:10:00.102" v="153"/>
          <ac:spMkLst>
            <pc:docMk/>
            <pc:sldMk cId="4131060455" sldId="725"/>
            <ac:spMk id="16" creationId="{5AF9F084-2A6F-4488-9B29-F596D0222ACF}"/>
          </ac:spMkLst>
        </pc:spChg>
        <pc:graphicFrameChg chg="mod modGraphic">
          <ac:chgData name="Rian Pratama" userId="ba5a381f79e67128" providerId="LiveId" clId="{1B3D42E5-558C-46C9-A1CA-A9EF05FAD6B9}" dt="2025-10-29T02:09:13.342" v="145" actId="1076"/>
          <ac:graphicFrameMkLst>
            <pc:docMk/>
            <pc:sldMk cId="4131060455" sldId="725"/>
            <ac:graphicFrameMk id="11" creationId="{4EDF10BB-BBF0-4477-875B-0EF48A327617}"/>
          </ac:graphicFrameMkLst>
        </pc:graphicFrameChg>
      </pc:sldChg>
      <pc:sldChg chg="addSp modSp mod">
        <pc:chgData name="Rian Pratama" userId="ba5a381f79e67128" providerId="LiveId" clId="{1B3D42E5-558C-46C9-A1CA-A9EF05FAD6B9}" dt="2025-10-29T02:57:10.315" v="304" actId="20577"/>
        <pc:sldMkLst>
          <pc:docMk/>
          <pc:sldMk cId="270140556" sldId="726"/>
        </pc:sldMkLst>
        <pc:spChg chg="mod">
          <ac:chgData name="Rian Pratama" userId="ba5a381f79e67128" providerId="LiveId" clId="{1B3D42E5-558C-46C9-A1CA-A9EF05FAD6B9}" dt="2025-10-29T02:56:40.467" v="264" actId="20577"/>
          <ac:spMkLst>
            <pc:docMk/>
            <pc:sldMk cId="270140556" sldId="726"/>
            <ac:spMk id="3" creationId="{05F63E5A-8C29-4303-8158-2E91B363B37B}"/>
          </ac:spMkLst>
        </pc:spChg>
        <pc:spChg chg="mod">
          <ac:chgData name="Rian Pratama" userId="ba5a381f79e67128" providerId="LiveId" clId="{1B3D42E5-558C-46C9-A1CA-A9EF05FAD6B9}" dt="2025-10-29T02:57:02.470" v="287" actId="20577"/>
          <ac:spMkLst>
            <pc:docMk/>
            <pc:sldMk cId="270140556" sldId="726"/>
            <ac:spMk id="12" creationId="{4E8474F6-85E8-4326-A6CC-59530A0B88DA}"/>
          </ac:spMkLst>
        </pc:spChg>
        <pc:spChg chg="mod">
          <ac:chgData name="Rian Pratama" userId="ba5a381f79e67128" providerId="LiveId" clId="{1B3D42E5-558C-46C9-A1CA-A9EF05FAD6B9}" dt="2025-10-29T02:57:10.315" v="304" actId="20577"/>
          <ac:spMkLst>
            <pc:docMk/>
            <pc:sldMk cId="270140556" sldId="726"/>
            <ac:spMk id="13" creationId="{F1A40F65-7E83-4820-987E-275A1A5C4678}"/>
          </ac:spMkLst>
        </pc:spChg>
        <pc:spChg chg="mod">
          <ac:chgData name="Rian Pratama" userId="ba5a381f79e67128" providerId="LiveId" clId="{1B3D42E5-558C-46C9-A1CA-A9EF05FAD6B9}" dt="2025-10-29T02:56:46.521" v="265" actId="164"/>
          <ac:spMkLst>
            <pc:docMk/>
            <pc:sldMk cId="270140556" sldId="726"/>
            <ac:spMk id="14" creationId="{375C55BA-F868-43B8-B914-DD74892C231B}"/>
          </ac:spMkLst>
        </pc:spChg>
        <pc:grpChg chg="add mod">
          <ac:chgData name="Rian Pratama" userId="ba5a381f79e67128" providerId="LiveId" clId="{1B3D42E5-558C-46C9-A1CA-A9EF05FAD6B9}" dt="2025-10-29T02:56:51.560" v="266" actId="1076"/>
          <ac:grpSpMkLst>
            <pc:docMk/>
            <pc:sldMk cId="270140556" sldId="726"/>
            <ac:grpSpMk id="6" creationId="{4C64412D-9214-E9C5-A10F-8639DAA81892}"/>
          </ac:grpSpMkLst>
        </pc:grpChg>
        <pc:picChg chg="mod">
          <ac:chgData name="Rian Pratama" userId="ba5a381f79e67128" providerId="LiveId" clId="{1B3D42E5-558C-46C9-A1CA-A9EF05FAD6B9}" dt="2025-10-29T02:56:46.521" v="265" actId="164"/>
          <ac:picMkLst>
            <pc:docMk/>
            <pc:sldMk cId="270140556" sldId="726"/>
            <ac:picMk id="11" creationId="{012895AC-A9AA-4C73-A991-D573E96BCC31}"/>
          </ac:picMkLst>
        </pc:picChg>
      </pc:sldChg>
      <pc:sldChg chg="modSp mod">
        <pc:chgData name="Rian Pratama" userId="ba5a381f79e67128" providerId="LiveId" clId="{1B3D42E5-558C-46C9-A1CA-A9EF05FAD6B9}" dt="2025-10-29T03:11:44.740" v="321"/>
        <pc:sldMkLst>
          <pc:docMk/>
          <pc:sldMk cId="3559558601" sldId="727"/>
        </pc:sldMkLst>
        <pc:spChg chg="mod">
          <ac:chgData name="Rian Pratama" userId="ba5a381f79e67128" providerId="LiveId" clId="{1B3D42E5-558C-46C9-A1CA-A9EF05FAD6B9}" dt="2025-10-29T03:11:44.740" v="321"/>
          <ac:spMkLst>
            <pc:docMk/>
            <pc:sldMk cId="3559558601" sldId="727"/>
            <ac:spMk id="3" creationId="{05F63E5A-8C29-4303-8158-2E91B363B37B}"/>
          </ac:spMkLst>
        </pc:spChg>
        <pc:spChg chg="mod">
          <ac:chgData name="Rian Pratama" userId="ba5a381f79e67128" providerId="LiveId" clId="{1B3D42E5-558C-46C9-A1CA-A9EF05FAD6B9}" dt="2025-10-29T03:09:05.358" v="306" actId="14100"/>
          <ac:spMkLst>
            <pc:docMk/>
            <pc:sldMk cId="3559558601" sldId="727"/>
            <ac:spMk id="15" creationId="{3E21BF0F-B53C-441D-B334-EA50BD214056}"/>
          </ac:spMkLst>
        </pc:spChg>
        <pc:spChg chg="mod">
          <ac:chgData name="Rian Pratama" userId="ba5a381f79e67128" providerId="LiveId" clId="{1B3D42E5-558C-46C9-A1CA-A9EF05FAD6B9}" dt="2025-10-29T03:10:42.217" v="314" actId="20577"/>
          <ac:spMkLst>
            <pc:docMk/>
            <pc:sldMk cId="3559558601" sldId="727"/>
            <ac:spMk id="16" creationId="{33B17838-A583-449C-AEC9-93DB60C8555C}"/>
          </ac:spMkLst>
        </pc:spChg>
        <pc:spChg chg="mod">
          <ac:chgData name="Rian Pratama" userId="ba5a381f79e67128" providerId="LiveId" clId="{1B3D42E5-558C-46C9-A1CA-A9EF05FAD6B9}" dt="2025-10-29T03:10:54.556" v="315"/>
          <ac:spMkLst>
            <pc:docMk/>
            <pc:sldMk cId="3559558601" sldId="727"/>
            <ac:spMk id="18" creationId="{FA41AEA9-2E55-4BBB-9A8A-EA4D63C73999}"/>
          </ac:spMkLst>
        </pc:spChg>
        <pc:spChg chg="mod">
          <ac:chgData name="Rian Pratama" userId="ba5a381f79e67128" providerId="LiveId" clId="{1B3D42E5-558C-46C9-A1CA-A9EF05FAD6B9}" dt="2025-10-29T03:10:18.447" v="312" actId="113"/>
          <ac:spMkLst>
            <pc:docMk/>
            <pc:sldMk cId="3559558601" sldId="727"/>
            <ac:spMk id="19" creationId="{6E5C2107-31EF-4F4B-8E3C-EF7C875DC8F7}"/>
          </ac:spMkLst>
        </pc:spChg>
        <pc:spChg chg="mod">
          <ac:chgData name="Rian Pratama" userId="ba5a381f79e67128" providerId="LiveId" clId="{1B3D42E5-558C-46C9-A1CA-A9EF05FAD6B9}" dt="2025-10-29T03:10:02.051" v="309"/>
          <ac:spMkLst>
            <pc:docMk/>
            <pc:sldMk cId="3559558601" sldId="727"/>
            <ac:spMk id="20" creationId="{9682C535-89B6-4234-B358-BE30610B4E32}"/>
          </ac:spMkLst>
        </pc:spChg>
      </pc:sldChg>
      <pc:sldChg chg="modSp mod">
        <pc:chgData name="Rian Pratama" userId="ba5a381f79e67128" providerId="LiveId" clId="{1B3D42E5-558C-46C9-A1CA-A9EF05FAD6B9}" dt="2025-10-29T03:11:50.895" v="322"/>
        <pc:sldMkLst>
          <pc:docMk/>
          <pc:sldMk cId="98035407" sldId="728"/>
        </pc:sldMkLst>
        <pc:spChg chg="mod">
          <ac:chgData name="Rian Pratama" userId="ba5a381f79e67128" providerId="LiveId" clId="{1B3D42E5-558C-46C9-A1CA-A9EF05FAD6B9}" dt="2025-10-29T03:11:50.895" v="322"/>
          <ac:spMkLst>
            <pc:docMk/>
            <pc:sldMk cId="98035407" sldId="728"/>
            <ac:spMk id="3" creationId="{05F63E5A-8C29-4303-8158-2E91B363B37B}"/>
          </ac:spMkLst>
        </pc:spChg>
        <pc:spChg chg="mod">
          <ac:chgData name="Rian Pratama" userId="ba5a381f79e67128" providerId="LiveId" clId="{1B3D42E5-558C-46C9-A1CA-A9EF05FAD6B9}" dt="2025-10-29T03:11:22.015" v="318" actId="14100"/>
          <ac:spMkLst>
            <pc:docMk/>
            <pc:sldMk cId="98035407" sldId="728"/>
            <ac:spMk id="15" creationId="{3E21BF0F-B53C-441D-B334-EA50BD214056}"/>
          </ac:spMkLst>
        </pc:spChg>
        <pc:spChg chg="mod">
          <ac:chgData name="Rian Pratama" userId="ba5a381f79e67128" providerId="LiveId" clId="{1B3D42E5-558C-46C9-A1CA-A9EF05FAD6B9}" dt="2025-10-29T03:11:26.291" v="319"/>
          <ac:spMkLst>
            <pc:docMk/>
            <pc:sldMk cId="98035407" sldId="728"/>
            <ac:spMk id="16" creationId="{33B17838-A583-449C-AEC9-93DB60C8555C}"/>
          </ac:spMkLst>
        </pc:spChg>
        <pc:spChg chg="mod">
          <ac:chgData name="Rian Pratama" userId="ba5a381f79e67128" providerId="LiveId" clId="{1B3D42E5-558C-46C9-A1CA-A9EF05FAD6B9}" dt="2025-10-29T03:11:30.627" v="320"/>
          <ac:spMkLst>
            <pc:docMk/>
            <pc:sldMk cId="98035407" sldId="728"/>
            <ac:spMk id="18" creationId="{FA41AEA9-2E55-4BBB-9A8A-EA4D63C73999}"/>
          </ac:spMkLst>
        </pc:spChg>
      </pc:sldChg>
      <pc:sldChg chg="modSp mod">
        <pc:chgData name="Rian Pratama" userId="ba5a381f79e67128" providerId="LiveId" clId="{1B3D42E5-558C-46C9-A1CA-A9EF05FAD6B9}" dt="2025-10-29T06:22:21.455" v="1302" actId="404"/>
        <pc:sldMkLst>
          <pc:docMk/>
          <pc:sldMk cId="935183444" sldId="730"/>
        </pc:sldMkLst>
        <pc:spChg chg="mod">
          <ac:chgData name="Rian Pratama" userId="ba5a381f79e67128" providerId="LiveId" clId="{1B3D42E5-558C-46C9-A1CA-A9EF05FAD6B9}" dt="2025-10-29T06:10:35.897" v="1279" actId="20577"/>
          <ac:spMkLst>
            <pc:docMk/>
            <pc:sldMk cId="935183444" sldId="730"/>
            <ac:spMk id="2" creationId="{96375207-0CC9-46B3-8316-D8A80085F034}"/>
          </ac:spMkLst>
        </pc:spChg>
        <pc:spChg chg="mod">
          <ac:chgData name="Rian Pratama" userId="ba5a381f79e67128" providerId="LiveId" clId="{1B3D42E5-558C-46C9-A1CA-A9EF05FAD6B9}" dt="2025-10-29T06:22:21.455" v="1302" actId="404"/>
          <ac:spMkLst>
            <pc:docMk/>
            <pc:sldMk cId="935183444" sldId="730"/>
            <ac:spMk id="3" creationId="{E43B8133-CEDA-409B-88A0-1F096DC8F51F}"/>
          </ac:spMkLst>
        </pc:spChg>
        <pc:spChg chg="mod">
          <ac:chgData name="Rian Pratama" userId="ba5a381f79e67128" providerId="LiveId" clId="{1B3D42E5-558C-46C9-A1CA-A9EF05FAD6B9}" dt="2025-10-29T06:10:27.868" v="1271"/>
          <ac:spMkLst>
            <pc:docMk/>
            <pc:sldMk cId="935183444" sldId="730"/>
            <ac:spMk id="8" creationId="{C26F80C1-93A8-4956-8C8F-CCEB43119C7A}"/>
          </ac:spMkLst>
        </pc:spChg>
      </pc:sldChg>
      <pc:sldChg chg="modSp mod">
        <pc:chgData name="Rian Pratama" userId="ba5a381f79e67128" providerId="LiveId" clId="{1B3D42E5-558C-46C9-A1CA-A9EF05FAD6B9}" dt="2025-10-29T06:11:45.309" v="1299" actId="948"/>
        <pc:sldMkLst>
          <pc:docMk/>
          <pc:sldMk cId="1859812175" sldId="731"/>
        </pc:sldMkLst>
        <pc:spChg chg="mod">
          <ac:chgData name="Rian Pratama" userId="ba5a381f79e67128" providerId="LiveId" clId="{1B3D42E5-558C-46C9-A1CA-A9EF05FAD6B9}" dt="2025-10-29T06:11:28.191" v="1296"/>
          <ac:spMkLst>
            <pc:docMk/>
            <pc:sldMk cId="1859812175" sldId="731"/>
            <ac:spMk id="2" creationId="{756A0FB8-1A7B-5EC5-0795-0AD3A0B01507}"/>
          </ac:spMkLst>
        </pc:spChg>
        <pc:spChg chg="mod">
          <ac:chgData name="Rian Pratama" userId="ba5a381f79e67128" providerId="LiveId" clId="{1B3D42E5-558C-46C9-A1CA-A9EF05FAD6B9}" dt="2025-10-29T06:11:45.309" v="1299" actId="948"/>
          <ac:spMkLst>
            <pc:docMk/>
            <pc:sldMk cId="1859812175" sldId="731"/>
            <ac:spMk id="3" creationId="{9BAEDAF0-8BDA-279E-E22A-0D22DC41E055}"/>
          </ac:spMkLst>
        </pc:spChg>
      </pc:sldChg>
      <pc:sldChg chg="modSp mod">
        <pc:chgData name="Rian Pratama" userId="ba5a381f79e67128" providerId="LiveId" clId="{1B3D42E5-558C-46C9-A1CA-A9EF05FAD6B9}" dt="2025-10-29T05:27:48.023" v="676" actId="20577"/>
        <pc:sldMkLst>
          <pc:docMk/>
          <pc:sldMk cId="2634999859" sldId="733"/>
        </pc:sldMkLst>
        <pc:spChg chg="mod">
          <ac:chgData name="Rian Pratama" userId="ba5a381f79e67128" providerId="LiveId" clId="{1B3D42E5-558C-46C9-A1CA-A9EF05FAD6B9}" dt="2025-10-29T05:22:48.155" v="561" actId="20577"/>
          <ac:spMkLst>
            <pc:docMk/>
            <pc:sldMk cId="2634999859" sldId="733"/>
            <ac:spMk id="2" creationId="{7E7D0A69-FADB-FD16-25EE-5745C2011257}"/>
          </ac:spMkLst>
        </pc:spChg>
        <pc:spChg chg="mod">
          <ac:chgData name="Rian Pratama" userId="ba5a381f79e67128" providerId="LiveId" clId="{1B3D42E5-558C-46C9-A1CA-A9EF05FAD6B9}" dt="2025-10-29T05:25:29.549" v="571" actId="14100"/>
          <ac:spMkLst>
            <pc:docMk/>
            <pc:sldMk cId="2634999859" sldId="733"/>
            <ac:spMk id="3" creationId="{5276AB9D-E460-C9E0-D067-DF1E930DAC30}"/>
          </ac:spMkLst>
        </pc:spChg>
        <pc:spChg chg="mod">
          <ac:chgData name="Rian Pratama" userId="ba5a381f79e67128" providerId="LiveId" clId="{1B3D42E5-558C-46C9-A1CA-A9EF05FAD6B9}" dt="2025-10-29T05:27:48.023" v="676" actId="20577"/>
          <ac:spMkLst>
            <pc:docMk/>
            <pc:sldMk cId="2634999859" sldId="733"/>
            <ac:spMk id="15362" creationId="{061D76FF-C4ED-8855-E0E4-95CA665F3EA9}"/>
          </ac:spMkLst>
        </pc:spChg>
      </pc:sldChg>
      <pc:sldChg chg="modSp mod">
        <pc:chgData name="Rian Pratama" userId="ba5a381f79e67128" providerId="LiveId" clId="{1B3D42E5-558C-46C9-A1CA-A9EF05FAD6B9}" dt="2025-10-29T05:39:28.492" v="713" actId="20577"/>
        <pc:sldMkLst>
          <pc:docMk/>
          <pc:sldMk cId="2879415004" sldId="739"/>
        </pc:sldMkLst>
        <pc:spChg chg="mod">
          <ac:chgData name="Rian Pratama" userId="ba5a381f79e67128" providerId="LiveId" clId="{1B3D42E5-558C-46C9-A1CA-A9EF05FAD6B9}" dt="2025-10-29T05:39:28.492" v="713" actId="20577"/>
          <ac:spMkLst>
            <pc:docMk/>
            <pc:sldMk cId="2879415004" sldId="739"/>
            <ac:spMk id="6" creationId="{2267D1FC-0C6A-FD30-5129-560362ABE47A}"/>
          </ac:spMkLst>
        </pc:spChg>
      </pc:sldChg>
      <pc:sldChg chg="modSp mod">
        <pc:chgData name="Rian Pratama" userId="ba5a381f79e67128" providerId="LiveId" clId="{1B3D42E5-558C-46C9-A1CA-A9EF05FAD6B9}" dt="2025-10-29T06:00:41.285" v="1153"/>
        <pc:sldMkLst>
          <pc:docMk/>
          <pc:sldMk cId="874572745" sldId="742"/>
        </pc:sldMkLst>
        <pc:spChg chg="mod">
          <ac:chgData name="Rian Pratama" userId="ba5a381f79e67128" providerId="LiveId" clId="{1B3D42E5-558C-46C9-A1CA-A9EF05FAD6B9}" dt="2025-10-29T06:00:41.285" v="1153"/>
          <ac:spMkLst>
            <pc:docMk/>
            <pc:sldMk cId="874572745" sldId="742"/>
            <ac:spMk id="5" creationId="{88ABACE5-F31F-26A1-70CE-3BF0CCE2081C}"/>
          </ac:spMkLst>
        </pc:spChg>
        <pc:spChg chg="mod">
          <ac:chgData name="Rian Pratama" userId="ba5a381f79e67128" providerId="LiveId" clId="{1B3D42E5-558C-46C9-A1CA-A9EF05FAD6B9}" dt="2025-10-29T06:00:19.117" v="1152" actId="114"/>
          <ac:spMkLst>
            <pc:docMk/>
            <pc:sldMk cId="874572745" sldId="742"/>
            <ac:spMk id="25602" creationId="{FABE9C99-086A-870C-2E6A-F5FDC1A953A5}"/>
          </ac:spMkLst>
        </pc:spChg>
      </pc:sldChg>
      <pc:sldChg chg="modSp mod">
        <pc:chgData name="Rian Pratama" userId="ba5a381f79e67128" providerId="LiveId" clId="{1B3D42E5-558C-46C9-A1CA-A9EF05FAD6B9}" dt="2025-10-29T06:09:49.493" v="1269" actId="20577"/>
        <pc:sldMkLst>
          <pc:docMk/>
          <pc:sldMk cId="1231696525" sldId="743"/>
        </pc:sldMkLst>
        <pc:spChg chg="mod">
          <ac:chgData name="Rian Pratama" userId="ba5a381f79e67128" providerId="LiveId" clId="{1B3D42E5-558C-46C9-A1CA-A9EF05FAD6B9}" dt="2025-10-29T06:06:27.229" v="1240" actId="113"/>
          <ac:spMkLst>
            <pc:docMk/>
            <pc:sldMk cId="1231696525" sldId="743"/>
            <ac:spMk id="5" creationId="{CA3F95AD-83AB-3022-044C-F3AC88118301}"/>
          </ac:spMkLst>
        </pc:spChg>
        <pc:spChg chg="mod">
          <ac:chgData name="Rian Pratama" userId="ba5a381f79e67128" providerId="LiveId" clId="{1B3D42E5-558C-46C9-A1CA-A9EF05FAD6B9}" dt="2025-10-29T06:09:49.493" v="1269" actId="20577"/>
          <ac:spMkLst>
            <pc:docMk/>
            <pc:sldMk cId="1231696525" sldId="743"/>
            <ac:spMk id="25602" creationId="{1972FD7C-6BD5-BBE1-BCE1-7A2578731F3E}"/>
          </ac:spMkLst>
        </pc:spChg>
      </pc:sldChg>
      <pc:sldChg chg="modSp mod">
        <pc:chgData name="Rian Pratama" userId="ba5a381f79e67128" providerId="LiveId" clId="{1B3D42E5-558C-46C9-A1CA-A9EF05FAD6B9}" dt="2025-10-29T06:09:41.492" v="1266" actId="113"/>
        <pc:sldMkLst>
          <pc:docMk/>
          <pc:sldMk cId="3572814612" sldId="744"/>
        </pc:sldMkLst>
        <pc:spChg chg="mod">
          <ac:chgData name="Rian Pratama" userId="ba5a381f79e67128" providerId="LiveId" clId="{1B3D42E5-558C-46C9-A1CA-A9EF05FAD6B9}" dt="2025-10-29T06:09:41.492" v="1266" actId="113"/>
          <ac:spMkLst>
            <pc:docMk/>
            <pc:sldMk cId="3572814612" sldId="744"/>
            <ac:spMk id="25602" creationId="{4E6BD24C-8F1B-024D-2CC8-A98A9E7FA26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0B05DEBE-B1A0-C847-3397-CBA6B22DA9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EAA74FC5-550B-0D6F-6B45-8DB6865C10A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AED94C20-7D6B-9E7E-E46D-26162A88E54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7" name="Rectangle 5">
            <a:extLst>
              <a:ext uri="{FF2B5EF4-FFF2-40B4-BE49-F238E27FC236}">
                <a16:creationId xmlns:a16="http://schemas.microsoft.com/office/drawing/2014/main" id="{320770A9-C068-39DB-7932-CE375186ED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9B01949B-C715-41C5-A5C7-8DBEE155EE6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C2E6B109-2F39-4E8D-7AB8-1351B42E40A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B5ADC71-0910-A16E-97D6-820EA04D14A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03FF636-F98A-DAEE-30A0-476435E76DB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844B32D1-5CD3-EB1C-8BD9-DADFF2E1428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3FA88556-20DB-3C74-124C-A4DC2573F3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F8ABF147-3500-8FD3-266A-A2701CDD91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DDA90FDE-9605-4AF0-B986-7F270257FB87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EDBED419-FB4F-BEAC-0F0E-3951A9A091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5826927E-E136-BF19-12F5-CDF547AD5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7E0A4953-EDBA-9D60-648E-7F9EAF0CD3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F61DEF5-3A79-4A4D-A8B6-E0147F8BF3FC}" type="slidenum">
              <a:rPr lang="ko-KR" altLang="en-US"/>
              <a:pPr/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48CCCEB2-DA54-75B9-01D7-C2D0C1D65C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1B0781DC-D643-20B9-654A-39603B961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7B20DF54-9443-3598-CE79-0EFD3287C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BEF6D18A-FFC6-4B5A-BDF4-966CB00BE00E}" type="slidenum">
              <a:rPr lang="ko-KR" altLang="en-US"/>
              <a:pPr/>
              <a:t>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>
            <a:extLst>
              <a:ext uri="{FF2B5EF4-FFF2-40B4-BE49-F238E27FC236}">
                <a16:creationId xmlns:a16="http://schemas.microsoft.com/office/drawing/2014/main" id="{D3B44D73-34DC-FB69-61E3-2169EC0C93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>
            <a:extLst>
              <a:ext uri="{FF2B5EF4-FFF2-40B4-BE49-F238E27FC236}">
                <a16:creationId xmlns:a16="http://schemas.microsoft.com/office/drawing/2014/main" id="{6082CFBD-06B0-2820-3BD1-6DF2C7529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94D70A9D-4F38-98AD-C02C-E1D04A5C6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39603CFB-FCB2-4C75-8F58-B40B99668E15}" type="slidenum">
              <a:rPr lang="ko-KR" altLang="en-US"/>
              <a:pPr/>
              <a:t>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>
            <a:extLst>
              <a:ext uri="{FF2B5EF4-FFF2-40B4-BE49-F238E27FC236}">
                <a16:creationId xmlns:a16="http://schemas.microsoft.com/office/drawing/2014/main" id="{9AC365E8-C970-617D-5348-F30B9C5A15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슬라이드 노트 개체 틀 2">
            <a:extLst>
              <a:ext uri="{FF2B5EF4-FFF2-40B4-BE49-F238E27FC236}">
                <a16:creationId xmlns:a16="http://schemas.microsoft.com/office/drawing/2014/main" id="{A673F817-1B71-7AF0-225D-F94876DD3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2" name="슬라이드 번호 개체 틀 3">
            <a:extLst>
              <a:ext uri="{FF2B5EF4-FFF2-40B4-BE49-F238E27FC236}">
                <a16:creationId xmlns:a16="http://schemas.microsoft.com/office/drawing/2014/main" id="{A7064265-120C-46BD-6AC0-81B4A5F7B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2BBD3E8-B164-4DBA-BB90-A005F5977B6F}" type="slidenum">
              <a:rPr lang="ko-KR" altLang="en-US"/>
              <a:pPr/>
              <a:t>14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B2F99-EB72-ECC2-049C-1D5381ED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>
            <a:extLst>
              <a:ext uri="{FF2B5EF4-FFF2-40B4-BE49-F238E27FC236}">
                <a16:creationId xmlns:a16="http://schemas.microsoft.com/office/drawing/2014/main" id="{969D0F41-EC14-FC9B-76D3-11748EE7BA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슬라이드 노트 개체 틀 2">
            <a:extLst>
              <a:ext uri="{FF2B5EF4-FFF2-40B4-BE49-F238E27FC236}">
                <a16:creationId xmlns:a16="http://schemas.microsoft.com/office/drawing/2014/main" id="{BA8FAF41-9D82-B971-3C38-915D3A104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2" name="슬라이드 번호 개체 틀 3">
            <a:extLst>
              <a:ext uri="{FF2B5EF4-FFF2-40B4-BE49-F238E27FC236}">
                <a16:creationId xmlns:a16="http://schemas.microsoft.com/office/drawing/2014/main" id="{F33672D1-23D0-1866-1717-6BC909D5A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2BBD3E8-B164-4DBA-BB90-A005F5977B6F}" type="slidenum">
              <a:rPr lang="ko-KR" altLang="en-US"/>
              <a:pPr/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248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1CC2A51-3D9B-CD36-B511-DF9DA57B6F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F78758F7-3D23-308C-2364-4303FD8D7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9555DFCD-291C-1292-4B40-9A6F5FB9B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A10E3F85-8B36-4674-B5C7-8D7EEC79927D}" type="slidenum">
              <a:rPr lang="ko-KR" altLang="en-US"/>
              <a:pPr/>
              <a:t>16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3ADBF8DA-5F1C-5957-CA7A-12031ECC84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DA1BE9AA-425F-6CFB-1D98-402EE4894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67BE45F6-DDEF-E21D-8C44-238AD94B2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D59D74F-A5BA-4003-B081-6AB41CF09277}" type="slidenum">
              <a:rPr lang="ko-KR" altLang="en-US"/>
              <a:pPr/>
              <a:t>17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DB818-2223-0E0A-BAC3-388C891A9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0CCC6788-404E-5D19-1688-EAECF79F25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DB489F64-C97B-5E31-71FD-0E5AD6464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304C499D-1D3A-AA78-249A-B4314E4C9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D59D74F-A5BA-4003-B081-6AB41CF09277}" type="slidenum">
              <a:rPr lang="ko-KR" altLang="en-US"/>
              <a:pPr/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3247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F1047-CBB1-9B64-F4E2-2925CD8E2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00B65695-E8EE-1286-FF91-E1937664B8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0361DF11-0799-297C-9EF0-CEFE1C483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BFDF4CAF-681D-8C7C-B4C9-8984B35B3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D59D74F-A5BA-4003-B081-6AB41CF09277}" type="slidenum">
              <a:rPr lang="ko-KR" altLang="en-US"/>
              <a:pPr/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57690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1EA263F6-EF51-4958-8019-88CA776F67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81BD30AE-C7ED-7FFF-76CD-5C4D33FFB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53E354DA-6CAB-04B2-6D2D-6660019E0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D7D4B63-E9B6-4089-A998-7F9BCB7F4F4A}" type="slidenum">
              <a:rPr lang="ko-KR" altLang="en-US"/>
              <a:pPr/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4704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1EA263F6-EF51-4958-8019-88CA776F67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81BD30AE-C7ED-7FFF-76CD-5C4D33FFB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53E354DA-6CAB-04B2-6D2D-6660019E0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D7D4B63-E9B6-4089-A998-7F9BCB7F4F4A}" type="slidenum">
              <a:rPr lang="ko-KR" altLang="en-US"/>
              <a:pPr/>
              <a:t>21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DB357-D88F-234F-7435-1A40FFE0A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1BA75294-EE6D-F8A3-3C4F-5FC3037BFB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03D68198-C9C3-C41E-C7ED-73412FDCA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130BC6E1-9FA2-531D-A5EA-A4A3E78A4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D7D4B63-E9B6-4089-A998-7F9BCB7F4F4A}" type="slidenum">
              <a:rPr lang="ko-KR" altLang="en-US"/>
              <a:pPr/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8389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3B6A4-353A-1A61-470E-16A1EE1C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73D42A45-698B-45F1-3FB5-AD89DFB1F7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5FBB0B77-6451-19B5-E8DB-A9C25544B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F818A134-C903-1255-7903-BF23AAE93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D7D4B63-E9B6-4089-A998-7F9BCB7F4F4A}" type="slidenum">
              <a:rPr lang="ko-KR" altLang="en-US"/>
              <a:pPr/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37265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>
            <a:extLst>
              <a:ext uri="{FF2B5EF4-FFF2-40B4-BE49-F238E27FC236}">
                <a16:creationId xmlns:a16="http://schemas.microsoft.com/office/drawing/2014/main" id="{82D309DE-B80A-9CC6-F98A-F5263C49F9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슬라이드 노트 개체 틀 2">
            <a:extLst>
              <a:ext uri="{FF2B5EF4-FFF2-40B4-BE49-F238E27FC236}">
                <a16:creationId xmlns:a16="http://schemas.microsoft.com/office/drawing/2014/main" id="{5CB0DDEE-3913-886E-AB42-A23767D32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2" name="슬라이드 번호 개체 틀 3">
            <a:extLst>
              <a:ext uri="{FF2B5EF4-FFF2-40B4-BE49-F238E27FC236}">
                <a16:creationId xmlns:a16="http://schemas.microsoft.com/office/drawing/2014/main" id="{BBC1A898-E8EC-B528-5579-C4FBC2F31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14A9441-8B54-458B-B99F-6A3057D43140}" type="slidenum">
              <a:rPr lang="ko-KR" altLang="en-US"/>
              <a:pPr/>
              <a:t>24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5407B-537D-9832-8A3C-FC7092F3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>
            <a:extLst>
              <a:ext uri="{FF2B5EF4-FFF2-40B4-BE49-F238E27FC236}">
                <a16:creationId xmlns:a16="http://schemas.microsoft.com/office/drawing/2014/main" id="{2B9C8293-ED2D-4803-E2F2-21658A77E6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슬라이드 노트 개체 틀 2">
            <a:extLst>
              <a:ext uri="{FF2B5EF4-FFF2-40B4-BE49-F238E27FC236}">
                <a16:creationId xmlns:a16="http://schemas.microsoft.com/office/drawing/2014/main" id="{5FF841A8-262E-E240-E2B1-B9D9358B1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2" name="슬라이드 번호 개체 틀 3">
            <a:extLst>
              <a:ext uri="{FF2B5EF4-FFF2-40B4-BE49-F238E27FC236}">
                <a16:creationId xmlns:a16="http://schemas.microsoft.com/office/drawing/2014/main" id="{DF08FB94-54C8-0687-CADC-8DABB83A1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14A9441-8B54-458B-B99F-6A3057D43140}" type="slidenum">
              <a:rPr lang="ko-KR" altLang="en-US"/>
              <a:pPr/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732425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3A925-C4B6-454B-3473-B57AD75A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>
            <a:extLst>
              <a:ext uri="{FF2B5EF4-FFF2-40B4-BE49-F238E27FC236}">
                <a16:creationId xmlns:a16="http://schemas.microsoft.com/office/drawing/2014/main" id="{0560B458-5C45-CCD8-BD6A-6BB72525D8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슬라이드 노트 개체 틀 2">
            <a:extLst>
              <a:ext uri="{FF2B5EF4-FFF2-40B4-BE49-F238E27FC236}">
                <a16:creationId xmlns:a16="http://schemas.microsoft.com/office/drawing/2014/main" id="{37BC5A45-C7D5-7027-CF45-5DBDF296F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2" name="슬라이드 번호 개체 틀 3">
            <a:extLst>
              <a:ext uri="{FF2B5EF4-FFF2-40B4-BE49-F238E27FC236}">
                <a16:creationId xmlns:a16="http://schemas.microsoft.com/office/drawing/2014/main" id="{A05CB7D8-1B5E-A4E4-5AD8-9AA5DCE1D2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14A9441-8B54-458B-B99F-6A3057D43140}" type="slidenum">
              <a:rPr lang="ko-KR" altLang="en-US"/>
              <a:pPr/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9435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47441-1DF5-12EF-7E4C-ED1BF78DB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이미지 개체 틀 1">
            <a:extLst>
              <a:ext uri="{FF2B5EF4-FFF2-40B4-BE49-F238E27FC236}">
                <a16:creationId xmlns:a16="http://schemas.microsoft.com/office/drawing/2014/main" id="{042BFCD8-B7C4-BC80-F052-45E0C55839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슬라이드 노트 개체 틀 2">
            <a:extLst>
              <a:ext uri="{FF2B5EF4-FFF2-40B4-BE49-F238E27FC236}">
                <a16:creationId xmlns:a16="http://schemas.microsoft.com/office/drawing/2014/main" id="{7CE2735A-ED76-1A43-AB58-5924AF090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580" name="슬라이드 번호 개체 틀 3">
            <a:extLst>
              <a:ext uri="{FF2B5EF4-FFF2-40B4-BE49-F238E27FC236}">
                <a16:creationId xmlns:a16="http://schemas.microsoft.com/office/drawing/2014/main" id="{8A270A10-24BC-29FF-C879-757F6CDB7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79FA08D4-9F61-4B4B-9963-CE8197AEEA79}" type="slidenum">
              <a:rPr lang="ko-KR" altLang="en-US"/>
              <a:pPr/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931971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이미지 개체 틀 1">
            <a:extLst>
              <a:ext uri="{FF2B5EF4-FFF2-40B4-BE49-F238E27FC236}">
                <a16:creationId xmlns:a16="http://schemas.microsoft.com/office/drawing/2014/main" id="{B75287EC-A0A9-B913-39FA-03D7204D58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슬라이드 노트 개체 틀 2">
            <a:extLst>
              <a:ext uri="{FF2B5EF4-FFF2-40B4-BE49-F238E27FC236}">
                <a16:creationId xmlns:a16="http://schemas.microsoft.com/office/drawing/2014/main" id="{20A50BD4-23B4-A737-8AA4-8282EC864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580" name="슬라이드 번호 개체 틀 3">
            <a:extLst>
              <a:ext uri="{FF2B5EF4-FFF2-40B4-BE49-F238E27FC236}">
                <a16:creationId xmlns:a16="http://schemas.microsoft.com/office/drawing/2014/main" id="{BEEB2AAD-1E37-CB85-BF0F-DFE147628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79FA08D4-9F61-4B4B-9963-CE8197AEEA79}" type="slidenum">
              <a:rPr lang="ko-KR" altLang="en-US"/>
              <a:pPr/>
              <a:t>28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A594-87B0-A563-4417-FE738C06A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이미지 개체 틀 1">
            <a:extLst>
              <a:ext uri="{FF2B5EF4-FFF2-40B4-BE49-F238E27FC236}">
                <a16:creationId xmlns:a16="http://schemas.microsoft.com/office/drawing/2014/main" id="{1ABF7A20-9390-BA0B-8F43-5EC2A40E11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슬라이드 노트 개체 틀 2">
            <a:extLst>
              <a:ext uri="{FF2B5EF4-FFF2-40B4-BE49-F238E27FC236}">
                <a16:creationId xmlns:a16="http://schemas.microsoft.com/office/drawing/2014/main" id="{4C35F1B5-1705-F87B-7AEF-8BC45373D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580" name="슬라이드 번호 개체 틀 3">
            <a:extLst>
              <a:ext uri="{FF2B5EF4-FFF2-40B4-BE49-F238E27FC236}">
                <a16:creationId xmlns:a16="http://schemas.microsoft.com/office/drawing/2014/main" id="{3D34C5C5-13C0-BC46-1E05-C2C9BC0B3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79FA08D4-9F61-4B4B-9963-CE8197AEEA79}" type="slidenum">
              <a:rPr lang="ko-KR" altLang="en-US"/>
              <a:pPr/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19792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>
            <a:extLst>
              <a:ext uri="{FF2B5EF4-FFF2-40B4-BE49-F238E27FC236}">
                <a16:creationId xmlns:a16="http://schemas.microsoft.com/office/drawing/2014/main" id="{8CE9E62A-7E1A-C7D2-75BF-5631AA2C9C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슬라이드 노트 개체 틀 2">
            <a:extLst>
              <a:ext uri="{FF2B5EF4-FFF2-40B4-BE49-F238E27FC236}">
                <a16:creationId xmlns:a16="http://schemas.microsoft.com/office/drawing/2014/main" id="{7B76F20B-CF7B-0243-F935-BCD789A70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28" name="슬라이드 번호 개체 틀 3">
            <a:extLst>
              <a:ext uri="{FF2B5EF4-FFF2-40B4-BE49-F238E27FC236}">
                <a16:creationId xmlns:a16="http://schemas.microsoft.com/office/drawing/2014/main" id="{5F9C70D6-28D2-4F03-6C56-36B4EB20F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E5D4A1F-1F00-4047-A96A-C913F6D06BCA}" type="slidenum">
              <a:rPr lang="ko-KR" altLang="en-US"/>
              <a:pPr/>
              <a:t>30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AF129-7346-FE1A-DBCF-BBB0ED7DE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>
            <a:extLst>
              <a:ext uri="{FF2B5EF4-FFF2-40B4-BE49-F238E27FC236}">
                <a16:creationId xmlns:a16="http://schemas.microsoft.com/office/drawing/2014/main" id="{3B25676B-C281-2314-2C69-5E7BCEFE86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슬라이드 노트 개체 틀 2">
            <a:extLst>
              <a:ext uri="{FF2B5EF4-FFF2-40B4-BE49-F238E27FC236}">
                <a16:creationId xmlns:a16="http://schemas.microsoft.com/office/drawing/2014/main" id="{07F5BAA0-EED7-82BC-ACAF-F25286B9E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28" name="슬라이드 번호 개체 틀 3">
            <a:extLst>
              <a:ext uri="{FF2B5EF4-FFF2-40B4-BE49-F238E27FC236}">
                <a16:creationId xmlns:a16="http://schemas.microsoft.com/office/drawing/2014/main" id="{CB16C412-BF2A-18F4-4E92-B7A8A5040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E5D4A1F-1F00-4047-A96A-C913F6D06BCA}" type="slidenum">
              <a:rPr lang="ko-KR" altLang="en-US"/>
              <a:pPr/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19855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BE6F6-F9FA-2E22-EEE5-9BF91CA8E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>
            <a:extLst>
              <a:ext uri="{FF2B5EF4-FFF2-40B4-BE49-F238E27FC236}">
                <a16:creationId xmlns:a16="http://schemas.microsoft.com/office/drawing/2014/main" id="{5CA35E30-B763-DBE9-E72F-879574F323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슬라이드 노트 개체 틀 2">
            <a:extLst>
              <a:ext uri="{FF2B5EF4-FFF2-40B4-BE49-F238E27FC236}">
                <a16:creationId xmlns:a16="http://schemas.microsoft.com/office/drawing/2014/main" id="{BE242F25-6FF8-6DBA-577E-E561B703E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28" name="슬라이드 번호 개체 틀 3">
            <a:extLst>
              <a:ext uri="{FF2B5EF4-FFF2-40B4-BE49-F238E27FC236}">
                <a16:creationId xmlns:a16="http://schemas.microsoft.com/office/drawing/2014/main" id="{5A473E07-4BDF-444D-ECA0-7F3E23F27D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E5D4A1F-1F00-4047-A96A-C913F6D06BCA}" type="slidenum">
              <a:rPr lang="ko-KR" altLang="en-US"/>
              <a:pPr/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736732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18533-72B2-E4B2-551A-CF6B7F3FE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>
            <a:extLst>
              <a:ext uri="{FF2B5EF4-FFF2-40B4-BE49-F238E27FC236}">
                <a16:creationId xmlns:a16="http://schemas.microsoft.com/office/drawing/2014/main" id="{5DAD435B-AEA7-9092-4D74-0CD7B9ED66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슬라이드 노트 개체 틀 2">
            <a:extLst>
              <a:ext uri="{FF2B5EF4-FFF2-40B4-BE49-F238E27FC236}">
                <a16:creationId xmlns:a16="http://schemas.microsoft.com/office/drawing/2014/main" id="{AD806601-7329-95CA-A26E-86A72BB71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28" name="슬라이드 번호 개체 틀 3">
            <a:extLst>
              <a:ext uri="{FF2B5EF4-FFF2-40B4-BE49-F238E27FC236}">
                <a16:creationId xmlns:a16="http://schemas.microsoft.com/office/drawing/2014/main" id="{69F7CA1F-4C81-98D3-BA5F-EFEB6B8D3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E5D4A1F-1F00-4047-A96A-C913F6D06BCA}" type="slidenum">
              <a:rPr lang="ko-KR" altLang="en-US"/>
              <a:pPr/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16140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F2615-5D82-0956-C54C-57699D9F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>
            <a:extLst>
              <a:ext uri="{FF2B5EF4-FFF2-40B4-BE49-F238E27FC236}">
                <a16:creationId xmlns:a16="http://schemas.microsoft.com/office/drawing/2014/main" id="{B0A76AF5-12D2-AEFF-2E6B-95DFE70CB5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슬라이드 노트 개체 틀 2">
            <a:extLst>
              <a:ext uri="{FF2B5EF4-FFF2-40B4-BE49-F238E27FC236}">
                <a16:creationId xmlns:a16="http://schemas.microsoft.com/office/drawing/2014/main" id="{5BCBB115-6A20-45E1-2BB9-A0F2EEA9C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28" name="슬라이드 번호 개체 틀 3">
            <a:extLst>
              <a:ext uri="{FF2B5EF4-FFF2-40B4-BE49-F238E27FC236}">
                <a16:creationId xmlns:a16="http://schemas.microsoft.com/office/drawing/2014/main" id="{96A5F987-3260-9FBB-AB2B-4EB67000D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E5D4A1F-1F00-4047-A96A-C913F6D06BCA}" type="slidenum">
              <a:rPr lang="ko-KR" altLang="en-US"/>
              <a:pPr/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49407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lnSpc>
                <a:spcPct val="120000"/>
              </a:lnSpc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28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9A529-370E-E50D-09AA-A966562C7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2FE85F-9C70-518B-7D90-C46BC9C8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88432-E4D2-8471-BDD4-C19B00BD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056FF5-41EF-461B-BDE0-CBBCAB96CEF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807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noFill/>
          <a:ln cmpd="sng">
            <a:noFill/>
          </a:ln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56584"/>
          </a:xfrm>
        </p:spPr>
        <p:txBody>
          <a:bodyPr/>
          <a:lstStyle>
            <a:lvl1pPr marL="288000" indent="-288000">
              <a:lnSpc>
                <a:spcPct val="120000"/>
              </a:lnSpc>
              <a:defRPr sz="2000">
                <a:latin typeface="Arial" pitchFamily="34" charset="0"/>
                <a:cs typeface="Arial" pitchFamily="34" charset="0"/>
              </a:defRPr>
            </a:lvl1pPr>
            <a:lvl2pPr marL="612000">
              <a:lnSpc>
                <a:spcPct val="120000"/>
              </a:lnSpc>
              <a:defRPr sz="2000">
                <a:latin typeface="Arial" pitchFamily="34" charset="0"/>
                <a:cs typeface="Arial" pitchFamily="34" charset="0"/>
              </a:defRPr>
            </a:lvl2pPr>
            <a:lvl3pPr marL="900000" indent="-288000">
              <a:lnSpc>
                <a:spcPct val="120000"/>
              </a:lnSpc>
              <a:buFont typeface="Arial" pitchFamily="34" charset="0"/>
              <a:buChar char="○"/>
              <a:defRPr sz="2000">
                <a:latin typeface="Arial" pitchFamily="34" charset="0"/>
                <a:cs typeface="Arial" pitchFamily="34" charset="0"/>
              </a:defRPr>
            </a:lvl3pPr>
            <a:lvl4pPr marL="1080000">
              <a:lnSpc>
                <a:spcPct val="120000"/>
              </a:lnSpc>
              <a:buFont typeface="Wingdings" pitchFamily="2" charset="2"/>
              <a:buChar char="ü"/>
              <a:defRPr sz="1800">
                <a:latin typeface="Arial" pitchFamily="34" charset="0"/>
                <a:cs typeface="Arial" pitchFamily="34" charset="0"/>
              </a:defRPr>
            </a:lvl4pPr>
            <a:lvl5pPr marL="1332000">
              <a:lnSpc>
                <a:spcPct val="120000"/>
              </a:lnSpc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92530A69-9288-FEDD-A75F-9E68412FA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051050" y="6356350"/>
            <a:ext cx="5041900" cy="365125"/>
          </a:xfrm>
        </p:spPr>
        <p:txBody>
          <a:bodyPr/>
          <a:lstStyle>
            <a:lvl1pPr>
              <a:defRPr>
                <a:latin typeface="Book Antiqua" pitchFamily="18" charset="0"/>
              </a:defRPr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B26F4179-D124-656E-31BE-BDED682FE9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96188" y="6356350"/>
            <a:ext cx="1090612" cy="365125"/>
          </a:xfrm>
        </p:spPr>
        <p:txBody>
          <a:bodyPr/>
          <a:lstStyle>
            <a:lvl1pPr>
              <a:defRPr>
                <a:latin typeface="Book Antiqua" panose="02040602050305030304" pitchFamily="18" charset="0"/>
              </a:defRPr>
            </a:lvl1pPr>
          </a:lstStyle>
          <a:p>
            <a:fld id="{7C8AFDB9-CBE8-40A3-B3BE-75D64D59D29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7688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747BC7-4704-5C04-A2B1-6768FE51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B322CC-2D10-2E90-6CFE-4667F2EC2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FB5E1-7643-80A1-F40B-C5DA053AD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2C9B7-561C-4FF6-AB37-E3A2F1358DF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3805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EB28397-0601-EFFC-BE92-6812CBCDB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FA4FDA4-8422-803B-47A7-C8783001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78351EC-561E-979A-32CF-297D70DF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113A6C-F9A3-4FAD-A8FE-182B0F910E5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9775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E933873F-B058-612C-A5BF-16A9B8C39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33D77FE3-D278-803F-6066-8197872EE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DA08BAC-379B-DDFD-6D38-D1399A1C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38C083-6DF5-4880-9A6F-2D7B904BD4E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4695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958F8E63-8048-E151-0418-C15985C4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A3443E17-16CF-6A95-2F79-6C094D83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5FBE482F-6956-7889-EB31-652DA4FC5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511A28-F40A-4057-976A-384CB0231D6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216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8E568347-3B99-C6B6-8A9F-C8C87B7A9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41500116-89B8-106F-6CF6-E1C45D8C8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23AED43C-E2A2-A3DC-0FA0-0A2CAEDE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B3C683-D7AE-4DE6-B83F-5E60FC71A76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2592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A1C1111-CE30-5505-4304-557BA0B6F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C638F83-B794-38B5-C3F3-34C5D75E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138717C-1CD8-3E95-4F3D-361495F3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E48FA-6D98-4D62-832D-6555F949A11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617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2FF6CF2-B6E9-FF0B-4EF2-BBD286806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B2E9A13-5829-6E91-7CE9-42E93E827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35A9FE4-5249-4CBA-3A70-50986CB57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5C757-5FC9-4C10-BC10-F3DAEF6FF9E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693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1B9B8-19E2-A6BD-BF52-40B05B69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166F39-3C33-1769-BA3A-BB9C32C2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A76DF8-1059-0439-7538-EA8BF8B2F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D21D9A-D1B6-4A5A-8645-320B6B68338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710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7E459-87A3-596D-0564-5A9E03E8D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7B8E85-150A-3C8E-9158-E9A6BE8D7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4CE3F3-221B-B169-8ECA-949D2B37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782EC8-076B-41A6-AC9B-747B5111B00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2740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B57FD166-D623-9053-9664-546F67E785B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573E2E21-DA1D-ED9B-B615-2B276AF5B5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96975"/>
            <a:ext cx="8229600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623163-D734-A186-C22C-6275774F0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latin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5768D9-A432-B3DE-85C0-912720519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latin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/>
              <a:t>Search Algorithms: Object-Oriented Implementation (Part B)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79B24A-70AD-6DEA-DDE3-33E77129D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5233D9AC-A824-4DA2-91D8-A52F43154A4F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16" r:id="rId1"/>
    <p:sldLayoutId id="2147485726" r:id="rId2"/>
    <p:sldLayoutId id="2147485717" r:id="rId3"/>
    <p:sldLayoutId id="2147485718" r:id="rId4"/>
    <p:sldLayoutId id="2147485719" r:id="rId5"/>
    <p:sldLayoutId id="2147485720" r:id="rId6"/>
    <p:sldLayoutId id="2147485721" r:id="rId7"/>
    <p:sldLayoutId id="2147485722" r:id="rId8"/>
    <p:sldLayoutId id="2147485723" r:id="rId9"/>
    <p:sldLayoutId id="2147485724" r:id="rId10"/>
    <p:sldLayoutId id="2147485725" r:id="rId11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CE21D99-C80C-A65D-C8ED-240F8C6B96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844675"/>
            <a:ext cx="8353425" cy="2016125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7882AA"/>
                </a:solidFill>
              </a:rPr>
              <a:t>Search Algorithms: Object-Oriented Implementation (Part B)</a:t>
            </a:r>
            <a:endParaRPr lang="ko-KR" altLang="en-US">
              <a:solidFill>
                <a:srgbClr val="7882AA"/>
              </a:solidFill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59DDEA4-075C-5C5E-3E19-A4F4AFC1D32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71563" y="4149725"/>
            <a:ext cx="7143750" cy="1366838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구현 시작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!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4FAA9207-0EB9-B516-E1F9-092C801412E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Conventional vs. AI Algorithms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Local Search Algorithms</a:t>
            </a:r>
          </a:p>
          <a:p>
            <a:pPr marL="287338" indent="-287338"/>
            <a:r>
              <a:rPr lang="en-US" altLang="ko-KR" sz="2400" u="sng" dirty="0">
                <a:solidFill>
                  <a:srgbClr val="0033CC"/>
                </a:solidFill>
              </a:rPr>
              <a:t>Implementing</a:t>
            </a:r>
            <a:r>
              <a:rPr lang="en-US" altLang="ko-KR" sz="2400" dirty="0">
                <a:solidFill>
                  <a:srgbClr val="0033CC"/>
                </a:solidFill>
              </a:rPr>
              <a:t> Hill-Climbing Algorithms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Defining ‘Problem’ Class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Adding Gradient Descent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Defining ‘</a:t>
            </a:r>
            <a:r>
              <a:rPr lang="en-US" altLang="ko-KR" sz="2400" dirty="0" err="1">
                <a:solidFill>
                  <a:srgbClr val="99CCFF"/>
                </a:solidFill>
              </a:rPr>
              <a:t>HillClimbing</a:t>
            </a:r>
            <a:r>
              <a:rPr lang="en-US" altLang="ko-KR" sz="2400" dirty="0">
                <a:solidFill>
                  <a:srgbClr val="99CCFF"/>
                </a:solidFill>
              </a:rPr>
              <a:t>’ Class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Adding More Algorithms and Classes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Adding Genetic Algorithm</a:t>
            </a:r>
          </a:p>
          <a:p>
            <a:pPr marL="287338" indent="-287338"/>
            <a:r>
              <a:rPr lang="en-US" altLang="ko-KR" sz="2400" dirty="0">
                <a:solidFill>
                  <a:srgbClr val="99CCFF"/>
                </a:solidFill>
              </a:rPr>
              <a:t>Experiments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977B1190-F4D8-6A63-D2EF-B459487F2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7882AA"/>
                </a:solidFill>
              </a:rPr>
              <a:t>Contents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14E0009B-A79B-4E38-2328-8E18FAEF4B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7173" name="슬라이드 번호 개체 틀 1">
            <a:extLst>
              <a:ext uri="{FF2B5EF4-FFF2-40B4-BE49-F238E27FC236}">
                <a16:creationId xmlns:a16="http://schemas.microsoft.com/office/drawing/2014/main" id="{CFEB152C-40DB-5D2A-CB25-6D64B7567F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B03EFDC-1A66-4DA6-9F15-D509C8EE5FA3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DB3BBB4-62A0-4F73-93D4-76D233632A96}"/>
              </a:ext>
            </a:extLst>
          </p:cNvPr>
          <p:cNvGrpSpPr/>
          <p:nvPr/>
        </p:nvGrpSpPr>
        <p:grpSpPr>
          <a:xfrm>
            <a:off x="5841526" y="3212976"/>
            <a:ext cx="2847936" cy="1300798"/>
            <a:chOff x="6012160" y="3429000"/>
            <a:chExt cx="2847936" cy="130079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196C3F1-244C-420D-B43E-30F54BFBD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2950" y="4181474"/>
              <a:ext cx="548324" cy="548324"/>
            </a:xfrm>
            <a:prstGeom prst="rect">
              <a:avLst/>
            </a:prstGeom>
          </p:spPr>
        </p:pic>
        <p:sp>
          <p:nvSpPr>
            <p:cNvPr id="8" name="말풍선: 사각형 7">
              <a:extLst>
                <a:ext uri="{FF2B5EF4-FFF2-40B4-BE49-F238E27FC236}">
                  <a16:creationId xmlns:a16="http://schemas.microsoft.com/office/drawing/2014/main" id="{40A436E1-06BC-4532-B046-2546706B993D}"/>
                </a:ext>
              </a:extLst>
            </p:cNvPr>
            <p:cNvSpPr/>
            <p:nvPr/>
          </p:nvSpPr>
          <p:spPr>
            <a:xfrm>
              <a:off x="6012160" y="3429000"/>
              <a:ext cx="2847936" cy="633412"/>
            </a:xfrm>
            <a:prstGeom prst="wedgeRectCallout">
              <a:avLst>
                <a:gd name="adj1" fmla="val 9006"/>
                <a:gd name="adj2" fmla="val 82943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앞으로는</a:t>
              </a:r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, </a:t>
              </a:r>
              <a:r>
                <a:rPr lang="en-US" altLang="ko-KR" sz="1000" b="1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Search</a:t>
              </a:r>
              <a:r>
                <a:rPr lang="ko-KR" altLang="en-US" sz="1000" b="1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</a:t>
              </a:r>
              <a:r>
                <a:rPr lang="en-US" altLang="ko-KR" sz="1000" b="1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Algo</a:t>
              </a:r>
              <a:r>
                <a:rPr lang="ko-KR" altLang="en-US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을 구현하는 과제가 진행되고</a:t>
              </a:r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, </a:t>
              </a:r>
              <a:r>
                <a:rPr lang="ko-KR" altLang="en-US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과제에서 구현해야 하는 코드의 일부를 수업시간에 살펴보는 방식으로 진행합니다</a:t>
              </a:r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.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DC8378-BCE3-40FA-B960-2421B744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Reference Notes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6136BB-9456-4FC1-BB91-54E080B2D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latinLnBrk="0"/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Search Algorithm</a:t>
            </a:r>
          </a:p>
          <a:p>
            <a:pPr lvl="1" algn="just" latinLnBrk="0"/>
            <a:r>
              <a:rPr lang="en-US" sz="1600" dirty="0"/>
              <a:t>The techniques/algorithms covered in the class are methods for </a:t>
            </a:r>
            <a:r>
              <a:rPr lang="en-US" sz="1600" b="1" dirty="0"/>
              <a:t>iteratively finding the optimal solution</a:t>
            </a:r>
            <a:r>
              <a:rPr lang="en-US" sz="1600" dirty="0"/>
              <a:t>, and are called </a:t>
            </a:r>
            <a:r>
              <a:rPr lang="en-US" sz="1600" b="1" dirty="0"/>
              <a:t>Search Algorithms</a:t>
            </a:r>
            <a:r>
              <a:rPr lang="en-US" sz="1600" dirty="0"/>
              <a:t>.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 algn="just" latinLnBrk="0"/>
            <a:r>
              <a:rPr lang="en-US" sz="1600" dirty="0"/>
              <a:t>However, the optimal solution found by the algorithm can be </a:t>
            </a:r>
            <a:r>
              <a:rPr lang="en-US" sz="1600" b="1" dirty="0"/>
              <a:t>global optimal</a:t>
            </a:r>
            <a:r>
              <a:rPr lang="en-US" sz="1600" dirty="0"/>
              <a:t> or </a:t>
            </a:r>
            <a:r>
              <a:rPr lang="en-US" sz="1600" b="1" dirty="0"/>
              <a:t>local optimal</a:t>
            </a:r>
            <a:r>
              <a:rPr lang="en-US" sz="1600" dirty="0"/>
              <a:t>.</a:t>
            </a:r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algn="just" latinLnBrk="0"/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AE828B-A390-4CE4-A986-AC522761E7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F5A8A4-3A2C-46DA-B5C9-EA7E5CC23E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3</a:t>
            </a:fld>
            <a:endParaRPr lang="en-US" altLang="ko-KR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B8FDE73-9812-0C74-74FB-A62D7EE07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918" y="3429000"/>
            <a:ext cx="4021546" cy="2270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A0145F7F-E779-36A2-DE30-703213E24887}"/>
              </a:ext>
            </a:extLst>
          </p:cNvPr>
          <p:cNvGrpSpPr/>
          <p:nvPr/>
        </p:nvGrpSpPr>
        <p:grpSpPr>
          <a:xfrm>
            <a:off x="395536" y="3501008"/>
            <a:ext cx="3850953" cy="1970133"/>
            <a:chOff x="395536" y="3501008"/>
            <a:chExt cx="3850953" cy="1970133"/>
          </a:xfrm>
        </p:grpSpPr>
        <p:pic>
          <p:nvPicPr>
            <p:cNvPr id="1026" name="Picture 2" descr="Gradient descent – Ludovic Arnold">
              <a:extLst>
                <a:ext uri="{FF2B5EF4-FFF2-40B4-BE49-F238E27FC236}">
                  <a16:creationId xmlns:a16="http://schemas.microsoft.com/office/drawing/2014/main" id="{959F63F0-6D07-4552-DDBB-93E37568CC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536" y="3501008"/>
              <a:ext cx="3850953" cy="1970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FFD6CC3-8DF8-BCBA-8CD7-89DBD415F048}"/>
                </a:ext>
              </a:extLst>
            </p:cNvPr>
            <p:cNvSpPr/>
            <p:nvPr/>
          </p:nvSpPr>
          <p:spPr>
            <a:xfrm>
              <a:off x="755576" y="3573016"/>
              <a:ext cx="288032" cy="288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87F2E21-6AAC-8F95-BA8C-7386BE342694}"/>
                </a:ext>
              </a:extLst>
            </p:cNvPr>
            <p:cNvSpPr/>
            <p:nvPr/>
          </p:nvSpPr>
          <p:spPr>
            <a:xfrm>
              <a:off x="3437044" y="3665516"/>
              <a:ext cx="288032" cy="288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06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A64CE-AF44-1DFC-96FA-FB262E48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6A0FB8-1A7B-5EC5-0795-0AD3A0B01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Reference Notes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EDAF0-8BDA-279E-E22A-0D22DC41E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latinLnBrk="0"/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Search Tool</a:t>
            </a:r>
          </a:p>
          <a:p>
            <a:pPr lvl="1" algn="just" latinLnBrk="0"/>
            <a:r>
              <a:rPr lang="en-US" sz="1600" dirty="0"/>
              <a:t>In order to </a:t>
            </a:r>
            <a:r>
              <a:rPr lang="en-US" sz="1600" b="1" dirty="0"/>
              <a:t>execute a Search Algo.</a:t>
            </a:r>
            <a:r>
              <a:rPr lang="en-US" sz="1600" dirty="0"/>
              <a:t> (Algorithm), tasks such as </a:t>
            </a:r>
            <a:r>
              <a:rPr lang="en-US" sz="1600" b="1" dirty="0"/>
              <a:t>problem generation/loading and parameter setting</a:t>
            </a:r>
            <a:r>
              <a:rPr lang="en-US" sz="1600" dirty="0"/>
              <a:t> must be performed. // </a:t>
            </a:r>
            <a:r>
              <a:rPr lang="en-US" sz="1600" b="1" dirty="0"/>
              <a:t>Preprocessing</a:t>
            </a:r>
            <a:r>
              <a:rPr lang="en-US" sz="1600" dirty="0"/>
              <a:t> (or 'pre-work')</a:t>
            </a:r>
            <a:endParaRPr lang="en-US" altLang="ko-KR" sz="1600" i="1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 algn="just" latinLnBrk="0"/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 algn="just" latinLnBrk="0"/>
            <a:r>
              <a:rPr lang="en-US" sz="1600" dirty="0"/>
              <a:t>Additionally, a function to </a:t>
            </a:r>
            <a:r>
              <a:rPr lang="en-US" sz="1600" b="1" dirty="0"/>
              <a:t>display the Search Algo. execution results</a:t>
            </a:r>
            <a:r>
              <a:rPr lang="en-US" sz="1600" dirty="0"/>
              <a:t> is also necessary. // </a:t>
            </a:r>
            <a:r>
              <a:rPr lang="en-US" sz="1600" b="1" dirty="0"/>
              <a:t>Post-processing</a:t>
            </a:r>
            <a:r>
              <a:rPr lang="en-US" sz="1600" dirty="0"/>
              <a:t> (or 'post-work')</a:t>
            </a:r>
            <a:endParaRPr lang="en-US" altLang="ko-KR" sz="1600" i="1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 algn="just" latinLnBrk="0"/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 algn="just" latinLnBrk="0"/>
            <a:r>
              <a:rPr lang="en-US" sz="1600" dirty="0"/>
              <a:t>A program that performs the above steps: 1) Preprocessing, 2) Algorithm execution, and 3) Post-processing is called a </a:t>
            </a:r>
            <a:r>
              <a:rPr lang="en-US" sz="1600" b="1" dirty="0"/>
              <a:t>Search Tool</a:t>
            </a:r>
            <a:r>
              <a:rPr lang="en-US" sz="1600" dirty="0"/>
              <a:t>.</a:t>
            </a:r>
            <a:endParaRPr lang="ko-KR" altLang="en-US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91B8DB-A927-85D2-251E-CBD01B467F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E9A801-35D8-3B4D-DA5F-D71B8C026C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9812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DC8378-BCE3-40FA-B960-2421B744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Reference Notes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6136BB-9456-4FC1-BB91-54E080B2D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latinLnBrk="0"/>
            <a:r>
              <a:rPr lang="en-US" altLang="ko-KR" sz="1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Search Tool Version</a:t>
            </a:r>
          </a:p>
          <a:p>
            <a:pPr lvl="1" algn="just" latinLnBrk="0"/>
            <a:r>
              <a:rPr lang="en-US" sz="1600" dirty="0"/>
              <a:t>The Search Tool is implemented in various versions (iteratively expanded &amp; improved).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v0 (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강의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Search </a:t>
            </a:r>
            <a:r>
              <a:rPr lang="en-US" altLang="ko-KR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Algo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B) : </a:t>
            </a:r>
            <a:r>
              <a:rPr lang="en-US" sz="1400" dirty="0"/>
              <a:t>A version where </a:t>
            </a:r>
            <a:r>
              <a:rPr lang="en-US" sz="1400" b="1" dirty="0"/>
              <a:t>all the code to implement one algorithm is contained in a single file</a:t>
            </a:r>
            <a:r>
              <a:rPr lang="en-US" sz="1400" dirty="0"/>
              <a:t> 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v1 (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강의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Search </a:t>
            </a:r>
            <a:r>
              <a:rPr lang="en-US" altLang="ko-KR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Algo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B) : </a:t>
            </a:r>
            <a:r>
              <a:rPr lang="en-US" sz="1400" dirty="0"/>
              <a:t>A version implemented by </a:t>
            </a:r>
            <a:r>
              <a:rPr lang="en-US" sz="1400" b="1" dirty="0"/>
              <a:t>modularizing the logic common to different pieces of code into a separate file</a:t>
            </a:r>
            <a:r>
              <a:rPr lang="en-US" sz="1400" dirty="0"/>
              <a:t>, then importing and using that module/file (code refactoring &amp; reuse)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v2 (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강의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Search </a:t>
            </a:r>
            <a:r>
              <a:rPr lang="en-US" altLang="ko-KR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Algo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C) : </a:t>
            </a:r>
            <a:r>
              <a:rPr lang="en-US" sz="1400" dirty="0"/>
              <a:t>A version implemented using </a:t>
            </a:r>
            <a:r>
              <a:rPr lang="en-US" sz="1400" b="1" dirty="0"/>
              <a:t>classes</a:t>
            </a:r>
            <a:r>
              <a:rPr lang="en-US" sz="1400" dirty="0"/>
              <a:t> (v2.1, v2.2)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algn="just" latinLnBrk="0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v3~v5 : </a:t>
            </a:r>
            <a:r>
              <a:rPr lang="en-US" sz="1400" dirty="0"/>
              <a:t>Versions implemented using classes, with some algorithms added, leading to </a:t>
            </a:r>
            <a:r>
              <a:rPr lang="en-US" sz="1400" b="1" dirty="0"/>
              <a:t>iterative improvements in the code structure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3" algn="just" latinLnBrk="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v3 : 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강의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Search </a:t>
            </a:r>
            <a:r>
              <a:rPr lang="en-US" altLang="ko-KR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Algo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D</a:t>
            </a:r>
          </a:p>
          <a:p>
            <a:pPr lvl="3" algn="just" latinLnBrk="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v4 : 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강의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Search </a:t>
            </a:r>
            <a:r>
              <a:rPr lang="en-US" altLang="ko-KR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Algo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E</a:t>
            </a:r>
          </a:p>
          <a:p>
            <a:pPr lvl="3" algn="just" latinLnBrk="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v5 : 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강의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Search </a:t>
            </a:r>
            <a:r>
              <a:rPr lang="en-US" altLang="ko-KR" sz="14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Algo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F</a:t>
            </a:r>
          </a:p>
          <a:p>
            <a:pPr lvl="1" algn="just" latinLnBrk="0"/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 algn="just" latinLnBrk="0"/>
            <a:endParaRPr lang="ko-KR" altLang="en-US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AE828B-A390-4CE4-A986-AC522761E7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F5A8A4-3A2C-46DA-B5C9-EA7E5CC23E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5</a:t>
            </a:fld>
            <a:endParaRPr lang="en-US" altLang="ko-KR"/>
          </a:p>
        </p:txBody>
      </p:sp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4103A788-29E2-4EAF-8ACB-842E3E787D97}"/>
              </a:ext>
            </a:extLst>
          </p:cNvPr>
          <p:cNvSpPr/>
          <p:nvPr/>
        </p:nvSpPr>
        <p:spPr>
          <a:xfrm>
            <a:off x="330988" y="2050679"/>
            <a:ext cx="740872" cy="365125"/>
          </a:xfrm>
          <a:prstGeom prst="wedgeRectCallout">
            <a:avLst>
              <a:gd name="adj1" fmla="val 29965"/>
              <a:gd name="adj2" fmla="val 21516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Malgun Gothic Semilight" panose="020B0502040204020203" pitchFamily="50" charset="-127"/>
              </a:rPr>
              <a:t>Today’s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  <a:cs typeface="Malgun Gothic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2943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632D19AA-6328-362B-7DA8-E8287E27AE6C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dirty="0"/>
              <a:t>Our eventual goal is to implement an </a:t>
            </a:r>
            <a:r>
              <a:rPr lang="en-US" altLang="ko-KR" sz="1800" dirty="0">
                <a:solidFill>
                  <a:srgbClr val="00B0F0"/>
                </a:solidFill>
              </a:rPr>
              <a:t>optimization tool</a:t>
            </a:r>
            <a:r>
              <a:rPr lang="en-US" altLang="ko-KR" sz="1800" dirty="0"/>
              <a:t> that</a:t>
            </a:r>
            <a:r>
              <a:rPr lang="ko-KR" altLang="en-US" sz="1800" dirty="0"/>
              <a:t> </a:t>
            </a:r>
            <a:r>
              <a:rPr lang="en-US" altLang="ko-KR" sz="1800" dirty="0"/>
              <a:t>can run various search algorithms</a:t>
            </a:r>
          </a:p>
          <a:p>
            <a:pPr marL="287338" indent="-287338" eaLnBrk="1" hangingPunct="1"/>
            <a:r>
              <a:rPr lang="en-US" altLang="ko-KR" sz="1800" dirty="0"/>
              <a:t>We begin to implement </a:t>
            </a:r>
            <a:r>
              <a:rPr lang="en-US" altLang="ko-KR" sz="1800" u="sng" dirty="0">
                <a:solidFill>
                  <a:srgbClr val="FF0000"/>
                </a:solidFill>
              </a:rPr>
              <a:t>two</a:t>
            </a:r>
            <a:r>
              <a:rPr lang="en-US" altLang="ko-KR" sz="1800" u="sng" dirty="0"/>
              <a:t> hill climbing </a:t>
            </a:r>
            <a:r>
              <a:rPr lang="en-US" altLang="ko-KR" sz="1800" u="sng" dirty="0">
                <a:solidFill>
                  <a:srgbClr val="FF0000"/>
                </a:solidFill>
              </a:rPr>
              <a:t>algorithms</a:t>
            </a:r>
            <a:r>
              <a:rPr lang="en-US" altLang="ko-KR" sz="1800" u="sng" dirty="0"/>
              <a:t> each </a:t>
            </a:r>
            <a:r>
              <a:rPr lang="en-US" altLang="ko-KR" sz="1800" u="sng" dirty="0">
                <a:solidFill>
                  <a:srgbClr val="FF0000"/>
                </a:solidFill>
              </a:rPr>
              <a:t>for</a:t>
            </a:r>
            <a:r>
              <a:rPr lang="en-US" altLang="ko-KR" sz="1800" u="sng" dirty="0"/>
              <a:t> </a:t>
            </a:r>
            <a:r>
              <a:rPr lang="en-US" altLang="ko-KR" sz="1800" u="sng" dirty="0">
                <a:solidFill>
                  <a:srgbClr val="FF0000"/>
                </a:solidFill>
              </a:rPr>
              <a:t>two</a:t>
            </a:r>
            <a:r>
              <a:rPr lang="en-US" altLang="ko-KR" sz="1800" u="sng" dirty="0"/>
              <a:t> different types of </a:t>
            </a:r>
            <a:r>
              <a:rPr lang="en-US" altLang="ko-KR" sz="1800" u="sng" dirty="0">
                <a:solidFill>
                  <a:srgbClr val="FF0000"/>
                </a:solidFill>
              </a:rPr>
              <a:t>problems</a:t>
            </a:r>
            <a:r>
              <a:rPr lang="en-US" altLang="ko-KR" sz="1800" dirty="0"/>
              <a:t>: </a:t>
            </a:r>
            <a:r>
              <a:rPr lang="en-US" altLang="ko-KR" sz="1200" dirty="0"/>
              <a:t>(</a:t>
            </a:r>
            <a:r>
              <a:rPr lang="en-US" sz="1200" dirty="0"/>
              <a:t>we implement a total of </a:t>
            </a:r>
            <a:r>
              <a:rPr lang="en-US" sz="1200" b="1" dirty="0"/>
              <a:t>four</a:t>
            </a:r>
            <a:r>
              <a:rPr lang="en-US" sz="1200" dirty="0"/>
              <a:t> hill climbing algorithms</a:t>
            </a:r>
            <a:r>
              <a:rPr lang="en-US" altLang="ko-KR" sz="1200" dirty="0"/>
              <a:t>)</a:t>
            </a:r>
          </a:p>
          <a:p>
            <a:pPr marL="611188" lvl="1" indent="-287338" eaLnBrk="1" hangingPunct="1"/>
            <a:r>
              <a:rPr lang="en-US" altLang="ko-KR" sz="1400" dirty="0">
                <a:solidFill>
                  <a:srgbClr val="00B050"/>
                </a:solidFill>
              </a:rPr>
              <a:t>Steepest-ascent</a:t>
            </a:r>
            <a:r>
              <a:rPr lang="en-US" altLang="ko-KR" sz="1400" dirty="0"/>
              <a:t> hill climbing </a:t>
            </a:r>
            <a:r>
              <a:rPr lang="en-US" altLang="ko-KR" sz="1400" dirty="0">
                <a:solidFill>
                  <a:srgbClr val="FF0000"/>
                </a:solidFill>
              </a:rPr>
              <a:t>for numerical optimization </a:t>
            </a:r>
            <a:r>
              <a:rPr lang="en-US" altLang="ko-KR" sz="1400" dirty="0"/>
              <a:t>(</a:t>
            </a:r>
            <a:r>
              <a:rPr lang="en-US" altLang="ko-KR" sz="1400" dirty="0">
                <a:solidFill>
                  <a:srgbClr val="00B050"/>
                </a:solidFill>
              </a:rPr>
              <a:t>SA</a:t>
            </a:r>
            <a:r>
              <a:rPr lang="en-US" altLang="ko-KR" sz="1400" dirty="0"/>
              <a:t>HC-</a:t>
            </a:r>
            <a:r>
              <a:rPr lang="en-US" altLang="ko-KR" sz="1400" dirty="0">
                <a:solidFill>
                  <a:srgbClr val="FF0000"/>
                </a:solidFill>
              </a:rPr>
              <a:t>N</a:t>
            </a:r>
            <a:r>
              <a:rPr lang="en-US" altLang="ko-KR" sz="1400" dirty="0"/>
              <a:t>)</a:t>
            </a:r>
          </a:p>
          <a:p>
            <a:pPr marL="611188" lvl="1" indent="-287338" eaLnBrk="1" hangingPunct="1"/>
            <a:r>
              <a:rPr lang="en-US" altLang="ko-KR" sz="1400" dirty="0">
                <a:solidFill>
                  <a:srgbClr val="7030A0"/>
                </a:solidFill>
              </a:rPr>
              <a:t>First-choice</a:t>
            </a:r>
            <a:r>
              <a:rPr lang="en-US" altLang="ko-KR" sz="1400" dirty="0">
                <a:solidFill>
                  <a:schemeClr val="accent4"/>
                </a:solidFill>
              </a:rPr>
              <a:t> </a:t>
            </a:r>
            <a:r>
              <a:rPr lang="en-US" altLang="ko-KR" sz="1400" dirty="0"/>
              <a:t>hill climbing </a:t>
            </a:r>
            <a:r>
              <a:rPr lang="en-US" altLang="ko-KR" sz="1400" dirty="0">
                <a:solidFill>
                  <a:srgbClr val="FF0000"/>
                </a:solidFill>
              </a:rPr>
              <a:t>for numerical optimization </a:t>
            </a:r>
            <a:r>
              <a:rPr lang="en-US" altLang="ko-KR" sz="1400" dirty="0"/>
              <a:t>(</a:t>
            </a:r>
            <a:r>
              <a:rPr lang="en-US" altLang="ko-KR" sz="1400" dirty="0">
                <a:solidFill>
                  <a:srgbClr val="7030A0"/>
                </a:solidFill>
              </a:rPr>
              <a:t>FC</a:t>
            </a:r>
            <a:r>
              <a:rPr lang="en-US" altLang="ko-KR" sz="1400" dirty="0"/>
              <a:t>HC-</a:t>
            </a:r>
            <a:r>
              <a:rPr lang="en-US" altLang="ko-KR" sz="1400" dirty="0">
                <a:solidFill>
                  <a:srgbClr val="FF0000"/>
                </a:solidFill>
              </a:rPr>
              <a:t>N</a:t>
            </a:r>
            <a:r>
              <a:rPr lang="en-US" altLang="ko-KR" sz="1400" dirty="0"/>
              <a:t>)</a:t>
            </a:r>
          </a:p>
          <a:p>
            <a:pPr marL="611188" lvl="1" indent="-287338" eaLnBrk="1" hangingPunct="1"/>
            <a:r>
              <a:rPr lang="en-US" altLang="ko-KR" sz="1400" dirty="0">
                <a:solidFill>
                  <a:srgbClr val="00B050"/>
                </a:solidFill>
              </a:rPr>
              <a:t>Steepest-ascent</a:t>
            </a:r>
            <a:r>
              <a:rPr lang="en-US" altLang="ko-KR" sz="1400" dirty="0"/>
              <a:t> hill climbing </a:t>
            </a:r>
            <a:r>
              <a:rPr lang="en-US" altLang="ko-KR" sz="1400" dirty="0">
                <a:solidFill>
                  <a:srgbClr val="00B0F0"/>
                </a:solidFill>
              </a:rPr>
              <a:t>for TSP </a:t>
            </a:r>
            <a:r>
              <a:rPr lang="en-US" altLang="ko-KR" sz="1400" dirty="0"/>
              <a:t>(</a:t>
            </a:r>
            <a:r>
              <a:rPr lang="en-US" altLang="ko-KR" sz="1400" dirty="0">
                <a:solidFill>
                  <a:srgbClr val="00B050"/>
                </a:solidFill>
              </a:rPr>
              <a:t>SA</a:t>
            </a:r>
            <a:r>
              <a:rPr lang="en-US" altLang="ko-KR" sz="1400" dirty="0"/>
              <a:t>HC-</a:t>
            </a:r>
            <a:r>
              <a:rPr lang="en-US" altLang="ko-KR" sz="1400" dirty="0">
                <a:solidFill>
                  <a:srgbClr val="00B0F0"/>
                </a:solidFill>
              </a:rPr>
              <a:t>T</a:t>
            </a:r>
            <a:r>
              <a:rPr lang="en-US" altLang="ko-KR" sz="1400" dirty="0"/>
              <a:t>)</a:t>
            </a:r>
          </a:p>
          <a:p>
            <a:pPr marL="611188" lvl="1" indent="-287338" eaLnBrk="1" hangingPunct="1"/>
            <a:r>
              <a:rPr lang="en-US" altLang="ko-KR" sz="1400" dirty="0">
                <a:solidFill>
                  <a:srgbClr val="7030A0"/>
                </a:solidFill>
              </a:rPr>
              <a:t>First-choice</a:t>
            </a:r>
            <a:r>
              <a:rPr lang="en-US" altLang="ko-KR" sz="1400" dirty="0">
                <a:solidFill>
                  <a:schemeClr val="accent4"/>
                </a:solidFill>
              </a:rPr>
              <a:t> </a:t>
            </a:r>
            <a:r>
              <a:rPr lang="en-US" altLang="ko-KR" sz="1400" dirty="0"/>
              <a:t>hill climbing </a:t>
            </a:r>
            <a:r>
              <a:rPr lang="en-US" altLang="ko-KR" sz="1400" dirty="0">
                <a:solidFill>
                  <a:srgbClr val="00B0F0"/>
                </a:solidFill>
              </a:rPr>
              <a:t>for TSP </a:t>
            </a:r>
            <a:r>
              <a:rPr lang="en-US" altLang="ko-KR" sz="1400" dirty="0"/>
              <a:t>(</a:t>
            </a:r>
            <a:r>
              <a:rPr lang="en-US" altLang="ko-KR" sz="1400" dirty="0">
                <a:solidFill>
                  <a:srgbClr val="7030A0"/>
                </a:solidFill>
              </a:rPr>
              <a:t>FC</a:t>
            </a:r>
            <a:r>
              <a:rPr lang="en-US" altLang="ko-KR" sz="1400" dirty="0"/>
              <a:t>HC-</a:t>
            </a:r>
            <a:r>
              <a:rPr lang="en-US" altLang="ko-KR" sz="1400" dirty="0">
                <a:solidFill>
                  <a:srgbClr val="00B0F0"/>
                </a:solidFill>
              </a:rPr>
              <a:t>T</a:t>
            </a:r>
            <a:r>
              <a:rPr lang="en-US" altLang="ko-KR" sz="1400" dirty="0"/>
              <a:t>)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6F4783C-4391-14E2-9976-AE2B4AFC00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0033CC"/>
                </a:solidFill>
              </a:rPr>
              <a:t>Implementing Hill-Climbing Algorithms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0C1304C3-591B-46ED-FBAB-D71F926971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9221" name="슬라이드 번호 개체 틀 8">
            <a:extLst>
              <a:ext uri="{FF2B5EF4-FFF2-40B4-BE49-F238E27FC236}">
                <a16:creationId xmlns:a16="http://schemas.microsoft.com/office/drawing/2014/main" id="{990AC552-BCCF-4D64-2835-D20C8B70FB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C60B6F0-B0D9-4891-AACD-CCBB53599EA2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ko-KR" sz="1200" dirty="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398B83A-12F0-226F-5C9D-B11F3141BE71}"/>
              </a:ext>
            </a:extLst>
          </p:cNvPr>
          <p:cNvGrpSpPr/>
          <p:nvPr/>
        </p:nvGrpSpPr>
        <p:grpSpPr>
          <a:xfrm>
            <a:off x="164328" y="4739786"/>
            <a:ext cx="8815343" cy="1569534"/>
            <a:chOff x="153581" y="4429955"/>
            <a:chExt cx="8815343" cy="156953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1D288CC-BFE2-7910-23B3-33762A257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581" y="4429955"/>
              <a:ext cx="4371443" cy="1569534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8375DC8-F1CC-FC12-1DF8-7ECCBECD3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44008" y="4631337"/>
              <a:ext cx="4324916" cy="54710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8" name="말풍선: 사각형 7">
            <a:extLst>
              <a:ext uri="{FF2B5EF4-FFF2-40B4-BE49-F238E27FC236}">
                <a16:creationId xmlns:a16="http://schemas.microsoft.com/office/drawing/2014/main" id="{5473BFA3-2937-B14E-AB3E-4C119DA8930C}"/>
              </a:ext>
            </a:extLst>
          </p:cNvPr>
          <p:cNvSpPr/>
          <p:nvPr/>
        </p:nvSpPr>
        <p:spPr>
          <a:xfrm>
            <a:off x="179512" y="4300606"/>
            <a:ext cx="8800159" cy="280522"/>
          </a:xfrm>
          <a:prstGeom prst="wedgeRectCallout">
            <a:avLst>
              <a:gd name="adj1" fmla="val -11406"/>
              <a:gd name="adj2" fmla="val 428"/>
            </a:avLst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복습</a:t>
            </a:r>
            <a:r>
              <a:rPr lang="en-US" altLang="ko-KR" sz="1200" dirty="0"/>
              <a:t>: Hill Climbing Algo. (</a:t>
            </a:r>
            <a:r>
              <a:rPr lang="ko-KR" altLang="en-US" sz="1200" dirty="0"/>
              <a:t>왼쪽</a:t>
            </a:r>
            <a:r>
              <a:rPr lang="en-US" altLang="ko-KR" sz="1200" dirty="0"/>
              <a:t>) </a:t>
            </a:r>
            <a:r>
              <a:rPr lang="en-US" altLang="ko-KR" sz="1200" i="1" dirty="0"/>
              <a:t>vs</a:t>
            </a:r>
            <a:r>
              <a:rPr lang="en-US" altLang="ko-KR" sz="1200" dirty="0"/>
              <a:t> first-choice hill climbing (</a:t>
            </a:r>
            <a:r>
              <a:rPr lang="ko-KR" altLang="en-US" sz="1200" dirty="0"/>
              <a:t>오른쪽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0" name="말풍선: 사각형 9">
            <a:extLst>
              <a:ext uri="{FF2B5EF4-FFF2-40B4-BE49-F238E27FC236}">
                <a16:creationId xmlns:a16="http://schemas.microsoft.com/office/drawing/2014/main" id="{04EC7F52-D656-4850-B500-B4FE23BA1F98}"/>
              </a:ext>
            </a:extLst>
          </p:cNvPr>
          <p:cNvSpPr/>
          <p:nvPr/>
        </p:nvSpPr>
        <p:spPr>
          <a:xfrm>
            <a:off x="6444208" y="2318962"/>
            <a:ext cx="2520280" cy="1801624"/>
          </a:xfrm>
          <a:prstGeom prst="wedgeRectCallout">
            <a:avLst>
              <a:gd name="adj1" fmla="val -11406"/>
              <a:gd name="adj2" fmla="val 428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Ref: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numerical optimization : </a:t>
            </a:r>
            <a:r>
              <a:rPr lang="en-US" sz="1000" dirty="0"/>
              <a:t>The task of finding the variables that </a:t>
            </a:r>
            <a:r>
              <a:rPr lang="en-US" sz="1000" b="1" dirty="0"/>
              <a:t>maximize or minimize</a:t>
            </a:r>
            <a:r>
              <a:rPr lang="en-US" sz="1000" dirty="0"/>
              <a:t> the objective function/value given a mathematical expression/objective function. // </a:t>
            </a:r>
            <a:r>
              <a:rPr lang="en-US" sz="1000" b="1" dirty="0"/>
              <a:t>continuous</a:t>
            </a:r>
            <a:endParaRPr lang="en-US" altLang="ko-KR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TSP : </a:t>
            </a:r>
            <a:r>
              <a:rPr lang="en-US" sz="1000" dirty="0"/>
              <a:t>The problem of calculating the shortest distance to visit all given cities and return to the starting city. // </a:t>
            </a:r>
            <a:r>
              <a:rPr lang="en-US" sz="1000" b="1" dirty="0"/>
              <a:t>discrete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말풍선: 사각형 10">
                <a:extLst>
                  <a:ext uri="{FF2B5EF4-FFF2-40B4-BE49-F238E27FC236}">
                    <a16:creationId xmlns:a16="http://schemas.microsoft.com/office/drawing/2014/main" id="{F9944D29-4117-47F8-84FB-3777448B767F}"/>
                  </a:ext>
                </a:extLst>
              </p:cNvPr>
              <p:cNvSpPr/>
              <p:nvPr/>
            </p:nvSpPr>
            <p:spPr>
              <a:xfrm>
                <a:off x="3563889" y="5553664"/>
                <a:ext cx="5400600" cy="683624"/>
              </a:xfrm>
              <a:prstGeom prst="wedgeRectCallout">
                <a:avLst>
                  <a:gd name="adj1" fmla="val -50988"/>
                  <a:gd name="adj2" fmla="val 5992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900" dirty="0"/>
                  <a:t>If the goal is to maximize ($\text{maximize}$) the objective function, and there is no better solution (neighbor):</a:t>
                </a:r>
                <a:endParaRPr lang="en-US" altLang="ko-KR" sz="9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900" b="1" dirty="0"/>
                  <a:t>XXX.VALUE</a:t>
                </a:r>
                <a:r>
                  <a:rPr lang="en-US" sz="900" dirty="0"/>
                  <a:t>: Refers to the </a:t>
                </a:r>
                <a:r>
                  <a:rPr lang="en-US" sz="900" b="1" dirty="0"/>
                  <a:t>calculated value of the objective function</a:t>
                </a:r>
                <a:r>
                  <a:rPr lang="en-US" sz="900" dirty="0"/>
                  <a:t> for the solution </a:t>
                </a:r>
                <a:r>
                  <a:rPr lang="en-US" sz="900" b="1" dirty="0"/>
                  <a:t>XXX</a:t>
                </a:r>
                <a:r>
                  <a:rPr lang="en-US" sz="900" dirty="0"/>
                  <a:t>.</a:t>
                </a:r>
                <a:endParaRPr lang="en-US" altLang="ko-KR" sz="9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900" b="1" dirty="0"/>
                  <a:t>Example</a:t>
                </a:r>
                <a:r>
                  <a:rPr lang="en-US" sz="900" dirty="0"/>
                  <a:t>: If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objective</m:t>
                    </m:r>
                    <m:r>
                      <m:rPr>
                        <m:nor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function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^2,</m:t>
                    </m:r>
                    <m:r>
                      <m:rPr>
                        <m:nor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900" i="0" dirty="0" smtClean="0">
                        <a:latin typeface="Cambria Math" panose="02040503050406030204" pitchFamily="18" charset="0"/>
                      </a:rPr>
                      <m:t>current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=4), </m:t>
                    </m:r>
                    <m:r>
                      <m:rPr>
                        <m:nor/>
                      </m:rPr>
                      <a:rPr lang="en-US" sz="900" b="0" i="0" dirty="0" smtClean="0">
                        <a:latin typeface="Cambria Math" panose="02040503050406030204" pitchFamily="18" charset="0"/>
                      </a:rPr>
                      <m:t>then</m:t>
                    </m:r>
                    <m:r>
                      <a:rPr lang="en-US" sz="9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900" i="0" dirty="0" err="1">
                        <a:latin typeface="Cambria Math" panose="02040503050406030204" pitchFamily="18" charset="0"/>
                      </a:rPr>
                      <m:t>current</m:t>
                    </m:r>
                    <m:r>
                      <m:rPr>
                        <m:nor/>
                      </m:rPr>
                      <a:rPr lang="en-US" sz="900" i="0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sz="900" i="0" dirty="0" err="1">
                        <a:latin typeface="Cambria Math" panose="02040503050406030204" pitchFamily="18" charset="0"/>
                      </a:rPr>
                      <m:t>VALUE</m:t>
                    </m:r>
                    <m:r>
                      <a:rPr lang="en-US" sz="900" i="1" dirty="0">
                        <a:latin typeface="Cambria Math" panose="02040503050406030204" pitchFamily="18" charset="0"/>
                      </a:rPr>
                      <m:t> = (4)^2</m:t>
                    </m:r>
                    <m:r>
                      <a:rPr lang="en-US" sz="9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ko-KR" altLang="en-US" sz="9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mc:Choice>
        <mc:Fallback>
          <p:sp>
            <p:nvSpPr>
              <p:cNvPr id="11" name="말풍선: 사각형 10">
                <a:extLst>
                  <a:ext uri="{FF2B5EF4-FFF2-40B4-BE49-F238E27FC236}">
                    <a16:creationId xmlns:a16="http://schemas.microsoft.com/office/drawing/2014/main" id="{F9944D29-4117-47F8-84FB-3777448B76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9" y="5553664"/>
                <a:ext cx="5400600" cy="683624"/>
              </a:xfrm>
              <a:prstGeom prst="wedgeRectCallout">
                <a:avLst>
                  <a:gd name="adj1" fmla="val -50988"/>
                  <a:gd name="adj2" fmla="val 5992"/>
                </a:avLst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E37EC90C-1502-4218-BA6B-9EB7A53A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Search Tool v0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CAA7D6E-197E-4613-857D-8B92A5587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Implementation by including all necessary logic in a single source code file</a:t>
            </a:r>
            <a:endParaRPr lang="ko-KR" altLang="en-US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0F0C77-FA22-42A7-9CE5-C9DC7BE55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ABB349-95F0-4267-A129-AB20EAE8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7</a:t>
            </a:fld>
            <a:endParaRPr lang="en-US" altLang="ko-KR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D59C1B3-695A-4467-9D43-170619D9FE20}"/>
              </a:ext>
            </a:extLst>
          </p:cNvPr>
          <p:cNvGrpSpPr/>
          <p:nvPr/>
        </p:nvGrpSpPr>
        <p:grpSpPr>
          <a:xfrm>
            <a:off x="6553200" y="2708920"/>
            <a:ext cx="2360072" cy="1302271"/>
            <a:chOff x="6500024" y="3427527"/>
            <a:chExt cx="2360072" cy="130227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BA11AC6-DBD1-4C62-913A-A14DD2B5F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7760" y="4181474"/>
              <a:ext cx="548324" cy="548324"/>
            </a:xfrm>
            <a:prstGeom prst="rect">
              <a:avLst/>
            </a:prstGeom>
          </p:spPr>
        </p:pic>
        <p:sp>
          <p:nvSpPr>
            <p:cNvPr id="10" name="말풍선: 사각형 9">
              <a:extLst>
                <a:ext uri="{FF2B5EF4-FFF2-40B4-BE49-F238E27FC236}">
                  <a16:creationId xmlns:a16="http://schemas.microsoft.com/office/drawing/2014/main" id="{E71BB898-9380-4ABB-BB3A-DD1F7DD4BD73}"/>
                </a:ext>
              </a:extLst>
            </p:cNvPr>
            <p:cNvSpPr/>
            <p:nvPr/>
          </p:nvSpPr>
          <p:spPr>
            <a:xfrm>
              <a:off x="6500024" y="3427527"/>
              <a:ext cx="2360072" cy="634885"/>
            </a:xfrm>
            <a:prstGeom prst="wedgeRectCallout">
              <a:avLst>
                <a:gd name="adj1" fmla="val 9006"/>
                <a:gd name="adj2" fmla="val 82943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Today, we’ll only looked at how to implement the two problems of the </a:t>
              </a:r>
              <a:r>
                <a:rPr lang="en-US" sz="1000" b="1" dirty="0"/>
                <a:t>Numerical Optimization</a:t>
              </a:r>
              <a:r>
                <a:rPr lang="en-US" sz="1000" dirty="0"/>
                <a:t> type.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407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C528B-B512-42D1-BB52-4506BAAC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Numerical Optimization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F63E5A-8C29-4303-8158-2E91B363B3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The problem of </a:t>
                </a:r>
                <a:r>
                  <a:rPr lang="en-US" sz="1800" b="1" dirty="0"/>
                  <a:t>finding the variable values</a:t>
                </a:r>
                <a:r>
                  <a:rPr lang="en-US" sz="1800" dirty="0"/>
                  <a:t> to </a:t>
                </a:r>
                <a:r>
                  <a:rPr lang="en-US" sz="1800" b="1" dirty="0"/>
                  <a:t>minimize or maximize a given mathematical expression</a:t>
                </a:r>
                <a:r>
                  <a:rPr lang="en-US" sz="1800" dirty="0"/>
                  <a:t>.</a:t>
                </a:r>
                <a:endParaRPr lang="en-US" altLang="ko-KR" sz="18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endParaRPr lang="en-US" altLang="ko-KR" sz="18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r>
                  <a:rPr lang="en-US" sz="1800" dirty="0"/>
                  <a:t>Assume the problem is input via a </a:t>
                </a:r>
                <a:r>
                  <a:rPr lang="en-US" sz="1800" b="1" dirty="0"/>
                  <a:t>text file</a:t>
                </a:r>
                <a:r>
                  <a:rPr lang="en-US" sz="1800" dirty="0"/>
                  <a:t>, as shown below.</a:t>
                </a:r>
                <a:endParaRPr lang="en-US" altLang="ko-KR" sz="18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lvl="1"/>
                <a:r>
                  <a:rPr lang="en-US" sz="1600" dirty="0"/>
                  <a:t>The problem is to find the variable values that </a:t>
                </a:r>
                <a:r>
                  <a:rPr lang="en-US" sz="1600" b="1" dirty="0"/>
                  <a:t>minimize the mathematical expression</a:t>
                </a:r>
                <a:r>
                  <a:rPr lang="en-US" sz="1600" dirty="0"/>
                  <a:t> entered on the first line</a:t>
                </a:r>
                <a:endPara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lvl="1"/>
                <a:endPara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lvl="1"/>
                <a:r>
                  <a:rPr lang="en-US" sz="1600" dirty="0"/>
                  <a:t>Each variable has a minimum and maximum value range.</a:t>
                </a:r>
                <a:endPara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lvl="2"/>
                <a:r>
                  <a:rPr lang="en-US" altLang="ko-KR" sz="1400" dirty="0">
                    <a:ea typeface="나눔스퀘어_ac" panose="020B0600000101010101" pitchFamily="50" charset="-127"/>
                  </a:rPr>
                  <a:t>For example, the variables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𝑥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1∼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𝑥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</a:rPr>
                      <m:t>5 </m:t>
                    </m:r>
                  </m:oMath>
                </a14:m>
                <a:r>
                  <a:rPr lang="en-US" altLang="ko-KR" sz="1400" dirty="0">
                    <a:ea typeface="나눔스퀘어_ac" panose="020B0600000101010101" pitchFamily="50" charset="-127"/>
                  </a:rPr>
                  <a:t>below can only select values in the range of -30 to +30.</a:t>
                </a:r>
                <a:endParaRPr lang="ko-KR" altLang="en-US" sz="1400" dirty="0">
                  <a:ea typeface="나눔스퀘어_ac" panose="020B0600000101010101" pitchFamily="50" charset="-127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5F63E5A-8C29-4303-8158-2E91B363B3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116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55945D-5D87-4D8E-A371-02720BAB9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7A0AEE-A02C-40F3-ACAE-163A33310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8</a:t>
            </a:fld>
            <a:endParaRPr lang="en-US" altLang="ko-KR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4B7C138-EE97-4C43-AB62-5DD230BF82BF}"/>
              </a:ext>
            </a:extLst>
          </p:cNvPr>
          <p:cNvGrpSpPr/>
          <p:nvPr/>
        </p:nvGrpSpPr>
        <p:grpSpPr>
          <a:xfrm>
            <a:off x="1618099" y="4383246"/>
            <a:ext cx="5907801" cy="1494026"/>
            <a:chOff x="2987824" y="4221088"/>
            <a:chExt cx="5907801" cy="149402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7BA4C9D-83D8-4578-8810-D6D5D0BC6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7824" y="4221088"/>
              <a:ext cx="4779232" cy="1494026"/>
            </a:xfrm>
            <a:prstGeom prst="rect">
              <a:avLst/>
            </a:prstGeom>
          </p:spPr>
        </p:pic>
        <p:sp>
          <p:nvSpPr>
            <p:cNvPr id="7" name="말풍선: 사각형 6">
              <a:extLst>
                <a:ext uri="{FF2B5EF4-FFF2-40B4-BE49-F238E27FC236}">
                  <a16:creationId xmlns:a16="http://schemas.microsoft.com/office/drawing/2014/main" id="{C94F3758-441F-4355-8079-72FFD0D464CF}"/>
                </a:ext>
              </a:extLst>
            </p:cNvPr>
            <p:cNvSpPr/>
            <p:nvPr/>
          </p:nvSpPr>
          <p:spPr>
            <a:xfrm>
              <a:off x="7948881" y="4221089"/>
              <a:ext cx="946744" cy="494916"/>
            </a:xfrm>
            <a:prstGeom prst="wedgeRectCallout">
              <a:avLst>
                <a:gd name="adj1" fmla="val -67254"/>
                <a:gd name="adj2" fmla="val 10152"/>
              </a:avLst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Objective Function</a:t>
              </a:r>
              <a:br>
                <a:rPr lang="en-US" sz="1000" dirty="0"/>
              </a:br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(to minimize)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8" name="말풍선: 사각형 7">
              <a:extLst>
                <a:ext uri="{FF2B5EF4-FFF2-40B4-BE49-F238E27FC236}">
                  <a16:creationId xmlns:a16="http://schemas.microsoft.com/office/drawing/2014/main" id="{7F9A5BA2-A34E-4ECD-BE8E-76C8C4AA2E81}"/>
                </a:ext>
              </a:extLst>
            </p:cNvPr>
            <p:cNvSpPr/>
            <p:nvPr/>
          </p:nvSpPr>
          <p:spPr>
            <a:xfrm>
              <a:off x="4823185" y="4785538"/>
              <a:ext cx="760072" cy="929576"/>
            </a:xfrm>
            <a:prstGeom prst="wedgeRectCallout">
              <a:avLst>
                <a:gd name="adj1" fmla="val -11406"/>
                <a:gd name="adj2" fmla="val 428"/>
              </a:avLst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Variable and Range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9" name="오른쪽 중괄호 8">
              <a:extLst>
                <a:ext uri="{FF2B5EF4-FFF2-40B4-BE49-F238E27FC236}">
                  <a16:creationId xmlns:a16="http://schemas.microsoft.com/office/drawing/2014/main" id="{80E6199F-BB7B-45F3-8470-62F200C49080}"/>
                </a:ext>
              </a:extLst>
            </p:cNvPr>
            <p:cNvSpPr/>
            <p:nvPr/>
          </p:nvSpPr>
          <p:spPr>
            <a:xfrm>
              <a:off x="4436610" y="4788904"/>
              <a:ext cx="216023" cy="914400"/>
            </a:xfrm>
            <a:prstGeom prst="rightBrace">
              <a:avLst>
                <a:gd name="adj1" fmla="val 68111"/>
                <a:gd name="adj2" fmla="val 50000"/>
              </a:avLst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7657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C528B-B512-42D1-BB52-4506BAAC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Numerical Optimization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F63E5A-8C29-4303-8158-2E91B363B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Execution Results (Example using the </a:t>
            </a:r>
            <a:r>
              <a:rPr lang="en-US" sz="1800" b="1" dirty="0"/>
              <a:t>Steepest-Ascent</a:t>
            </a:r>
            <a:r>
              <a:rPr lang="en-US" sz="1800" dirty="0"/>
              <a:t> Algorithm)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55945D-5D87-4D8E-A371-02720BAB9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7A0AEE-A02C-40F3-ACAE-163A33310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9</a:t>
            </a:fld>
            <a:endParaRPr lang="en-US" altLang="ko-KR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EDF10BB-BBF0-4477-875B-0EF48A327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43799"/>
              </p:ext>
            </p:extLst>
          </p:nvPr>
        </p:nvGraphicFramePr>
        <p:xfrm>
          <a:off x="463376" y="1560133"/>
          <a:ext cx="8229600" cy="3749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1917493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Enter the file name of a function: problem/Convex.txt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Objective function: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(x1 - 2) ** 2 + 5 * (x2 - 5) ** 2 + 8 * (x3 + 8) ** 2 + 3 * (x4 + 1) ** 2 + 6 * (x5 - 7) ** 2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Search space: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x1: (-30.0, 30.0)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x2: (-30.0, 30.0)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x3: (-30.0, 30.0)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x4: (-30.0, 30.0)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x5: (-30.0, 30.0)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Search algorithm: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Steepest-Ascent</a:t>
                      </a:r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Hill Climbing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Mutation step size: 0.01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Solution found: (1.996, 5.003, -7.997, -1.005, 7.002)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Minimum value: 0.000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Total number of evaluations: 95,321</a:t>
                      </a:r>
                      <a:endParaRPr lang="ko-KR" altLang="en-US" sz="12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999660"/>
                  </a:ext>
                </a:extLst>
              </a:tr>
            </a:tbl>
          </a:graphicData>
        </a:graphic>
      </p:graphicFrame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5D1E066F-7089-4A4D-A912-A821A1A5C508}"/>
              </a:ext>
            </a:extLst>
          </p:cNvPr>
          <p:cNvSpPr/>
          <p:nvPr/>
        </p:nvSpPr>
        <p:spPr>
          <a:xfrm>
            <a:off x="5364088" y="1344109"/>
            <a:ext cx="2520280" cy="432048"/>
          </a:xfrm>
          <a:prstGeom prst="wedgeRectCallout">
            <a:avLst>
              <a:gd name="adj1" fmla="val -61103"/>
              <a:gd name="adj2" fmla="val 30536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Input the name and path of the </a:t>
            </a:r>
            <a:r>
              <a:rPr lang="en-US" sz="1000" b="1" dirty="0"/>
              <a:t>.txt file defining the problem</a:t>
            </a:r>
            <a:r>
              <a:rPr lang="en-US" sz="1000" dirty="0"/>
              <a:t> (User Input).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4A37B2D9-B86C-4BF6-A050-5A6E2D11C6B9}"/>
              </a:ext>
            </a:extLst>
          </p:cNvPr>
          <p:cNvSpPr/>
          <p:nvPr/>
        </p:nvSpPr>
        <p:spPr>
          <a:xfrm>
            <a:off x="5167820" y="4365104"/>
            <a:ext cx="1492412" cy="360040"/>
          </a:xfrm>
          <a:prstGeom prst="wedgeRectCallout">
            <a:avLst>
              <a:gd name="adj1" fmla="val -61103"/>
              <a:gd name="adj2" fmla="val 30536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</a:t>
            </a:r>
            <a:r>
              <a:rPr lang="en-US" sz="1000" b="1" dirty="0"/>
              <a:t>calculated optimal solution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4" name="말풍선: 사각형 13">
            <a:extLst>
              <a:ext uri="{FF2B5EF4-FFF2-40B4-BE49-F238E27FC236}">
                <a16:creationId xmlns:a16="http://schemas.microsoft.com/office/drawing/2014/main" id="{363D3D61-6404-4249-856C-21D8482A5753}"/>
              </a:ext>
            </a:extLst>
          </p:cNvPr>
          <p:cNvSpPr/>
          <p:nvPr/>
        </p:nvSpPr>
        <p:spPr>
          <a:xfrm>
            <a:off x="2464716" y="4797152"/>
            <a:ext cx="3187404" cy="288032"/>
          </a:xfrm>
          <a:prstGeom prst="wedgeRectCallout">
            <a:avLst>
              <a:gd name="adj1" fmla="val -56464"/>
              <a:gd name="adj2" fmla="val -40152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</a:t>
            </a:r>
            <a:r>
              <a:rPr lang="en-US" sz="1000" b="1" dirty="0"/>
              <a:t>result when the optimal solution is substituted into the objective function</a:t>
            </a:r>
            <a:r>
              <a:rPr lang="en-US" sz="1000" dirty="0"/>
              <a:t>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37017B2C-B5CF-4551-BF6C-7D602A677B04}"/>
              </a:ext>
            </a:extLst>
          </p:cNvPr>
          <p:cNvSpPr/>
          <p:nvPr/>
        </p:nvSpPr>
        <p:spPr>
          <a:xfrm>
            <a:off x="2290679" y="1852886"/>
            <a:ext cx="840565" cy="241002"/>
          </a:xfrm>
          <a:prstGeom prst="wedgeRectCallout">
            <a:avLst>
              <a:gd name="adj1" fmla="val -66486"/>
              <a:gd name="adj2" fmla="val 38440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Value goal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말풍선: 사각형 15">
                <a:extLst>
                  <a:ext uri="{FF2B5EF4-FFF2-40B4-BE49-F238E27FC236}">
                    <a16:creationId xmlns:a16="http://schemas.microsoft.com/office/drawing/2014/main" id="{5AF9F084-2A6F-4488-9B29-F596D0222ACF}"/>
                  </a:ext>
                </a:extLst>
              </p:cNvPr>
              <p:cNvSpPr/>
              <p:nvPr/>
            </p:nvSpPr>
            <p:spPr>
              <a:xfrm>
                <a:off x="2592480" y="2936408"/>
                <a:ext cx="5795944" cy="497528"/>
              </a:xfrm>
              <a:prstGeom prst="wedgeRectCallout">
                <a:avLst>
                  <a:gd name="adj1" fmla="val -11406"/>
                  <a:gd name="adj2" fmla="val 428"/>
                </a:avLst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* </a:t>
                </a:r>
                <a:r>
                  <a:rPr lang="en-US" sz="1000" b="1" dirty="0"/>
                  <a:t>Variable and Range:</a:t>
                </a:r>
                <a:r>
                  <a:rPr lang="en-US" sz="1000" dirty="0"/>
                  <a:t> The value of each variable can be changed within its specified range.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* </a:t>
                </a:r>
                <a:r>
                  <a:rPr lang="en-US" sz="1000" b="1" dirty="0"/>
                  <a:t>Problem Goal:</a:t>
                </a:r>
                <a:r>
                  <a:rPr lang="en-US" sz="1000" dirty="0"/>
                  <a:t> Find the </a:t>
                </a:r>
                <a14:m>
                  <m:oMath xmlns:m="http://schemas.openxmlformats.org/officeDocument/2006/math"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1, …,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0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000" dirty="0"/>
                  <a:t> values that make the </a:t>
                </a:r>
                <a:r>
                  <a:rPr lang="en-US" sz="1000" b="1" dirty="0"/>
                  <a:t>value of the objective function the smallest</a:t>
                </a:r>
                <a:r>
                  <a:rPr lang="en-US" sz="1000" dirty="0"/>
                  <a:t>.</a:t>
                </a:r>
                <a:endParaRPr lang="ko-KR" altLang="en-US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mc:Choice>
        <mc:Fallback>
          <p:sp>
            <p:nvSpPr>
              <p:cNvPr id="16" name="말풍선: 사각형 15">
                <a:extLst>
                  <a:ext uri="{FF2B5EF4-FFF2-40B4-BE49-F238E27FC236}">
                    <a16:creationId xmlns:a16="http://schemas.microsoft.com/office/drawing/2014/main" id="{5AF9F084-2A6F-4488-9B29-F596D0222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480" y="2936408"/>
                <a:ext cx="5795944" cy="497528"/>
              </a:xfrm>
              <a:prstGeom prst="wedgeRectCallout">
                <a:avLst>
                  <a:gd name="adj1" fmla="val -11406"/>
                  <a:gd name="adj2" fmla="val 428"/>
                </a:avLst>
              </a:prstGeom>
              <a:blipFill>
                <a:blip r:embed="rId2"/>
                <a:stretch>
                  <a:fillRect t="-3529" r="-105" b="-823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오른쪽 중괄호 16">
            <a:extLst>
              <a:ext uri="{FF2B5EF4-FFF2-40B4-BE49-F238E27FC236}">
                <a16:creationId xmlns:a16="http://schemas.microsoft.com/office/drawing/2014/main" id="{7C99C931-4C0B-4428-B09A-AD9121EB41B3}"/>
              </a:ext>
            </a:extLst>
          </p:cNvPr>
          <p:cNvSpPr/>
          <p:nvPr/>
        </p:nvSpPr>
        <p:spPr>
          <a:xfrm>
            <a:off x="2205905" y="2723750"/>
            <a:ext cx="216023" cy="914400"/>
          </a:xfrm>
          <a:prstGeom prst="rightBrace">
            <a:avLst>
              <a:gd name="adj1" fmla="val 68111"/>
              <a:gd name="adj2" fmla="val 50000"/>
            </a:avLst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060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C528B-B512-42D1-BB52-4506BAAC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Numerical Optimization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F63E5A-8C29-4303-8158-2E91B363B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Execution Results (Example using the </a:t>
            </a:r>
            <a:r>
              <a:rPr lang="en-US" sz="1800" b="1" dirty="0"/>
              <a:t>First-Choice</a:t>
            </a:r>
            <a:r>
              <a:rPr lang="en-US" sz="1800" dirty="0"/>
              <a:t> Algorithm)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55945D-5D87-4D8E-A371-02720BAB9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7A0AEE-A02C-40F3-ACAE-163A33310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10</a:t>
            </a:fld>
            <a:endParaRPr lang="en-US" altLang="ko-KR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EDF10BB-BBF0-4477-875B-0EF48A327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859875"/>
              </p:ext>
            </p:extLst>
          </p:nvPr>
        </p:nvGraphicFramePr>
        <p:xfrm>
          <a:off x="457200" y="1560133"/>
          <a:ext cx="8229600" cy="393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1917493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Enter the file name of a function: </a:t>
                      </a:r>
                      <a:r>
                        <a:rPr lang="en-US" altLang="ko-KR" sz="1200" u="sng" dirty="0">
                          <a:latin typeface="Consolas" panose="020B0609020204030204" pitchFamily="49" charset="0"/>
                        </a:rPr>
                        <a:t>problem/Convex.txt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Objective function: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(x1 - 2) ** 2 + 5 * (x2 - 5) ** 2 + 8 * (x3 + 8) ** 2 + 3 * (x4 + 1) ** 2 + 6 * (x5 - 7) ** 2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Search space: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x1: (-30.0, 30.0)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x2: (-30.0, 30.0)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x3: (-30.0, 30.0)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x4: (-30.0, 30.0)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x5: (-30.0, 30.0)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Search algorithm: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First-Choice</a:t>
                      </a:r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Hill Climbing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Mutation step size: 0.01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Max evaluations with no improvement: 100 iterations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Solution found: (2.001, 5.004, -8.003, -1.003, 7.003)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Minimum value: 0.000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Total number of evaluations: 37,336</a:t>
                      </a:r>
                      <a:endParaRPr lang="ko-KR" altLang="en-US" sz="12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999660"/>
                  </a:ext>
                </a:extLst>
              </a:tr>
            </a:tbl>
          </a:graphicData>
        </a:graphic>
      </p:graphicFrame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5D1E066F-7089-4A4D-A912-A821A1A5C508}"/>
              </a:ext>
            </a:extLst>
          </p:cNvPr>
          <p:cNvSpPr/>
          <p:nvPr/>
        </p:nvSpPr>
        <p:spPr>
          <a:xfrm>
            <a:off x="5364088" y="1344109"/>
            <a:ext cx="2520280" cy="432048"/>
          </a:xfrm>
          <a:prstGeom prst="wedgeRectCallout">
            <a:avLst>
              <a:gd name="adj1" fmla="val -61103"/>
              <a:gd name="adj2" fmla="val 30536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Input the name and path of the </a:t>
            </a:r>
            <a:r>
              <a:rPr lang="en-US" sz="1000" b="1" dirty="0"/>
              <a:t>.txt file defining the problem</a:t>
            </a:r>
            <a:r>
              <a:rPr lang="en-US" sz="1000" dirty="0"/>
              <a:t> (User Input).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4A37B2D9-B86C-4BF6-A050-5A6E2D11C6B9}"/>
              </a:ext>
            </a:extLst>
          </p:cNvPr>
          <p:cNvSpPr/>
          <p:nvPr/>
        </p:nvSpPr>
        <p:spPr>
          <a:xfrm>
            <a:off x="5167820" y="4526537"/>
            <a:ext cx="1348396" cy="360040"/>
          </a:xfrm>
          <a:prstGeom prst="wedgeRectCallout">
            <a:avLst>
              <a:gd name="adj1" fmla="val -61103"/>
              <a:gd name="adj2" fmla="val 30536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</a:t>
            </a:r>
            <a:r>
              <a:rPr lang="en-US" sz="1000" b="1" dirty="0"/>
              <a:t>calculated optimal solution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4" name="말풍선: 사각형 13">
            <a:extLst>
              <a:ext uri="{FF2B5EF4-FFF2-40B4-BE49-F238E27FC236}">
                <a16:creationId xmlns:a16="http://schemas.microsoft.com/office/drawing/2014/main" id="{363D3D61-6404-4249-856C-21D8482A5753}"/>
              </a:ext>
            </a:extLst>
          </p:cNvPr>
          <p:cNvSpPr/>
          <p:nvPr/>
        </p:nvSpPr>
        <p:spPr>
          <a:xfrm>
            <a:off x="2483768" y="4946753"/>
            <a:ext cx="3115396" cy="325739"/>
          </a:xfrm>
          <a:prstGeom prst="wedgeRectCallout">
            <a:avLst>
              <a:gd name="adj1" fmla="val -56872"/>
              <a:gd name="adj2" fmla="val -32354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</a:t>
            </a:r>
            <a:r>
              <a:rPr lang="en-US" sz="1000" b="1" dirty="0"/>
              <a:t>result when the optimal solution is substituted into the objective function</a:t>
            </a:r>
            <a:r>
              <a:rPr lang="en-US" sz="1000" dirty="0"/>
              <a:t>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37017B2C-B5CF-4551-BF6C-7D602A677B04}"/>
              </a:ext>
            </a:extLst>
          </p:cNvPr>
          <p:cNvSpPr/>
          <p:nvPr/>
        </p:nvSpPr>
        <p:spPr>
          <a:xfrm>
            <a:off x="2290679" y="1852886"/>
            <a:ext cx="840565" cy="241002"/>
          </a:xfrm>
          <a:prstGeom prst="wedgeRectCallout">
            <a:avLst>
              <a:gd name="adj1" fmla="val -66486"/>
              <a:gd name="adj2" fmla="val 38440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Value goal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말풍선: 사각형 15">
                <a:extLst>
                  <a:ext uri="{FF2B5EF4-FFF2-40B4-BE49-F238E27FC236}">
                    <a16:creationId xmlns:a16="http://schemas.microsoft.com/office/drawing/2014/main" id="{5AF9F084-2A6F-4488-9B29-F596D0222ACF}"/>
                  </a:ext>
                </a:extLst>
              </p:cNvPr>
              <p:cNvSpPr/>
              <p:nvPr/>
            </p:nvSpPr>
            <p:spPr>
              <a:xfrm>
                <a:off x="2592480" y="2936408"/>
                <a:ext cx="5795944" cy="497528"/>
              </a:xfrm>
              <a:prstGeom prst="wedgeRectCallout">
                <a:avLst>
                  <a:gd name="adj1" fmla="val -11406"/>
                  <a:gd name="adj2" fmla="val 428"/>
                </a:avLst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* </a:t>
                </a:r>
                <a:r>
                  <a:rPr lang="en-US" sz="1000" b="1" dirty="0"/>
                  <a:t>Variable and Range:</a:t>
                </a:r>
                <a:r>
                  <a:rPr lang="en-US" sz="1000" dirty="0"/>
                  <a:t> The value of each variable can be changed within its specified range.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* </a:t>
                </a:r>
                <a:r>
                  <a:rPr lang="en-US" sz="1000" b="1" dirty="0"/>
                  <a:t>Problem Goal:</a:t>
                </a:r>
                <a:r>
                  <a:rPr lang="en-US" sz="1000" dirty="0"/>
                  <a:t> Find the </a:t>
                </a:r>
                <a14:m>
                  <m:oMath xmlns:m="http://schemas.openxmlformats.org/officeDocument/2006/math">
                    <m:r>
                      <a:rPr lang="en-US" sz="1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1, …, 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00" i="1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000" dirty="0"/>
                  <a:t> values that make the </a:t>
                </a:r>
                <a:r>
                  <a:rPr lang="en-US" sz="1000" b="1" dirty="0"/>
                  <a:t>value of the objective function the smallest</a:t>
                </a:r>
                <a:r>
                  <a:rPr lang="en-US" sz="1000" dirty="0"/>
                  <a:t>.</a:t>
                </a:r>
                <a:endParaRPr lang="ko-KR" altLang="en-US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mc:Choice>
        <mc:Fallback>
          <p:sp>
            <p:nvSpPr>
              <p:cNvPr id="16" name="말풍선: 사각형 15">
                <a:extLst>
                  <a:ext uri="{FF2B5EF4-FFF2-40B4-BE49-F238E27FC236}">
                    <a16:creationId xmlns:a16="http://schemas.microsoft.com/office/drawing/2014/main" id="{5AF9F084-2A6F-4488-9B29-F596D0222A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480" y="2936408"/>
                <a:ext cx="5795944" cy="497528"/>
              </a:xfrm>
              <a:prstGeom prst="wedgeRectCallout">
                <a:avLst>
                  <a:gd name="adj1" fmla="val -11406"/>
                  <a:gd name="adj2" fmla="val 428"/>
                </a:avLst>
              </a:prstGeom>
              <a:blipFill>
                <a:blip r:embed="rId2"/>
                <a:stretch>
                  <a:fillRect t="-3529" r="-105" b="-823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오른쪽 중괄호 16">
            <a:extLst>
              <a:ext uri="{FF2B5EF4-FFF2-40B4-BE49-F238E27FC236}">
                <a16:creationId xmlns:a16="http://schemas.microsoft.com/office/drawing/2014/main" id="{7C99C931-4C0B-4428-B09A-AD9121EB41B3}"/>
              </a:ext>
            </a:extLst>
          </p:cNvPr>
          <p:cNvSpPr/>
          <p:nvPr/>
        </p:nvSpPr>
        <p:spPr>
          <a:xfrm>
            <a:off x="2205905" y="2723750"/>
            <a:ext cx="216023" cy="914400"/>
          </a:xfrm>
          <a:prstGeom prst="rightBrace">
            <a:avLst>
              <a:gd name="adj1" fmla="val 68111"/>
              <a:gd name="adj2" fmla="val 50000"/>
            </a:avLst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말풍선: 사각형 15">
            <a:extLst>
              <a:ext uri="{FF2B5EF4-FFF2-40B4-BE49-F238E27FC236}">
                <a16:creationId xmlns:a16="http://schemas.microsoft.com/office/drawing/2014/main" id="{07D471CA-076B-44E3-46ED-2F7448B990CB}"/>
              </a:ext>
            </a:extLst>
          </p:cNvPr>
          <p:cNvSpPr/>
          <p:nvPr/>
        </p:nvSpPr>
        <p:spPr>
          <a:xfrm>
            <a:off x="395536" y="3710158"/>
            <a:ext cx="4536504" cy="914400"/>
          </a:xfrm>
          <a:prstGeom prst="wedgeRectCallout">
            <a:avLst>
              <a:gd name="adj1" fmla="val -11406"/>
              <a:gd name="adj2" fmla="val 428"/>
            </a:avLst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말풍선: 사각형 12">
            <a:extLst>
              <a:ext uri="{FF2B5EF4-FFF2-40B4-BE49-F238E27FC236}">
                <a16:creationId xmlns:a16="http://schemas.microsoft.com/office/drawing/2014/main" id="{DFA60BF0-8357-7445-8D55-629183F0BA1F}"/>
              </a:ext>
            </a:extLst>
          </p:cNvPr>
          <p:cNvSpPr/>
          <p:nvPr/>
        </p:nvSpPr>
        <p:spPr>
          <a:xfrm>
            <a:off x="5076056" y="3626545"/>
            <a:ext cx="1348396" cy="360040"/>
          </a:xfrm>
          <a:prstGeom prst="wedgeRectCallout">
            <a:avLst>
              <a:gd name="adj1" fmla="val -61103"/>
              <a:gd name="adj2" fmla="val 30536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Main changes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1962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C528B-B512-42D1-BB52-4506BAAC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TSP Problem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F63E5A-8C29-4303-8158-2E91B363B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The problem of planning the </a:t>
            </a:r>
            <a:r>
              <a:rPr lang="en-US" sz="1800" b="1" dirty="0"/>
              <a:t>route (= order of visits)</a:t>
            </a:r>
            <a:r>
              <a:rPr lang="en-US" sz="1800" dirty="0"/>
              <a:t> to visit all cities with the </a:t>
            </a:r>
            <a:r>
              <a:rPr lang="en-US" sz="1800" b="1" dirty="0"/>
              <a:t>shortest total distance</a:t>
            </a:r>
            <a:r>
              <a:rPr lang="en-US" sz="1800" dirty="0"/>
              <a:t>.</a:t>
            </a:r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en-US" sz="1800" dirty="0"/>
              <a:t>Assume the problem is input via a </a:t>
            </a:r>
            <a:r>
              <a:rPr lang="en-US" sz="1800" b="1" dirty="0"/>
              <a:t>text file</a:t>
            </a:r>
            <a:r>
              <a:rPr lang="en-US" sz="1800" dirty="0"/>
              <a:t>, as shown below.</a:t>
            </a:r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/>
            <a:r>
              <a:rPr lang="en-US" sz="1600" dirty="0"/>
              <a:t>The </a:t>
            </a:r>
            <a:r>
              <a:rPr lang="en-US" sz="1600" b="1" dirty="0"/>
              <a:t>number of cities</a:t>
            </a:r>
            <a:r>
              <a:rPr lang="en-US" sz="1600" dirty="0"/>
              <a:t> is on the first line.</a:t>
            </a:r>
          </a:p>
          <a:p>
            <a:pPr lvl="1"/>
            <a:r>
              <a:rPr lang="en-US" sz="1600" dirty="0"/>
              <a:t>The subsequent lines contain the </a:t>
            </a:r>
            <a:r>
              <a:rPr lang="en-US" sz="1600" b="1" dirty="0"/>
              <a:t>coordinates of each city.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55945D-5D87-4D8E-A371-02720BAB9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7A0AEE-A02C-40F3-ACAE-163A33310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11</a:t>
            </a:fld>
            <a:endParaRPr lang="en-US" altLang="ko-K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C64412D-9214-E9C5-A10F-8639DAA81892}"/>
              </a:ext>
            </a:extLst>
          </p:cNvPr>
          <p:cNvGrpSpPr/>
          <p:nvPr/>
        </p:nvGrpSpPr>
        <p:grpSpPr>
          <a:xfrm>
            <a:off x="3214216" y="3284984"/>
            <a:ext cx="3878734" cy="3096344"/>
            <a:chOff x="3357562" y="2924944"/>
            <a:chExt cx="3878734" cy="3096344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12895AC-A9AA-4C73-A991-D573E96BC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7562" y="2924944"/>
              <a:ext cx="2428875" cy="2733675"/>
            </a:xfrm>
            <a:prstGeom prst="rect">
              <a:avLst/>
            </a:prstGeom>
          </p:spPr>
        </p:pic>
        <p:sp>
          <p:nvSpPr>
            <p:cNvPr id="12" name="말풍선: 사각형 11">
              <a:extLst>
                <a:ext uri="{FF2B5EF4-FFF2-40B4-BE49-F238E27FC236}">
                  <a16:creationId xmlns:a16="http://schemas.microsoft.com/office/drawing/2014/main" id="{4E8474F6-85E8-4326-A6CC-59530A0B88DA}"/>
                </a:ext>
              </a:extLst>
            </p:cNvPr>
            <p:cNvSpPr/>
            <p:nvPr/>
          </p:nvSpPr>
          <p:spPr>
            <a:xfrm>
              <a:off x="4537581" y="3068960"/>
              <a:ext cx="840565" cy="241002"/>
            </a:xfrm>
            <a:prstGeom prst="wedgeRectCallout">
              <a:avLst>
                <a:gd name="adj1" fmla="val -66486"/>
                <a:gd name="adj2" fmla="val 38440"/>
              </a:avLst>
            </a:prstGeom>
            <a:solidFill>
              <a:schemeClr val="bg1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# of cities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13" name="말풍선: 사각형 12">
              <a:extLst>
                <a:ext uri="{FF2B5EF4-FFF2-40B4-BE49-F238E27FC236}">
                  <a16:creationId xmlns:a16="http://schemas.microsoft.com/office/drawing/2014/main" id="{F1A40F65-7E83-4820-987E-275A1A5C4678}"/>
                </a:ext>
              </a:extLst>
            </p:cNvPr>
            <p:cNvSpPr/>
            <p:nvPr/>
          </p:nvSpPr>
          <p:spPr>
            <a:xfrm>
              <a:off x="5868144" y="4488029"/>
              <a:ext cx="1368152" cy="497528"/>
            </a:xfrm>
            <a:prstGeom prst="wedgeRectCallout">
              <a:avLst>
                <a:gd name="adj1" fmla="val -11406"/>
                <a:gd name="adj2" fmla="val 428"/>
              </a:avLst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City coordinates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14" name="오른쪽 중괄호 13">
              <a:extLst>
                <a:ext uri="{FF2B5EF4-FFF2-40B4-BE49-F238E27FC236}">
                  <a16:creationId xmlns:a16="http://schemas.microsoft.com/office/drawing/2014/main" id="{375C55BA-F868-43B8-B914-DD74892C231B}"/>
                </a:ext>
              </a:extLst>
            </p:cNvPr>
            <p:cNvSpPr/>
            <p:nvPr/>
          </p:nvSpPr>
          <p:spPr>
            <a:xfrm>
              <a:off x="5508104" y="3452298"/>
              <a:ext cx="216023" cy="2568990"/>
            </a:xfrm>
            <a:prstGeom prst="rightBrace">
              <a:avLst>
                <a:gd name="adj1" fmla="val 68111"/>
                <a:gd name="adj2" fmla="val 50000"/>
              </a:avLst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140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C528B-B512-42D1-BB52-4506BAAC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TSP Problem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F63E5A-8C29-4303-8158-2E91B363B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Execution Results (Example using the </a:t>
            </a:r>
            <a:r>
              <a:rPr lang="en-US" sz="1800" b="1" dirty="0"/>
              <a:t>First-Choice</a:t>
            </a:r>
            <a:r>
              <a:rPr lang="en-US" sz="1800" dirty="0"/>
              <a:t> Algorithm)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55945D-5D87-4D8E-A371-02720BAB9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7A0AEE-A02C-40F3-ACAE-163A33310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12</a:t>
            </a:fld>
            <a:endParaRPr lang="en-US" altLang="ko-KR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C18E735-59FA-4686-A99F-0E89CD5FE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929615"/>
              </p:ext>
            </p:extLst>
          </p:nvPr>
        </p:nvGraphicFramePr>
        <p:xfrm>
          <a:off x="457200" y="1560133"/>
          <a:ext cx="8229600" cy="393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1917493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Enter the file name of a TSP: problem/tsp30.txt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Number of cities: 30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City locations: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 (8, 31)    (54, 97)    (50, 50)    (65, 16)    (70, 47)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(25, 100)    (55, 74)    (77, 87)     (6, 46)    (70, 78)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(13, 38)   (100, 32)    (26, 35)    (55, 16)    (26, 77)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(17, 67)    (40, 36)    (38, 27)     (33, 2)     (48, 9)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(62, 20)    (17, 92)     (30, 2)    (80, 75)    (32, 36)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(43, 79)    (57, 49)    (18, 24)    (96, 76)    (81, 39)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Search algorithm: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First-Choice</a:t>
                      </a:r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Hill Climbing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Max evaluations with no improvement: 100 iterations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Best order of visits: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4   26    2   24   16   27    0    8   10   12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17   18   22   19    3   13   20   29   11   28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23    7    9    6   25    1   14   15   21    5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Minimum tour cost: 491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Total number of evaluations: 677</a:t>
                      </a:r>
                      <a:endParaRPr lang="ko-KR" altLang="en-US" sz="12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999660"/>
                  </a:ext>
                </a:extLst>
              </a:tr>
            </a:tbl>
          </a:graphicData>
        </a:graphic>
      </p:graphicFrame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3E21BF0F-B53C-441D-B334-EA50BD214056}"/>
              </a:ext>
            </a:extLst>
          </p:cNvPr>
          <p:cNvSpPr/>
          <p:nvPr/>
        </p:nvSpPr>
        <p:spPr>
          <a:xfrm>
            <a:off x="4820624" y="1344109"/>
            <a:ext cx="2559688" cy="432048"/>
          </a:xfrm>
          <a:prstGeom prst="wedgeRectCallout">
            <a:avLst>
              <a:gd name="adj1" fmla="val -61103"/>
              <a:gd name="adj2" fmla="val 30536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Input the name and path of the </a:t>
            </a:r>
            <a:r>
              <a:rPr lang="en-US" sz="1000" b="1" dirty="0"/>
              <a:t>.txt file defining the problem</a:t>
            </a:r>
            <a:r>
              <a:rPr lang="en-US" sz="1000" dirty="0"/>
              <a:t> (User Input).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6" name="말풍선: 사각형 15">
            <a:extLst>
              <a:ext uri="{FF2B5EF4-FFF2-40B4-BE49-F238E27FC236}">
                <a16:creationId xmlns:a16="http://schemas.microsoft.com/office/drawing/2014/main" id="{33B17838-A583-449C-AEC9-93DB60C8555C}"/>
              </a:ext>
            </a:extLst>
          </p:cNvPr>
          <p:cNvSpPr/>
          <p:nvPr/>
        </p:nvSpPr>
        <p:spPr>
          <a:xfrm>
            <a:off x="5316584" y="4418662"/>
            <a:ext cx="1368152" cy="403468"/>
          </a:xfrm>
          <a:prstGeom prst="wedgeRectCallout">
            <a:avLst>
              <a:gd name="adj1" fmla="val -11406"/>
              <a:gd name="adj2" fmla="val 428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</a:t>
            </a:r>
            <a:r>
              <a:rPr lang="en-US" sz="1000" b="1" dirty="0"/>
              <a:t>Optimal Order of Visits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7" name="오른쪽 중괄호 16">
            <a:extLst>
              <a:ext uri="{FF2B5EF4-FFF2-40B4-BE49-F238E27FC236}">
                <a16:creationId xmlns:a16="http://schemas.microsoft.com/office/drawing/2014/main" id="{D13D12FB-92DB-418B-9D9C-5FBC62624866}"/>
              </a:ext>
            </a:extLst>
          </p:cNvPr>
          <p:cNvSpPr/>
          <p:nvPr/>
        </p:nvSpPr>
        <p:spPr>
          <a:xfrm>
            <a:off x="4932040" y="4371632"/>
            <a:ext cx="216023" cy="497528"/>
          </a:xfrm>
          <a:prstGeom prst="rightBrace">
            <a:avLst>
              <a:gd name="adj1" fmla="val 68111"/>
              <a:gd name="adj2" fmla="val 50000"/>
            </a:avLst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말풍선: 사각형 17">
            <a:extLst>
              <a:ext uri="{FF2B5EF4-FFF2-40B4-BE49-F238E27FC236}">
                <a16:creationId xmlns:a16="http://schemas.microsoft.com/office/drawing/2014/main" id="{FA41AEA9-2E55-4BBB-9A8A-EA4D63C73999}"/>
              </a:ext>
            </a:extLst>
          </p:cNvPr>
          <p:cNvSpPr/>
          <p:nvPr/>
        </p:nvSpPr>
        <p:spPr>
          <a:xfrm>
            <a:off x="457199" y="5611091"/>
            <a:ext cx="2988871" cy="432048"/>
          </a:xfrm>
          <a:prstGeom prst="wedgeRectCallout">
            <a:avLst>
              <a:gd name="adj1" fmla="val -32"/>
              <a:gd name="adj2" fmla="val -168752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</a:t>
            </a:r>
            <a:r>
              <a:rPr lang="en-US" sz="1000" b="1" dirty="0"/>
              <a:t>Total Distance</a:t>
            </a:r>
            <a:r>
              <a:rPr lang="en-US" sz="1000" dirty="0"/>
              <a:t> traveled when following the optimal route.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9" name="말풍선: 사각형 18">
            <a:extLst>
              <a:ext uri="{FF2B5EF4-FFF2-40B4-BE49-F238E27FC236}">
                <a16:creationId xmlns:a16="http://schemas.microsoft.com/office/drawing/2014/main" id="{6E5C2107-31EF-4F4B-8E3C-EF7C875DC8F7}"/>
              </a:ext>
            </a:extLst>
          </p:cNvPr>
          <p:cNvSpPr/>
          <p:nvPr/>
        </p:nvSpPr>
        <p:spPr>
          <a:xfrm>
            <a:off x="5809396" y="2207860"/>
            <a:ext cx="1858947" cy="261976"/>
          </a:xfrm>
          <a:prstGeom prst="wedgeRectCallout">
            <a:avLst>
              <a:gd name="adj1" fmla="val -61103"/>
              <a:gd name="adj2" fmla="val 30536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City starts from index 0...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0" name="말풍선: 사각형 19">
            <a:extLst>
              <a:ext uri="{FF2B5EF4-FFF2-40B4-BE49-F238E27FC236}">
                <a16:creationId xmlns:a16="http://schemas.microsoft.com/office/drawing/2014/main" id="{9682C535-89B6-4234-B358-BE30610B4E32}"/>
              </a:ext>
            </a:extLst>
          </p:cNvPr>
          <p:cNvSpPr/>
          <p:nvPr/>
        </p:nvSpPr>
        <p:spPr>
          <a:xfrm>
            <a:off x="5809397" y="3144802"/>
            <a:ext cx="1611414" cy="261976"/>
          </a:xfrm>
          <a:prstGeom prst="wedgeRectCallout">
            <a:avLst>
              <a:gd name="adj1" fmla="val -61103"/>
              <a:gd name="adj2" fmla="val 30536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last city is City 29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9558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C528B-B512-42D1-BB52-4506BAAC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TSP Problem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F63E5A-8C29-4303-8158-2E91B363B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Execution Results (Example using the </a:t>
            </a:r>
            <a:r>
              <a:rPr lang="en-US" sz="1800" b="1" dirty="0"/>
              <a:t>Steepest-Ascent</a:t>
            </a:r>
            <a:r>
              <a:rPr lang="en-US" sz="1800" dirty="0"/>
              <a:t> Algorithm)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55945D-5D87-4D8E-A371-02720BAB9E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7A0AEE-A02C-40F3-ACAE-163A33310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13</a:t>
            </a:fld>
            <a:endParaRPr lang="en-US" altLang="ko-KR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C18E735-59FA-4686-A99F-0E89CD5FE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774453"/>
              </p:ext>
            </p:extLst>
          </p:nvPr>
        </p:nvGraphicFramePr>
        <p:xfrm>
          <a:off x="457200" y="1560133"/>
          <a:ext cx="8229600" cy="3749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1917493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Enter the file name of a TSP: problem/tsp30.txt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Number of cities: 30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City locations: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 (8, 31)    (54, 97)    (50, 50)    (65, 16)    (70, 47)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(25, 100)    (55, 74)    (77, 87)     (6, 46)    (70, 78)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(13, 38)   (100, 32)    (26, 35)    (55, 16)    (26, 77)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(17, 67)    (40, 36)    (38, 27)     (33, 2)     (48, 9)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(62, 20)    (17, 92)     (30, 2)    (80, 75)    (32, 36)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(43, 79)    (57, 49)    (18, 24)    (96, 76)    (81, 39)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Search algorithm: Steepest-Ascent Hill Climbing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Best order of visits: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11   29   20   13    3    4   28   23    9    1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 7    6    2   16   26   25   21    5    8   15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   14   10    0   12   27   24   17   19   18   22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Minimum tour cost: 620</a:t>
                      </a:r>
                    </a:p>
                    <a:p>
                      <a:pPr latinLnBrk="1"/>
                      <a:endParaRPr lang="en-US" altLang="ko-KR" sz="1200" dirty="0">
                        <a:latin typeface="Consolas" panose="020B0609020204030204" pitchFamily="49" charset="0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Total number of evaluations: 807</a:t>
                      </a:r>
                      <a:endParaRPr lang="ko-KR" altLang="en-US" sz="12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999660"/>
                  </a:ext>
                </a:extLst>
              </a:tr>
            </a:tbl>
          </a:graphicData>
        </a:graphic>
      </p:graphicFrame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3E21BF0F-B53C-441D-B334-EA50BD214056}"/>
              </a:ext>
            </a:extLst>
          </p:cNvPr>
          <p:cNvSpPr/>
          <p:nvPr/>
        </p:nvSpPr>
        <p:spPr>
          <a:xfrm>
            <a:off x="4820624" y="1344109"/>
            <a:ext cx="2559688" cy="432048"/>
          </a:xfrm>
          <a:prstGeom prst="wedgeRectCallout">
            <a:avLst>
              <a:gd name="adj1" fmla="val -61103"/>
              <a:gd name="adj2" fmla="val 30536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Input the name and path of the </a:t>
            </a:r>
            <a:r>
              <a:rPr lang="en-US" sz="1000" b="1" dirty="0"/>
              <a:t>.txt file defining the problem</a:t>
            </a:r>
            <a:r>
              <a:rPr lang="en-US" sz="1000" dirty="0"/>
              <a:t> (User Input).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6" name="말풍선: 사각형 15">
            <a:extLst>
              <a:ext uri="{FF2B5EF4-FFF2-40B4-BE49-F238E27FC236}">
                <a16:creationId xmlns:a16="http://schemas.microsoft.com/office/drawing/2014/main" id="{33B17838-A583-449C-AEC9-93DB60C8555C}"/>
              </a:ext>
            </a:extLst>
          </p:cNvPr>
          <p:cNvSpPr/>
          <p:nvPr/>
        </p:nvSpPr>
        <p:spPr>
          <a:xfrm>
            <a:off x="5316584" y="4237510"/>
            <a:ext cx="1368152" cy="403468"/>
          </a:xfrm>
          <a:prstGeom prst="wedgeRectCallout">
            <a:avLst>
              <a:gd name="adj1" fmla="val -11406"/>
              <a:gd name="adj2" fmla="val 428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</a:t>
            </a:r>
            <a:r>
              <a:rPr lang="en-US" sz="1000" b="1" dirty="0"/>
              <a:t>Optimal Order of Visits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7" name="오른쪽 중괄호 16">
            <a:extLst>
              <a:ext uri="{FF2B5EF4-FFF2-40B4-BE49-F238E27FC236}">
                <a16:creationId xmlns:a16="http://schemas.microsoft.com/office/drawing/2014/main" id="{D13D12FB-92DB-418B-9D9C-5FBC62624866}"/>
              </a:ext>
            </a:extLst>
          </p:cNvPr>
          <p:cNvSpPr/>
          <p:nvPr/>
        </p:nvSpPr>
        <p:spPr>
          <a:xfrm>
            <a:off x="4932040" y="4190480"/>
            <a:ext cx="216023" cy="497528"/>
          </a:xfrm>
          <a:prstGeom prst="rightBrace">
            <a:avLst>
              <a:gd name="adj1" fmla="val 68111"/>
              <a:gd name="adj2" fmla="val 50000"/>
            </a:avLst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말풍선: 사각형 17">
            <a:extLst>
              <a:ext uri="{FF2B5EF4-FFF2-40B4-BE49-F238E27FC236}">
                <a16:creationId xmlns:a16="http://schemas.microsoft.com/office/drawing/2014/main" id="{FA41AEA9-2E55-4BBB-9A8A-EA4D63C73999}"/>
              </a:ext>
            </a:extLst>
          </p:cNvPr>
          <p:cNvSpPr/>
          <p:nvPr/>
        </p:nvSpPr>
        <p:spPr>
          <a:xfrm>
            <a:off x="457200" y="5428211"/>
            <a:ext cx="3024336" cy="432048"/>
          </a:xfrm>
          <a:prstGeom prst="wedgeRectCallout">
            <a:avLst>
              <a:gd name="adj1" fmla="val -10110"/>
              <a:gd name="adj2" fmla="val -162791"/>
            </a:avLst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</a:t>
            </a:r>
            <a:r>
              <a:rPr lang="en-US" sz="1000" b="1" dirty="0"/>
              <a:t>Total Distance</a:t>
            </a:r>
            <a:r>
              <a:rPr lang="en-US" sz="1000" dirty="0"/>
              <a:t> traveled when following the optimal route.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035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C7DB53E4-5394-FE30-5F83-74A8626D91B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5750" indent="-287338" eaLnBrk="1" hangingPunct="1"/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altLang="ko-KR" sz="1800" dirty="0">
                <a:cs typeface="Courier New" panose="02070309020205020404" pitchFamily="49" charset="0"/>
              </a:rPr>
              <a:t>:</a:t>
            </a:r>
          </a:p>
          <a:p>
            <a:pPr marL="609600" lvl="1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Creates a problem instance by </a:t>
            </a:r>
            <a:r>
              <a:rPr lang="en-US" altLang="ko-KR" sz="1800" u="sng" dirty="0">
                <a:cs typeface="Courier New" panose="02070309020205020404" pitchFamily="49" charset="0"/>
              </a:rPr>
              <a:t>reading a </a:t>
            </a:r>
            <a:r>
              <a:rPr lang="en-US" altLang="ko-KR" sz="1800" u="sng" dirty="0">
                <a:solidFill>
                  <a:srgbClr val="0033CC"/>
                </a:solidFill>
                <a:cs typeface="Courier New" panose="02070309020205020404" pitchFamily="49" charset="0"/>
              </a:rPr>
              <a:t>function expression</a:t>
            </a:r>
            <a:r>
              <a:rPr lang="en-US" altLang="ko-KR" sz="1800" u="sng" dirty="0">
                <a:cs typeface="Courier New" panose="02070309020205020404" pitchFamily="49" charset="0"/>
              </a:rPr>
              <a:t> and its </a:t>
            </a:r>
            <a:r>
              <a:rPr lang="en-US" altLang="ko-KR" sz="1800" u="sng" dirty="0">
                <a:solidFill>
                  <a:srgbClr val="0033CC"/>
                </a:solidFill>
                <a:cs typeface="Courier New" panose="02070309020205020404" pitchFamily="49" charset="0"/>
              </a:rPr>
              <a:t>domain</a:t>
            </a:r>
            <a:r>
              <a:rPr lang="en-US" altLang="ko-KR" sz="1800" u="sng" dirty="0">
                <a:cs typeface="Courier New" panose="02070309020205020404" pitchFamily="49" charset="0"/>
              </a:rPr>
              <a:t> information from the file</a:t>
            </a:r>
            <a:r>
              <a:rPr lang="en-US" altLang="ko-KR" sz="1800" dirty="0">
                <a:cs typeface="Courier New" panose="02070309020205020404" pitchFamily="49" charset="0"/>
              </a:rPr>
              <a:t> given by the user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createProblem</a:t>
            </a:r>
            <a:r>
              <a:rPr lang="en-US" altLang="ko-KR" sz="1800" dirty="0">
                <a:cs typeface="Courier New" panose="02070309020205020404" pitchFamily="49" charset="0"/>
              </a:rPr>
              <a:t>)</a:t>
            </a:r>
          </a:p>
          <a:p>
            <a:pPr marL="897600" lvl="2" indent="-287338" eaLnBrk="1" hangingPunct="1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Returns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  <a:cs typeface="Courier New" panose="02070309020205020404" pitchFamily="49" charset="0"/>
              </a:rPr>
              <a:t>: </a:t>
            </a:r>
            <a:r>
              <a:rPr lang="en-US" altLang="ko-KR" sz="1400" dirty="0">
                <a:latin typeface="Consolas" panose="020B0609020204030204" pitchFamily="49" charset="0"/>
                <a:ea typeface="나눔고딕" panose="020D0604000000000000" pitchFamily="50" charset="-127"/>
                <a:cs typeface="Courier New" panose="02070309020205020404" pitchFamily="49" charset="0"/>
              </a:rPr>
              <a:t>p = (expr, domain)</a:t>
            </a:r>
          </a:p>
          <a:p>
            <a:pPr marL="897600" lvl="2" indent="-287338" eaLnBrk="1" hangingPunct="1"/>
            <a:r>
              <a:rPr lang="en-US" altLang="ko-KR" sz="1400" dirty="0">
                <a:latin typeface="Consolas" panose="020B0609020204030204" pitchFamily="49" charset="0"/>
                <a:ea typeface="나눔고딕" panose="020D0604000000000000" pitchFamily="50" charset="-127"/>
                <a:cs typeface="Courier New" panose="02070309020205020404" pitchFamily="49" charset="0"/>
              </a:rPr>
              <a:t>expr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  <a:cs typeface="Courier New" panose="02070309020205020404" pitchFamily="49" charset="0"/>
              </a:rPr>
              <a:t> :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Objective Function</a:t>
            </a:r>
          </a:p>
          <a:p>
            <a:pPr marL="897600" lvl="2" indent="-287338" eaLnBrk="1" hangingPunct="1"/>
            <a:r>
              <a:rPr lang="en-US" altLang="ko-KR" sz="1400" dirty="0">
                <a:latin typeface="Consolas" panose="020B0609020204030204" pitchFamily="49" charset="0"/>
                <a:ea typeface="나눔고딕" panose="020D0604000000000000" pitchFamily="50" charset="-127"/>
                <a:cs typeface="Courier New" panose="02070309020205020404" pitchFamily="49" charset="0"/>
              </a:rPr>
              <a:t>domain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  <a:cs typeface="Courier New" panose="02070309020205020404" pitchFamily="49" charset="0"/>
              </a:rPr>
              <a:t> : 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minimization/maximization</a:t>
            </a:r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609600" lvl="1" indent="-287338" eaLnBrk="1" hangingPunct="1"/>
            <a:endParaRPr lang="en-US" altLang="ko-KR" sz="1800" dirty="0">
              <a:cs typeface="Courier New" panose="02070309020205020404" pitchFamily="49" charset="0"/>
            </a:endParaRPr>
          </a:p>
          <a:p>
            <a:pPr marL="609600" lvl="1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Calls the search algorithm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steepestAscent</a:t>
            </a:r>
            <a:r>
              <a:rPr lang="en-US" altLang="ko-KR" sz="1800" dirty="0">
                <a:cs typeface="Courier New" panose="02070309020205020404" pitchFamily="49" charset="0"/>
              </a:rPr>
              <a:t>) and obtains the results</a:t>
            </a:r>
            <a:endParaRPr lang="en-US" altLang="ko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lvl="1" indent="-287338" eaLnBrk="1" hangingPunct="1"/>
            <a:endParaRPr lang="en-US" altLang="ko-KR" sz="1800" dirty="0">
              <a:cs typeface="Courier New" panose="02070309020205020404" pitchFamily="49" charset="0"/>
            </a:endParaRPr>
          </a:p>
          <a:p>
            <a:pPr marL="609600" lvl="1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Shows the specifics of the problem just solved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describeProblem</a:t>
            </a:r>
            <a:r>
              <a:rPr lang="en-US" altLang="ko-KR" sz="1800" dirty="0">
                <a:cs typeface="Courier New" panose="02070309020205020404" pitchFamily="49" charset="0"/>
              </a:rPr>
              <a:t>)</a:t>
            </a:r>
          </a:p>
          <a:p>
            <a:pPr marL="609600" lvl="1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Shows the settings of the search algorithm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displaySettings</a:t>
            </a:r>
            <a:r>
              <a:rPr lang="en-US" altLang="ko-KR" sz="1800" dirty="0">
                <a:cs typeface="Courier New" panose="02070309020205020404" pitchFamily="49" charset="0"/>
              </a:rPr>
              <a:t>)</a:t>
            </a:r>
          </a:p>
          <a:p>
            <a:pPr marL="609600" lvl="1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Reports the results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displayResults</a:t>
            </a:r>
            <a:r>
              <a:rPr lang="en-US" altLang="ko-KR" sz="1800" dirty="0">
                <a:cs typeface="Courier New" panose="02070309020205020404" pitchFamily="49" charset="0"/>
              </a:rPr>
              <a:t>)</a:t>
            </a:r>
          </a:p>
          <a:p>
            <a:pPr marL="285750" indent="-287338" eaLnBrk="1" hangingPunct="1"/>
            <a:endParaRPr lang="en-US" altLang="ko-KR" sz="1800" dirty="0">
              <a:cs typeface="Courier New" panose="02070309020205020404" pitchFamily="49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113126E-7BF3-3397-D202-B1BF5391AA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800080"/>
                </a:solidFill>
              </a:rPr>
              <a:t>Steepest-Ascent</a:t>
            </a:r>
            <a:r>
              <a:rPr lang="en-US" altLang="ko-KR" sz="2400" dirty="0">
                <a:solidFill>
                  <a:srgbClr val="800080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800080"/>
                </a:solidFill>
              </a:rPr>
              <a:t>Numerical Optimization</a:t>
            </a:r>
            <a:endParaRPr lang="en-US" altLang="ko-KR" u="sng" dirty="0">
              <a:solidFill>
                <a:srgbClr val="800080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1E120DAA-A142-2128-1933-1096F1850F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11269" name="슬라이드 번호 개체 틀 8">
            <a:extLst>
              <a:ext uri="{FF2B5EF4-FFF2-40B4-BE49-F238E27FC236}">
                <a16:creationId xmlns:a16="http://schemas.microsoft.com/office/drawing/2014/main" id="{9CE67CF1-4E92-E89C-840E-4EBFD0D687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7FFC645-3BF3-4D48-A0D0-AC177AAACF62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5DA8702-C072-2658-3BC3-6FB4A7549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EACF1F5F-4E7D-EDD5-E5AA-CC5C6CBCBF8F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5750" indent="-287338" eaLnBrk="1" hangingPunct="1"/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altLang="ko-KR" sz="1800" dirty="0">
                <a:cs typeface="Courier New" panose="02070309020205020404" pitchFamily="49" charset="0"/>
              </a:rPr>
              <a:t>:</a:t>
            </a:r>
          </a:p>
          <a:p>
            <a:pPr marL="609600" lvl="1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Creates a problem instance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createProblem</a:t>
            </a:r>
            <a:r>
              <a:rPr lang="en-US" altLang="ko-KR" sz="1800" dirty="0">
                <a:cs typeface="Courier New" panose="02070309020205020404" pitchFamily="49" charset="0"/>
              </a:rPr>
              <a:t>)</a:t>
            </a:r>
          </a:p>
          <a:p>
            <a:pPr marL="609600" lvl="1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Calls the search algorithm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steepestAscent</a:t>
            </a:r>
            <a:r>
              <a:rPr lang="en-US" altLang="ko-KR" sz="1800" dirty="0">
                <a:cs typeface="Courier New" panose="02070309020205020404" pitchFamily="49" charset="0"/>
              </a:rPr>
              <a:t>) and obtains the results</a:t>
            </a:r>
            <a:endParaRPr lang="en-US" altLang="ko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09600" lvl="1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Shows the specifics of the problem just solved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describeProblem</a:t>
            </a:r>
            <a:r>
              <a:rPr lang="en-US" altLang="ko-KR" sz="1800" dirty="0">
                <a:cs typeface="Courier New" panose="02070309020205020404" pitchFamily="49" charset="0"/>
              </a:rPr>
              <a:t>)</a:t>
            </a:r>
          </a:p>
          <a:p>
            <a:pPr marL="609600" lvl="1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Shows the settings of the search algorithm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displaySettings</a:t>
            </a:r>
            <a:r>
              <a:rPr lang="en-US" altLang="ko-KR" sz="1800" dirty="0">
                <a:cs typeface="Courier New" panose="02070309020205020404" pitchFamily="49" charset="0"/>
              </a:rPr>
              <a:t>)</a:t>
            </a:r>
          </a:p>
          <a:p>
            <a:pPr marL="609600" lvl="1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Reports the results (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displayResults</a:t>
            </a:r>
            <a:r>
              <a:rPr lang="en-US" altLang="ko-KR" sz="1800" dirty="0">
                <a:cs typeface="Courier New" panose="02070309020205020404" pitchFamily="49" charset="0"/>
              </a:rPr>
              <a:t>)</a:t>
            </a:r>
          </a:p>
          <a:p>
            <a:pPr marL="285750" indent="-287338" eaLnBrk="1" hangingPunct="1"/>
            <a:endParaRPr lang="en-US" altLang="ko-KR" sz="1800" dirty="0">
              <a:cs typeface="Courier New" panose="02070309020205020404" pitchFamily="49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AFF270AB-80E0-586B-FE8D-FF656F524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800080"/>
                </a:solidFill>
              </a:rPr>
              <a:t>Steepest-Ascent</a:t>
            </a:r>
            <a:r>
              <a:rPr lang="en-US" altLang="ko-KR" sz="2400" dirty="0">
                <a:solidFill>
                  <a:srgbClr val="800080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800080"/>
                </a:solidFill>
              </a:rPr>
              <a:t>Numerical Optimization</a:t>
            </a:r>
            <a:endParaRPr lang="en-US" altLang="ko-KR" u="sng" dirty="0">
              <a:solidFill>
                <a:srgbClr val="800080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D4AD7E8E-14B9-7190-BF6E-610BEDA9DB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11269" name="슬라이드 번호 개체 틀 8">
            <a:extLst>
              <a:ext uri="{FF2B5EF4-FFF2-40B4-BE49-F238E27FC236}">
                <a16:creationId xmlns:a16="http://schemas.microsoft.com/office/drawing/2014/main" id="{87BEB820-4AFF-078A-E79C-087C94BD9F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7FFC645-3BF3-4D48-A0D0-AC177AAACF62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66E025-D7D3-5F22-EB13-F6408982D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102" y="3429000"/>
            <a:ext cx="6175796" cy="254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0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B3A3BFFD-C41F-6DCD-6DD6-BAB8A4DA8D51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createProblem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11188" lvl="1" eaLnBrk="1" hangingPunct="1"/>
            <a:r>
              <a:rPr lang="en-US" altLang="ko-KR" sz="1800" dirty="0">
                <a:cs typeface="Courier New" panose="02070309020205020404" pitchFamily="49" charset="0"/>
              </a:rPr>
              <a:t>Gets a file name from the user and </a:t>
            </a:r>
            <a:r>
              <a:rPr lang="en-US" altLang="ko-KR" sz="1800" u="sng" dirty="0">
                <a:cs typeface="Courier New" panose="02070309020205020404" pitchFamily="49" charset="0"/>
              </a:rPr>
              <a:t>reads information from the file</a:t>
            </a:r>
          </a:p>
          <a:p>
            <a:pPr marL="898525" lvl="2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Function expression – saved as a string  </a:t>
            </a:r>
            <a:r>
              <a:rPr lang="en-US" altLang="ko-KR" sz="1400" dirty="0">
                <a:solidFill>
                  <a:srgbClr val="00B0F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ourier New" panose="02070309020205020404" pitchFamily="49" charset="0"/>
              </a:rPr>
              <a:t># problem instance</a:t>
            </a:r>
            <a:endParaRPr lang="en-US" altLang="ko-KR" sz="1800" dirty="0">
              <a:solidFill>
                <a:srgbClr val="00B0F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ourier New" panose="02070309020205020404" pitchFamily="49" charset="0"/>
            </a:endParaRPr>
          </a:p>
          <a:p>
            <a:pPr marL="898525" lvl="2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Variable names – saved as a list of strings</a:t>
            </a:r>
          </a:p>
          <a:p>
            <a:pPr marL="898525" lvl="2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Lower bounds of the variables – saved as a list of floats</a:t>
            </a:r>
            <a:endParaRPr lang="en-US" altLang="ko-KR" sz="1400" dirty="0">
              <a:cs typeface="Courier New" panose="02070309020205020404" pitchFamily="49" charset="0"/>
            </a:endParaRPr>
          </a:p>
          <a:p>
            <a:pPr marL="898525" lvl="2" indent="-287338" eaLnBrk="1" hangingPunct="1"/>
            <a:r>
              <a:rPr lang="en-US" altLang="ko-KR" sz="1800" dirty="0">
                <a:cs typeface="Courier New" panose="02070309020205020404" pitchFamily="49" charset="0"/>
              </a:rPr>
              <a:t>Upper bounds of the variables – saved as a list of floats </a:t>
            </a:r>
            <a:endParaRPr lang="en-US" altLang="ko-K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11188" lvl="1" eaLnBrk="1" hangingPunct="1"/>
            <a:r>
              <a:rPr lang="en-US" altLang="ko-KR" sz="1800" dirty="0"/>
              <a:t>Returns the </a:t>
            </a:r>
            <a:r>
              <a:rPr lang="en-US" altLang="ko-KR" sz="1800" u="sng" dirty="0">
                <a:solidFill>
                  <a:srgbClr val="00B0F0"/>
                </a:solidFill>
              </a:rPr>
              <a:t>problem instance</a:t>
            </a:r>
            <a:r>
              <a:rPr lang="en-US" altLang="ko-KR" sz="1800" u="sng" dirty="0"/>
              <a:t> as a list of expression</a:t>
            </a:r>
            <a:r>
              <a:rPr lang="en-US" altLang="ko-KR" sz="1800" dirty="0"/>
              <a:t> and </a:t>
            </a:r>
            <a:r>
              <a:rPr lang="en-US" altLang="ko-KR" sz="1800" u="sng" dirty="0"/>
              <a:t>domain, where the domain is a list of the followings</a:t>
            </a:r>
            <a:r>
              <a:rPr lang="en-US" altLang="ko-KR" sz="1800" dirty="0"/>
              <a:t> :</a:t>
            </a:r>
          </a:p>
          <a:p>
            <a:pPr marL="898525" lvl="2" indent="-287338" eaLnBrk="1" hangingPunct="1"/>
            <a:r>
              <a:rPr lang="en-US" altLang="ko-KR" sz="1800" dirty="0"/>
              <a:t>Variable names</a:t>
            </a:r>
          </a:p>
          <a:p>
            <a:pPr marL="898525" lvl="2" indent="-287338" eaLnBrk="1" hangingPunct="1"/>
            <a:r>
              <a:rPr lang="en-US" altLang="ko-KR" sz="1800" dirty="0"/>
              <a:t>Lower bounds</a:t>
            </a:r>
          </a:p>
          <a:p>
            <a:pPr marL="898525" lvl="2" indent="-287338" eaLnBrk="1" hangingPunct="1"/>
            <a:r>
              <a:rPr lang="en-US" altLang="ko-KR" sz="1800" dirty="0"/>
              <a:t>Upper bounds</a:t>
            </a:r>
          </a:p>
          <a:p>
            <a:pPr marL="287338" indent="-287338" eaLnBrk="1" hangingPunct="1"/>
            <a:endParaRPr lang="en-US" altLang="ko-KR" dirty="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C687AB37-BAD5-0F24-9853-9BAA3BDC37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Numerical Optimization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FA830D37-DE3C-5C2B-6A85-BF20EC1893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13317" name="슬라이드 번호 개체 틀 8">
            <a:extLst>
              <a:ext uri="{FF2B5EF4-FFF2-40B4-BE49-F238E27FC236}">
                <a16:creationId xmlns:a16="http://schemas.microsoft.com/office/drawing/2014/main" id="{900BFFF9-D977-552F-FFF9-078E3D1FD7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AF9BD0B-8C9B-41B9-AEE2-0297EC0970E8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오른쪽 중괄호 5">
            <a:extLst>
              <a:ext uri="{FF2B5EF4-FFF2-40B4-BE49-F238E27FC236}">
                <a16:creationId xmlns:a16="http://schemas.microsoft.com/office/drawing/2014/main" id="{4161E631-7592-4E7F-8F9D-4621A9137388}"/>
              </a:ext>
            </a:extLst>
          </p:cNvPr>
          <p:cNvSpPr/>
          <p:nvPr/>
        </p:nvSpPr>
        <p:spPr>
          <a:xfrm>
            <a:off x="7046151" y="2276872"/>
            <a:ext cx="350902" cy="1080120"/>
          </a:xfrm>
          <a:prstGeom prst="rightBrace">
            <a:avLst>
              <a:gd name="adj1" fmla="val 68111"/>
              <a:gd name="adj2" fmla="val 50000"/>
            </a:avLst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6792D2-CEA2-4D1F-88C5-C18289A3C28E}"/>
              </a:ext>
            </a:extLst>
          </p:cNvPr>
          <p:cNvSpPr/>
          <p:nvPr/>
        </p:nvSpPr>
        <p:spPr>
          <a:xfrm>
            <a:off x="7436501" y="2663043"/>
            <a:ext cx="9749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solidFill>
                  <a:srgbClr val="00B0F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ourier New" panose="02070309020205020404" pitchFamily="49" charset="0"/>
              </a:rPr>
              <a:t># domain</a:t>
            </a:r>
            <a:endParaRPr lang="ko-KR" altLang="en-US" sz="1400" dirty="0">
              <a:solidFill>
                <a:srgbClr val="00B0F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B9C89AB-0A8F-4AE1-B7EB-C4B6D35A7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415467"/>
              </p:ext>
            </p:extLst>
          </p:nvPr>
        </p:nvGraphicFramePr>
        <p:xfrm>
          <a:off x="457200" y="5304473"/>
          <a:ext cx="822960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1917493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Enter the file name of a function: problem/Convex.txt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(x1 - 2) ** 2 + 5 * (x2 - 5) ** 2 + 8 * (x3 + 8) ** 2 + 3 * (x4 + 1) ** 2 + 6 * (x5 - 7) ** 2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[‘x1’,  ‘x2’,  ‘x3’,  ‘x4’,  ‘x5’]  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# var</a:t>
                      </a:r>
                      <a:endParaRPr lang="en-US" altLang="ko-KR" sz="1200" dirty="0">
                        <a:solidFill>
                          <a:schemeClr val="bg1">
                            <a:lumMod val="65000"/>
                          </a:scheme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[-30.0, -30.0, -30.0, -30.0, -30.0] 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# lower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Consolas" panose="020B0609020204030204" pitchFamily="49" charset="0"/>
                        </a:rPr>
                        <a:t>[ 30.0,  30.0,  30.0,  30.0,  30.0] </a:t>
                      </a:r>
                      <a:r>
                        <a:rPr lang="en-US" altLang="ko-KR" sz="1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</a:rPr>
                        <a:t># upper</a:t>
                      </a:r>
                      <a:endParaRPr lang="ko-KR" altLang="en-US" sz="1000" dirty="0">
                        <a:solidFill>
                          <a:schemeClr val="bg1">
                            <a:lumMod val="65000"/>
                          </a:scheme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999660"/>
                  </a:ext>
                </a:extLst>
              </a:tr>
            </a:tbl>
          </a:graphicData>
        </a:graphic>
      </p:graphicFrame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B79BAAD-F89B-4F55-AE8F-800FA4A84B5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278038" y="3657600"/>
            <a:ext cx="1293962" cy="1646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말풍선: 사각형 10">
            <a:extLst>
              <a:ext uri="{FF2B5EF4-FFF2-40B4-BE49-F238E27FC236}">
                <a16:creationId xmlns:a16="http://schemas.microsoft.com/office/drawing/2014/main" id="{FA046D9A-3184-4AA1-9D60-22FC7D6006A4}"/>
              </a:ext>
            </a:extLst>
          </p:cNvPr>
          <p:cNvSpPr/>
          <p:nvPr/>
        </p:nvSpPr>
        <p:spPr>
          <a:xfrm>
            <a:off x="3635896" y="4404396"/>
            <a:ext cx="2246202" cy="432048"/>
          </a:xfrm>
          <a:prstGeom prst="wedgeRectCallout">
            <a:avLst>
              <a:gd name="adj1" fmla="val -38441"/>
              <a:gd name="adj2" fmla="val 30536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Prints </a:t>
            </a:r>
            <a:r>
              <a:rPr lang="en-US" altLang="ko-KR" sz="10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createProblem</a:t>
            </a:r>
            <a:r>
              <a: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return value (=problem instance)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3C190D-8E6E-4DCD-A0C1-64634AF63C2E}"/>
              </a:ext>
            </a:extLst>
          </p:cNvPr>
          <p:cNvSpPr/>
          <p:nvPr/>
        </p:nvSpPr>
        <p:spPr>
          <a:xfrm>
            <a:off x="638354" y="5704337"/>
            <a:ext cx="517585" cy="6792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331398-AFEF-4337-9D33-A64D8B1AEA9D}"/>
              </a:ext>
            </a:extLst>
          </p:cNvPr>
          <p:cNvSpPr/>
          <p:nvPr/>
        </p:nvSpPr>
        <p:spPr>
          <a:xfrm>
            <a:off x="1207159" y="5704337"/>
            <a:ext cx="517585" cy="6792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C1E8C2-CD96-44F0-A95E-B09AA3C0C517}"/>
              </a:ext>
            </a:extLst>
          </p:cNvPr>
          <p:cNvSpPr/>
          <p:nvPr/>
        </p:nvSpPr>
        <p:spPr>
          <a:xfrm>
            <a:off x="1785490" y="5704337"/>
            <a:ext cx="517585" cy="6792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1E0C17-637A-4335-9883-7BF4B5CA414D}"/>
              </a:ext>
            </a:extLst>
          </p:cNvPr>
          <p:cNvSpPr/>
          <p:nvPr/>
        </p:nvSpPr>
        <p:spPr>
          <a:xfrm>
            <a:off x="2375351" y="5704337"/>
            <a:ext cx="517585" cy="6792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F22EC94-C063-4316-B5B6-ACFD2E4796B8}"/>
              </a:ext>
            </a:extLst>
          </p:cNvPr>
          <p:cNvSpPr/>
          <p:nvPr/>
        </p:nvSpPr>
        <p:spPr>
          <a:xfrm>
            <a:off x="2969975" y="5704337"/>
            <a:ext cx="517585" cy="6792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D8CE342-5525-441B-B6B4-F74A073CF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4404396"/>
            <a:ext cx="2957750" cy="811732"/>
          </a:xfrm>
          <a:prstGeom prst="rect">
            <a:avLst/>
          </a:prstGeom>
        </p:spPr>
      </p:pic>
      <p:sp>
        <p:nvSpPr>
          <p:cNvPr id="19" name="말풍선: 사각형 18">
            <a:extLst>
              <a:ext uri="{FF2B5EF4-FFF2-40B4-BE49-F238E27FC236}">
                <a16:creationId xmlns:a16="http://schemas.microsoft.com/office/drawing/2014/main" id="{EC890C29-88A2-452F-A217-123A0EA6C5B2}"/>
              </a:ext>
            </a:extLst>
          </p:cNvPr>
          <p:cNvSpPr/>
          <p:nvPr/>
        </p:nvSpPr>
        <p:spPr>
          <a:xfrm>
            <a:off x="5407448" y="1052736"/>
            <a:ext cx="1814154" cy="282178"/>
          </a:xfrm>
          <a:prstGeom prst="wedgeRectCallout">
            <a:avLst>
              <a:gd name="adj1" fmla="val -28455"/>
              <a:gd name="adj2" fmla="val 100849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problem to be solved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738A4278-556F-E756-6094-5CC6C061BA40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steepestAscent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11188" lvl="1" eaLnBrk="1" hangingPunct="1"/>
            <a:r>
              <a:rPr lang="en-US" altLang="ko-KR" sz="1800" dirty="0">
                <a:cs typeface="Courier New" panose="02070309020205020404" pitchFamily="49" charset="0"/>
              </a:rPr>
              <a:t>Given a problem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sz="1800" dirty="0"/>
              <a:t>, </a:t>
            </a:r>
            <a:r>
              <a:rPr lang="en-US" altLang="ko-KR" sz="1800" u="sng" dirty="0"/>
              <a:t>takes a random initial point</a:t>
            </a:r>
            <a:r>
              <a:rPr lang="en-US" altLang="ko-KR" sz="1800" dirty="0"/>
              <a:t> (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randomInit</a:t>
            </a:r>
            <a:r>
              <a:rPr lang="en-US" altLang="ko-KR" sz="1800" dirty="0"/>
              <a:t>) as a current point and evaluates it (</a:t>
            </a:r>
            <a:r>
              <a:rPr lang="en-US" altLang="ko-KR" sz="1600" b="1" dirty="0">
                <a:latin typeface="Courier New" panose="02070309020205020404" pitchFamily="49" charset="0"/>
              </a:rPr>
              <a:t>evaluate</a:t>
            </a:r>
            <a:r>
              <a:rPr lang="en-US" altLang="ko-KR" sz="1800" dirty="0"/>
              <a:t>)</a:t>
            </a:r>
          </a:p>
          <a:p>
            <a:pPr marL="611188" lvl="1" eaLnBrk="1" hangingPunct="1"/>
            <a:r>
              <a:rPr lang="en-US" altLang="ko-KR" sz="1800" u="sng" dirty="0"/>
              <a:t>Repeats</a:t>
            </a:r>
            <a:r>
              <a:rPr lang="en-US" altLang="ko-KR" sz="1800" dirty="0"/>
              <a:t> updating the current point: </a:t>
            </a:r>
          </a:p>
          <a:p>
            <a:pPr marL="898525" lvl="2" indent="-287338" eaLnBrk="1" hangingPunct="1"/>
            <a:r>
              <a:rPr lang="en-US" altLang="ko-KR" sz="1800" dirty="0"/>
              <a:t>Generate multiple neighbors (</a:t>
            </a:r>
            <a:r>
              <a:rPr lang="en-US" altLang="ko-KR" sz="1600" b="1" dirty="0">
                <a:latin typeface="Courier New" panose="02070309020205020404" pitchFamily="49" charset="0"/>
              </a:rPr>
              <a:t>mutants</a:t>
            </a:r>
            <a:r>
              <a:rPr lang="en-US" altLang="ko-KR" sz="1800" dirty="0"/>
              <a:t>) </a:t>
            </a:r>
          </a:p>
          <a:p>
            <a:pPr marL="898525" lvl="2" indent="-287338" eaLnBrk="1" hangingPunct="1"/>
            <a:r>
              <a:rPr lang="en-US" altLang="ko-KR" sz="1800" dirty="0"/>
              <a:t>Finds the best one (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bestOf</a:t>
            </a:r>
            <a:r>
              <a:rPr lang="en-US" altLang="ko-KR" sz="1800" dirty="0"/>
              <a:t>) among them</a:t>
            </a:r>
          </a:p>
          <a:p>
            <a:pPr marL="898525" lvl="2" indent="-287338" eaLnBrk="1" hangingPunct="1"/>
            <a:r>
              <a:rPr lang="en-US" altLang="ko-KR" sz="1800" dirty="0"/>
              <a:t>If it is better than current, update and continue</a:t>
            </a:r>
            <a:br>
              <a:rPr lang="en-US" altLang="ko-KR" sz="1800" dirty="0"/>
            </a:br>
            <a:r>
              <a:rPr lang="en-US" altLang="ko-KR" sz="1800" dirty="0"/>
              <a:t>Otherwise, stop</a:t>
            </a:r>
          </a:p>
          <a:p>
            <a:pPr marL="611188" lvl="1" eaLnBrk="1" hangingPunct="1"/>
            <a:r>
              <a:rPr lang="en-US" altLang="ko-KR" sz="1800" u="sng" dirty="0"/>
              <a:t>Returns the final current point</a:t>
            </a:r>
            <a:r>
              <a:rPr lang="en-US" altLang="ko-KR" sz="1800" dirty="0"/>
              <a:t> and its evaluation value</a:t>
            </a:r>
          </a:p>
          <a:p>
            <a:pPr marL="611188" lvl="1" eaLnBrk="1" hangingPunct="1"/>
            <a:endParaRPr lang="en-US" altLang="ko-KR" sz="1800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C2C7125B-77F0-A3B5-72F0-62316595C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Numerical Optimization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3EF04BC8-483D-166A-6E36-F91088DF4C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15365" name="슬라이드 번호 개체 틀 8">
            <a:extLst>
              <a:ext uri="{FF2B5EF4-FFF2-40B4-BE49-F238E27FC236}">
                <a16:creationId xmlns:a16="http://schemas.microsoft.com/office/drawing/2014/main" id="{03439034-7808-49EA-324E-CE0AB01FED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64DD954-48FB-42DC-8153-0B4A4E3B2F32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E41E059E-6AB8-425D-99B3-6EC1D5FB8328}"/>
              </a:ext>
            </a:extLst>
          </p:cNvPr>
          <p:cNvSpPr/>
          <p:nvPr/>
        </p:nvSpPr>
        <p:spPr>
          <a:xfrm>
            <a:off x="5508104" y="2348880"/>
            <a:ext cx="3456384" cy="504056"/>
          </a:xfrm>
          <a:prstGeom prst="wedgeRectCallout">
            <a:avLst>
              <a:gd name="adj1" fmla="val -52165"/>
              <a:gd name="adj2" fmla="val 16991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“neighbor” = Solution adjacent to </a:t>
            </a:r>
            <a:r>
              <a:rPr lang="en-US" altLang="ko-KR" sz="1000" b="1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current</a:t>
            </a:r>
            <a:endParaRPr lang="en-US" altLang="ko-KR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Adjacent solution = Solution obtained by slightly changing current solution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48A388A-4B14-AF50-C6B9-32D474936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BBEB43C2-873F-8E54-1BA7-B0C97BD95E87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steepestAscent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11188" lvl="1" eaLnBrk="1" hangingPunct="1"/>
            <a:endParaRPr lang="en-US" altLang="ko-KR" sz="1800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A98E6AE7-AB18-C6FE-82D4-4B337BC153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Numerical Optimization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F55859A5-569B-8AE2-6145-1AF3005C88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15365" name="슬라이드 번호 개체 틀 8">
            <a:extLst>
              <a:ext uri="{FF2B5EF4-FFF2-40B4-BE49-F238E27FC236}">
                <a16:creationId xmlns:a16="http://schemas.microsoft.com/office/drawing/2014/main" id="{8507B15A-2B82-527D-8638-FB116EB41B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64DD954-48FB-42DC-8153-0B4A4E3B2F32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847D7FF-296A-2DC3-7A3A-B433D56A2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556792"/>
            <a:ext cx="5472608" cy="27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105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C714AA4-2CAF-21DB-4268-6F266F49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362" name="Rectangle 3">
                <a:extLst>
                  <a:ext uri="{FF2B5EF4-FFF2-40B4-BE49-F238E27FC236}">
                    <a16:creationId xmlns:a16="http://schemas.microsoft.com/office/drawing/2014/main" id="{061D76FF-C4ED-8855-E0E4-95CA665F3EA9}"/>
                  </a:ext>
                </a:extLst>
              </p:cNvPr>
              <p:cNvSpPr>
                <a:spLocks noGrp="1" noChangeAspect="1" noChangeArrowheads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</p:spPr>
            <p:txBody>
              <a:bodyPr/>
              <a:lstStyle/>
              <a:p>
                <a:pPr marL="287338" indent="-287338" eaLnBrk="1" hangingPunct="1"/>
                <a:r>
                  <a:rPr lang="en-US" altLang="ko-KR" sz="1800" b="1" dirty="0" err="1">
                    <a:latin typeface="Courier New" panose="02070309020205020404" pitchFamily="49" charset="0"/>
                  </a:rPr>
                  <a:t>randomInit</a:t>
                </a:r>
                <a:r>
                  <a:rPr lang="en-US" altLang="ko-KR" sz="1800" b="1" dirty="0">
                    <a:latin typeface="Courier New" panose="02070309020205020404" pitchFamily="49" charset="0"/>
                  </a:rPr>
                  <a:t>(p)</a:t>
                </a:r>
                <a:r>
                  <a:rPr lang="en-US" altLang="ko-KR" dirty="0"/>
                  <a:t>:</a:t>
                </a:r>
              </a:p>
              <a:p>
                <a:pPr marL="611188" lvl="1" eaLnBrk="1" hangingPunct="1"/>
                <a:r>
                  <a:rPr lang="en-US" altLang="ko-KR" sz="1800" dirty="0"/>
                  <a:t>Given a problem </a:t>
                </a:r>
                <a:r>
                  <a:rPr lang="en-US" altLang="ko-KR" sz="1600" b="1" dirty="0">
                    <a:latin typeface="Courier New" panose="02070309020205020404" pitchFamily="49" charset="0"/>
                  </a:rPr>
                  <a:t>p</a:t>
                </a:r>
                <a:r>
                  <a:rPr lang="en-US" altLang="ko-KR" sz="1800" dirty="0"/>
                  <a:t>, returns a point randomly chosen within </a:t>
                </a:r>
                <a:r>
                  <a:rPr lang="en-US" altLang="ko-KR" sz="1600" b="1" dirty="0">
                    <a:latin typeface="Courier New" panose="02070309020205020404" pitchFamily="49" charset="0"/>
                  </a:rPr>
                  <a:t>p</a:t>
                </a:r>
                <a:r>
                  <a:rPr lang="en-US" altLang="ko-KR" sz="1800" dirty="0"/>
                  <a:t>’s domain</a:t>
                </a:r>
              </a:p>
              <a:p>
                <a:pPr marL="611188" lvl="1" eaLnBrk="1" hangingPunct="1"/>
                <a:endParaRPr lang="en-US" altLang="ko-KR" sz="1800" dirty="0"/>
              </a:p>
              <a:p>
                <a:pPr marL="611188" lvl="1" eaLnBrk="1" hangingPunct="1"/>
                <a:endParaRPr lang="en-US" altLang="ko-KR" sz="1800" dirty="0"/>
              </a:p>
              <a:p>
                <a:pPr marL="287338" indent="-287338" eaLnBrk="1" hangingPunct="1"/>
                <a:endParaRPr lang="en-US" altLang="ko-KR" sz="1800" b="1" dirty="0">
                  <a:latin typeface="Courier New" panose="02070309020205020404" pitchFamily="49" charset="0"/>
                </a:endParaRPr>
              </a:p>
              <a:p>
                <a:pPr marL="287338" indent="-287338" eaLnBrk="1" hangingPunct="1"/>
                <a:r>
                  <a:rPr lang="en-US" altLang="ko-KR" sz="1800" b="1" dirty="0">
                    <a:latin typeface="Courier New" panose="02070309020205020404" pitchFamily="49" charset="0"/>
                  </a:rPr>
                  <a:t>mutants(current, p)</a:t>
                </a:r>
                <a:r>
                  <a:rPr lang="en-US" altLang="ko-KR" dirty="0"/>
                  <a:t>:</a:t>
                </a:r>
              </a:p>
              <a:p>
                <a:pPr marL="611188" lvl="1" eaLnBrk="1" hangingPunct="1"/>
                <a:r>
                  <a:rPr lang="en-US" altLang="ko-KR" sz="1800" dirty="0"/>
                  <a:t>Returns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800" dirty="0"/>
                  <a:t> </a:t>
                </a:r>
                <a:r>
                  <a:rPr lang="en-US" altLang="ko-KR" sz="1800" u="sng" dirty="0"/>
                  <a:t>neighbors</a:t>
                </a:r>
                <a:r>
                  <a:rPr lang="en-US" altLang="ko-KR" sz="1800" dirty="0"/>
                  <a:t> of </a:t>
                </a:r>
                <a:r>
                  <a:rPr lang="en-US" altLang="ko-KR" sz="1600" b="1" dirty="0">
                    <a:latin typeface="Courier New" panose="02070309020205020404" pitchFamily="49" charset="0"/>
                  </a:rPr>
                  <a:t>current</a:t>
                </a:r>
                <a:r>
                  <a:rPr lang="en-US" altLang="ko-KR" sz="1400" dirty="0"/>
                  <a:t> 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400" dirty="0"/>
                  <a:t>: </a:t>
                </a:r>
                <a:r>
                  <a:rPr lang="en-US" altLang="ko-KR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# of variables</a:t>
                </a:r>
                <a:r>
                  <a:rPr lang="en-US" altLang="ko-KR" sz="1400" dirty="0"/>
                  <a:t>)</a:t>
                </a:r>
              </a:p>
              <a:p>
                <a:pPr marL="899188" lvl="2" eaLnBrk="1" hangingPunct="1"/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400" dirty="0"/>
                  <a:t>-</a:t>
                </a:r>
                <a:r>
                  <a:rPr lang="en-US" sz="1400" dirty="0" err="1"/>
                  <a:t>th</a:t>
                </a:r>
                <a:r>
                  <a:rPr lang="en-US" sz="1400" dirty="0"/>
                  <a:t> variable value </a:t>
                </a:r>
                <a:r>
                  <a:rPr lang="en-US" sz="1400" b="1" dirty="0"/>
                  <a:t>plus DELTA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number of times</a:t>
                </a:r>
              </a:p>
              <a:p>
                <a:pPr marL="899188" lvl="2" eaLnBrk="1" hangingPunct="1"/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400" dirty="0"/>
                  <a:t>-</a:t>
                </a:r>
                <a:r>
                  <a:rPr lang="en-US" sz="1400" dirty="0" err="1"/>
                  <a:t>th</a:t>
                </a:r>
                <a:r>
                  <a:rPr lang="en-US" sz="1400" dirty="0"/>
                  <a:t> variable value </a:t>
                </a:r>
                <a:r>
                  <a:rPr lang="en-US" sz="1400" b="1" dirty="0"/>
                  <a:t>minus DELTA 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number of times</a:t>
                </a:r>
              </a:p>
              <a:p>
                <a:pPr marL="611188" lvl="1" eaLnBrk="1" hangingPunct="1"/>
                <a:r>
                  <a:rPr lang="en-US" altLang="ko-KR" sz="1800" dirty="0"/>
                  <a:t>Each neighbor is made by copying </a:t>
                </a:r>
                <a:r>
                  <a:rPr lang="en-US" altLang="ko-KR" sz="1600" b="1" dirty="0">
                    <a:latin typeface="Courier New" panose="02070309020205020404" pitchFamily="49" charset="0"/>
                  </a:rPr>
                  <a:t>current</a:t>
                </a:r>
                <a:r>
                  <a:rPr lang="en-US" altLang="ko-KR" sz="1800" dirty="0"/>
                  <a:t>, choosing an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sz="1800" dirty="0" err="1"/>
                  <a:t>-th</a:t>
                </a:r>
                <a:r>
                  <a:rPr lang="en-US" altLang="ko-KR" sz="1800" dirty="0"/>
                  <a:t> variable of </a:t>
                </a:r>
                <a:r>
                  <a:rPr lang="en-US" altLang="ko-KR" sz="1600" b="1" dirty="0">
                    <a:latin typeface="Courier New" panose="02070309020205020404" pitchFamily="49" charset="0"/>
                  </a:rPr>
                  <a:t>p</a:t>
                </a:r>
                <a:r>
                  <a:rPr lang="en-US" altLang="ko-KR" sz="1800" dirty="0"/>
                  <a:t>, and then altering its value (</a:t>
                </a:r>
                <a:r>
                  <a:rPr lang="en-US" altLang="ko-KR" sz="1600" b="1" dirty="0">
                    <a:latin typeface="Courier New" panose="02070309020205020404" pitchFamily="49" charset="0"/>
                  </a:rPr>
                  <a:t>mutate</a:t>
                </a:r>
                <a:r>
                  <a:rPr lang="en-US" altLang="ko-KR" sz="1800" dirty="0"/>
                  <a:t>) by both </a:t>
                </a:r>
                <a:r>
                  <a:rPr lang="en-US" altLang="ko-KR" sz="1800" u="sng" dirty="0"/>
                  <a:t>adding and subtracting </a:t>
                </a:r>
                <a:r>
                  <a:rPr lang="en-US" altLang="ko-KR" sz="1600" b="1" u="sng" dirty="0">
                    <a:latin typeface="Courier New" panose="02070309020205020404" pitchFamily="49" charset="0"/>
                  </a:rPr>
                  <a:t>DELTA(d)</a:t>
                </a:r>
                <a:r>
                  <a:rPr lang="en-US" altLang="ko-KR" sz="1800" dirty="0"/>
                  <a:t> </a:t>
                </a:r>
              </a:p>
              <a:p>
                <a:pPr marL="898525" lvl="2" indent="-287338" eaLnBrk="1" hangingPunct="1"/>
                <a:r>
                  <a:rPr lang="en-US" altLang="ko-KR" sz="1600" b="1" dirty="0">
                    <a:latin typeface="Courier New" panose="02070309020205020404" pitchFamily="49" charset="0"/>
                  </a:rPr>
                  <a:t>DELTA</a:t>
                </a:r>
                <a:r>
                  <a:rPr lang="en-US" altLang="ko-KR" sz="1800" dirty="0"/>
                  <a:t> is a named constant representing the step size of axis-parallel mutation</a:t>
                </a:r>
              </a:p>
              <a:p>
                <a:pPr marL="287188" eaLnBrk="1" hangingPunct="1"/>
                <a:endParaRPr lang="en-US" altLang="ko-KR" sz="1800" dirty="0"/>
              </a:p>
            </p:txBody>
          </p:sp>
        </mc:Choice>
        <mc:Fallback>
          <p:sp>
            <p:nvSpPr>
              <p:cNvPr id="15362" name="Rectangle 3">
                <a:extLst>
                  <a:ext uri="{FF2B5EF4-FFF2-40B4-BE49-F238E27FC236}">
                    <a16:creationId xmlns:a16="http://schemas.microsoft.com/office/drawing/2014/main" id="{061D76FF-C4ED-8855-E0E4-95CA665F3E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  <a:blipFill>
                <a:blip r:embed="rId3"/>
                <a:stretch>
                  <a:fillRect l="-444" t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Rectangle 2">
            <a:extLst>
              <a:ext uri="{FF2B5EF4-FFF2-40B4-BE49-F238E27FC236}">
                <a16:creationId xmlns:a16="http://schemas.microsoft.com/office/drawing/2014/main" id="{33210629-7906-E06D-E22E-326DA854BC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Numerical Optimization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55717D4F-0A8F-9ED1-DEC0-06DF785479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15365" name="슬라이드 번호 개체 틀 8">
            <a:extLst>
              <a:ext uri="{FF2B5EF4-FFF2-40B4-BE49-F238E27FC236}">
                <a16:creationId xmlns:a16="http://schemas.microsoft.com/office/drawing/2014/main" id="{8284D613-0E70-18DC-5749-985E4009B8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64DD954-48FB-42DC-8153-0B4A4E3B2F32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19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말풍선: 사각형 1">
                <a:extLst>
                  <a:ext uri="{FF2B5EF4-FFF2-40B4-BE49-F238E27FC236}">
                    <a16:creationId xmlns:a16="http://schemas.microsoft.com/office/drawing/2014/main" id="{7E7D0A69-FADB-FD16-25EE-5745C2011257}"/>
                  </a:ext>
                </a:extLst>
              </p:cNvPr>
              <p:cNvSpPr/>
              <p:nvPr/>
            </p:nvSpPr>
            <p:spPr>
              <a:xfrm>
                <a:off x="1187624" y="1844824"/>
                <a:ext cx="7095013" cy="604806"/>
              </a:xfrm>
              <a:prstGeom prst="wedgeRectCallout">
                <a:avLst>
                  <a:gd name="adj1" fmla="val -11406"/>
                  <a:gd name="adj2" fmla="val 428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Generates a solution (point) randomly within the range that satisfies the specified minimum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lower</m:t>
                    </m:r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bound</m:t>
                    </m:r>
                  </m:oMath>
                </a14:m>
                <a:r>
                  <a:rPr lang="en-US" sz="1200" dirty="0"/>
                  <a:t>) and maximum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upper</m:t>
                    </m:r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bound</m:t>
                    </m:r>
                  </m:oMath>
                </a14:m>
                <a:r>
                  <a:rPr lang="en-US" sz="1200" dirty="0"/>
                  <a:t>) conditions.</a:t>
                </a:r>
                <a:endParaRPr lang="ko-KR" altLang="en-US" sz="12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mc:Choice>
        <mc:Fallback>
          <p:sp>
            <p:nvSpPr>
              <p:cNvPr id="2" name="말풍선: 사각형 1">
                <a:extLst>
                  <a:ext uri="{FF2B5EF4-FFF2-40B4-BE49-F238E27FC236}">
                    <a16:creationId xmlns:a16="http://schemas.microsoft.com/office/drawing/2014/main" id="{7E7D0A69-FADB-FD16-25EE-5745C20112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1844824"/>
                <a:ext cx="7095013" cy="604806"/>
              </a:xfrm>
              <a:prstGeom prst="wedgeRectCallout">
                <a:avLst>
                  <a:gd name="adj1" fmla="val -11406"/>
                  <a:gd name="adj2" fmla="val 428"/>
                </a:avLst>
              </a:prstGeom>
              <a:blipFill>
                <a:blip r:embed="rId4"/>
                <a:stretch>
                  <a:fillRect l="-86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말풍선: 사각형 2">
                <a:extLst>
                  <a:ext uri="{FF2B5EF4-FFF2-40B4-BE49-F238E27FC236}">
                    <a16:creationId xmlns:a16="http://schemas.microsoft.com/office/drawing/2014/main" id="{5276AB9D-E460-C9E0-D067-DF1E930DAC30}"/>
                  </a:ext>
                </a:extLst>
              </p:cNvPr>
              <p:cNvSpPr/>
              <p:nvPr/>
            </p:nvSpPr>
            <p:spPr>
              <a:xfrm>
                <a:off x="3640088" y="2991867"/>
                <a:ext cx="5148000" cy="365125"/>
              </a:xfrm>
              <a:prstGeom prst="wedgeRectCallout">
                <a:avLst>
                  <a:gd name="adj1" fmla="val -11406"/>
                  <a:gd name="adj2" fmla="val 428"/>
                </a:avLst>
              </a:prstGeom>
              <a:solidFill>
                <a:schemeClr val="bg1">
                  <a:lumMod val="85000"/>
                </a:schemeClr>
              </a:solidFill>
              <a:ln w="127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One of the methods for generating the adjacent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neighboring</m:t>
                    </m:r>
                  </m:oMath>
                </a14:m>
                <a:r>
                  <a:rPr lang="en-US" sz="1200" dirty="0"/>
                  <a:t>) successors of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current</m:t>
                    </m:r>
                  </m:oMath>
                </a14:m>
                <a:endParaRPr lang="ko-KR" altLang="en-US" sz="12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mc:Choice>
        <mc:Fallback>
          <p:sp>
            <p:nvSpPr>
              <p:cNvPr id="3" name="말풍선: 사각형 2">
                <a:extLst>
                  <a:ext uri="{FF2B5EF4-FFF2-40B4-BE49-F238E27FC236}">
                    <a16:creationId xmlns:a16="http://schemas.microsoft.com/office/drawing/2014/main" id="{5276AB9D-E460-C9E0-D067-DF1E930DAC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088" y="2991867"/>
                <a:ext cx="5148000" cy="365125"/>
              </a:xfrm>
              <a:prstGeom prst="wedgeRectCallout">
                <a:avLst>
                  <a:gd name="adj1" fmla="val -11406"/>
                  <a:gd name="adj2" fmla="val 428"/>
                </a:avLst>
              </a:prstGeom>
              <a:blipFill>
                <a:blip r:embed="rId5"/>
                <a:stretch>
                  <a:fillRect t="-15000" b="-2333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999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410" name="Rectangle 3">
                <a:extLst>
                  <a:ext uri="{FF2B5EF4-FFF2-40B4-BE49-F238E27FC236}">
                    <a16:creationId xmlns:a16="http://schemas.microsoft.com/office/drawing/2014/main" id="{5F1DE8C7-7897-5F44-901C-8C76F4511FB8}"/>
                  </a:ext>
                </a:extLst>
              </p:cNvPr>
              <p:cNvSpPr>
                <a:spLocks noGrp="1" noChangeAspect="1" noChangeArrowheads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</p:spPr>
            <p:txBody>
              <a:bodyPr/>
              <a:lstStyle/>
              <a:p>
                <a:pPr marL="287338" indent="-287338" eaLnBrk="1" hangingPunct="1"/>
                <a:r>
                  <a:rPr lang="en-US" altLang="ko-K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mutate(current, </a:t>
                </a:r>
                <a:r>
                  <a:rPr lang="en-US" altLang="ko-KR" sz="18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</a:t>
                </a:r>
                <a:r>
                  <a:rPr lang="en-US" altLang="ko-K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d, p)</a:t>
                </a:r>
                <a:r>
                  <a:rPr lang="en-US" altLang="ko-KR" dirty="0">
                    <a:cs typeface="Courier New" panose="02070309020205020404" pitchFamily="49" charset="0"/>
                  </a:rPr>
                  <a:t>:</a:t>
                </a:r>
              </a:p>
              <a:p>
                <a:pPr marL="611188" lvl="1" eaLnBrk="1" hangingPunct="1"/>
                <a:r>
                  <a:rPr lang="en-US" altLang="ko-KR" sz="1800" dirty="0">
                    <a:cs typeface="Courier New" panose="02070309020205020404" pitchFamily="49" charset="0"/>
                  </a:rPr>
                  <a:t>Makes a copy of </a:t>
                </a:r>
                <a:r>
                  <a:rPr lang="en-US" altLang="ko-KR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current</a:t>
                </a:r>
                <a:r>
                  <a:rPr lang="en-US" altLang="ko-KR" sz="1800" dirty="0">
                    <a:cs typeface="Courier New" panose="02070309020205020404" pitchFamily="49" charset="0"/>
                  </a:rPr>
                  <a:t>, alter the value of </a:t>
                </a:r>
                <a14:m>
                  <m:oMath xmlns:m="http://schemas.openxmlformats.org/officeDocument/2006/math">
                    <m:r>
                      <a:rPr lang="en-US" altLang="ko-KR" sz="1600" b="1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𝒊</m:t>
                    </m:r>
                  </m:oMath>
                </a14:m>
                <a:r>
                  <a:rPr lang="en-US" altLang="ko-KR" sz="1800" i="1" dirty="0" err="1">
                    <a:latin typeface="Times New Roman" panose="02020603050405020304" pitchFamily="18" charset="0"/>
                    <a:cs typeface="Courier New" panose="02070309020205020404" pitchFamily="49" charset="0"/>
                  </a:rPr>
                  <a:t>-</a:t>
                </a:r>
                <a:r>
                  <a:rPr lang="en-US" altLang="ko-KR" sz="1800" dirty="0" err="1">
                    <a:cs typeface="Courier New" panose="02070309020205020404" pitchFamily="49" charset="0"/>
                  </a:rPr>
                  <a:t>th</a:t>
                </a:r>
                <a:r>
                  <a:rPr lang="en-US" altLang="ko-KR" sz="1800" dirty="0">
                    <a:cs typeface="Courier New" panose="02070309020205020404" pitchFamily="49" charset="0"/>
                  </a:rPr>
                  <a:t> variable by adding </a:t>
                </a:r>
                <a:r>
                  <a:rPr lang="en-US" altLang="ko-KR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r>
                  <a:rPr lang="en-US" altLang="ko-KR" sz="1800" dirty="0">
                    <a:cs typeface="Courier New" panose="02070309020205020404" pitchFamily="49" charset="0"/>
                  </a:rPr>
                  <a:t> as long as the new value remains within the domain of </a:t>
                </a:r>
                <a:r>
                  <a:rPr lang="en-US" altLang="ko-KR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</a:t>
                </a:r>
                <a:r>
                  <a:rPr lang="en-US" altLang="ko-KR" sz="1800" dirty="0">
                    <a:cs typeface="Courier New" panose="02070309020205020404" pitchFamily="49" charset="0"/>
                  </a:rPr>
                  <a:t>, and returns the resulting mutant </a:t>
                </a:r>
              </a:p>
              <a:p>
                <a:pPr marL="286525" indent="-287338" eaLnBrk="1" hangingPunct="1"/>
                <a:endParaRPr lang="en-US" altLang="ko-KR" sz="1800" dirty="0"/>
              </a:p>
            </p:txBody>
          </p:sp>
        </mc:Choice>
        <mc:Fallback xmlns="">
          <p:sp>
            <p:nvSpPr>
              <p:cNvPr id="17410" name="Rectangle 3">
                <a:extLst>
                  <a:ext uri="{FF2B5EF4-FFF2-40B4-BE49-F238E27FC236}">
                    <a16:creationId xmlns:a16="http://schemas.microsoft.com/office/drawing/2014/main" id="{5F1DE8C7-7897-5F44-901C-8C76F4511F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  <a:blipFill>
                <a:blip r:embed="rId3"/>
                <a:stretch>
                  <a:fillRect l="-444" t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1" name="Rectangle 2">
            <a:extLst>
              <a:ext uri="{FF2B5EF4-FFF2-40B4-BE49-F238E27FC236}">
                <a16:creationId xmlns:a16="http://schemas.microsoft.com/office/drawing/2014/main" id="{56BB3792-4110-8B21-2D1C-32DB92F84D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Numerical Optimization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077CA63D-4DDB-4B32-B055-84BDE1124B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17413" name="슬라이드 번호 개체 틀 8">
            <a:extLst>
              <a:ext uri="{FF2B5EF4-FFF2-40B4-BE49-F238E27FC236}">
                <a16:creationId xmlns:a16="http://schemas.microsoft.com/office/drawing/2014/main" id="{0333FDCC-6D1D-E58D-7FA8-F93C970973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EFEFD9D-97E1-4C63-ABE7-18D04468B7A7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20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F4266-E180-50FD-13C3-4BCA58E52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903" y="2600359"/>
            <a:ext cx="6156176" cy="186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756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5F1DE8C7-7897-5F44-901C-8C76F4511FB8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evaluate(current, p)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11188" lvl="1" eaLnBrk="1" hangingPunct="1"/>
            <a:r>
              <a:rPr lang="en-US" altLang="ko-KR" sz="1800" dirty="0">
                <a:cs typeface="Courier New" panose="02070309020205020404" pitchFamily="49" charset="0"/>
              </a:rPr>
              <a:t>Evaluates the expression of problem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sz="1800" dirty="0">
                <a:cs typeface="Times New Roman" panose="02020603050405020304" pitchFamily="18" charset="0"/>
              </a:rPr>
              <a:t> after assigning the values of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current</a:t>
            </a:r>
            <a:r>
              <a:rPr lang="en-US" altLang="ko-KR" sz="1800" dirty="0"/>
              <a:t> to its variables, and returns the result</a:t>
            </a:r>
          </a:p>
          <a:p>
            <a:pPr marL="898525" lvl="2" indent="-287338" eaLnBrk="1" hangingPunct="1"/>
            <a:r>
              <a:rPr lang="en-US" altLang="ko-KR" sz="1800" dirty="0"/>
              <a:t>Global variable </a:t>
            </a:r>
            <a:r>
              <a:rPr lang="en-US" altLang="ko-KR" sz="1600" b="1" dirty="0" err="1">
                <a:latin typeface="Courier New" panose="02070309020205020404" pitchFamily="49" charset="0"/>
              </a:rPr>
              <a:t>NumEval</a:t>
            </a:r>
            <a:r>
              <a:rPr lang="en-US" altLang="ko-KR" sz="1800" dirty="0"/>
              <a:t> is used to count the number of evaluations</a:t>
            </a:r>
          </a:p>
          <a:p>
            <a:pPr marL="286525" indent="-287338" eaLnBrk="1" hangingPunct="1"/>
            <a:endParaRPr lang="en-US" altLang="ko-KR" sz="1800" dirty="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56BB3792-4110-8B21-2D1C-32DB92F84D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Numerical Optimization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077CA63D-4DDB-4B32-B055-84BDE1124B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17413" name="슬라이드 번호 개체 틀 8">
            <a:extLst>
              <a:ext uri="{FF2B5EF4-FFF2-40B4-BE49-F238E27FC236}">
                <a16:creationId xmlns:a16="http://schemas.microsoft.com/office/drawing/2014/main" id="{0333FDCC-6D1D-E58D-7FA8-F93C970973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EFEFD9D-97E1-4C63-ABE7-18D04468B7A7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A50B6D-930E-B3AA-2F25-55358BEFC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313" y="2636912"/>
            <a:ext cx="6661373" cy="33450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81057EE-833F-75D9-E2F5-5A105C416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D4F3DEE9-0AB2-D6C6-B308-1E41CF437A60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bestOf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(neighbors, p)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11188" lvl="1" eaLnBrk="1" hangingPunct="1"/>
            <a:r>
              <a:rPr lang="en-US" altLang="ko-KR" sz="1800" dirty="0">
                <a:cs typeface="Courier New" panose="02070309020205020404" pitchFamily="49" charset="0"/>
              </a:rPr>
              <a:t>Evaluates each candidate solution in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neighbors</a:t>
            </a:r>
            <a:r>
              <a:rPr lang="en-US" altLang="ko-KR" sz="1800" dirty="0">
                <a:cs typeface="Courier New" panose="02070309020205020404" pitchFamily="49" charset="0"/>
              </a:rPr>
              <a:t> (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evaluate</a:t>
            </a:r>
            <a:r>
              <a:rPr lang="en-US" altLang="ko-KR" sz="1800" dirty="0">
                <a:cs typeface="Courier New" panose="02070309020205020404" pitchFamily="49" charset="0"/>
              </a:rPr>
              <a:t>), identifies the best one, and returns it with its evaluation value</a:t>
            </a:r>
          </a:p>
          <a:p>
            <a:pPr marL="287338" indent="-287338" eaLnBrk="1" hangingPunct="1"/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describeProblem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11188" lvl="1" eaLnBrk="1" hangingPunct="1"/>
            <a:r>
              <a:rPr lang="en-US" altLang="ko-KR" sz="1800" dirty="0">
                <a:cs typeface="Courier New" panose="02070309020205020404" pitchFamily="49" charset="0"/>
              </a:rPr>
              <a:t>Shows the expression and the domain of problem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</a:p>
          <a:p>
            <a:pPr marL="286525" indent="-287338" eaLnBrk="1" hangingPunct="1"/>
            <a:endParaRPr lang="en-US" altLang="ko-KR" sz="1800" dirty="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C72AF52F-1F9E-7847-D3CF-DD6CE5DE0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Numerical Optimization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8C27DE6-D4D2-3C02-CCD2-456F1E32E4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17413" name="슬라이드 번호 개체 틀 8">
            <a:extLst>
              <a:ext uri="{FF2B5EF4-FFF2-40B4-BE49-F238E27FC236}">
                <a16:creationId xmlns:a16="http://schemas.microsoft.com/office/drawing/2014/main" id="{FCC01AA8-4CFB-45A4-F1C8-C398548874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EFEFD9D-97E1-4C63-ABE7-18D04468B7A7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97C7B1-7DF2-CD29-82EA-B8102C5EF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127" y="3012635"/>
            <a:ext cx="5868144" cy="241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51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AAD00BE-9617-F924-0947-4F1D28902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D42BCAB4-F3C7-D9C7-D0C0-EC9B241AA631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desplaySetting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11188" lvl="1" eaLnBrk="1" hangingPunct="1"/>
            <a:r>
              <a:rPr lang="en-US" altLang="ko-KR" sz="1800" dirty="0">
                <a:cs typeface="Courier New" panose="02070309020205020404" pitchFamily="49" charset="0"/>
              </a:rPr>
              <a:t>Shows that the steepest-ascent hill climbing has been used as the search algorithm</a:t>
            </a:r>
          </a:p>
          <a:p>
            <a:pPr marL="611188" lvl="1" eaLnBrk="1" hangingPunct="1"/>
            <a:r>
              <a:rPr lang="en-US" altLang="ko-KR" sz="1800" dirty="0">
                <a:cs typeface="Courier New" panose="02070309020205020404" pitchFamily="49" charset="0"/>
              </a:rPr>
              <a:t>Displays the step size (</a:t>
            </a:r>
            <a:r>
              <a:rPr lang="en-US" altLang="ko-KR" sz="1800" b="1" dirty="0">
                <a:latin typeface="Courier New" panose="02070309020205020404" pitchFamily="49" charset="0"/>
              </a:rPr>
              <a:t>DELTA</a:t>
            </a:r>
            <a:r>
              <a:rPr lang="en-US" altLang="ko-KR" sz="1800" dirty="0">
                <a:cs typeface="Courier New" panose="02070309020205020404" pitchFamily="49" charset="0"/>
              </a:rPr>
              <a:t>) of the axis-parallel mutation</a:t>
            </a:r>
            <a:endParaRPr lang="en-US" altLang="ko-KR" dirty="0">
              <a:cs typeface="Courier New" panose="02070309020205020404" pitchFamily="49" charset="0"/>
            </a:endParaRPr>
          </a:p>
          <a:p>
            <a:pPr marL="286525" indent="-287338" eaLnBrk="1" hangingPunct="1"/>
            <a:endParaRPr lang="en-US" altLang="ko-KR" sz="1800" dirty="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B66406E-D405-37DA-FD74-48E61F128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Numerical Optimization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5180A38B-63B9-B7BB-4E2B-FEE4A845E8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17413" name="슬라이드 번호 개체 틀 8">
            <a:extLst>
              <a:ext uri="{FF2B5EF4-FFF2-40B4-BE49-F238E27FC236}">
                <a16:creationId xmlns:a16="http://schemas.microsoft.com/office/drawing/2014/main" id="{271F538F-B8F7-DA94-E5A6-CEF5AFB51D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EFEFD9D-97E1-4C63-ABE7-18D04468B7A7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23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9F65CB-B14B-78A9-9F28-2E20A5201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523" y="2555640"/>
            <a:ext cx="6146651" cy="127681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91E325C-7C61-3A3B-FFC1-F2DE188FB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523" y="4149081"/>
            <a:ext cx="4222565" cy="34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376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D8B2E8B8-DFDA-5AEC-27C9-5AE633C8072F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displayResult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(solution, minimum)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11188" lvl="1" eaLnBrk="1" hangingPunct="1">
              <a:defRPr/>
            </a:pPr>
            <a:r>
              <a:rPr lang="en-US" altLang="ko-KR" sz="1600" dirty="0">
                <a:cs typeface="Courier New" panose="02070309020205020404" pitchFamily="49" charset="0"/>
              </a:rPr>
              <a:t>Reports the result of optimization, which consists of </a:t>
            </a:r>
          </a:p>
          <a:p>
            <a:pPr marL="899188" lvl="2" eaLnBrk="1" hangingPunct="1">
              <a:defRPr/>
            </a:pP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solution</a:t>
            </a:r>
            <a:r>
              <a:rPr lang="en-US" altLang="ko-KR" sz="1600" dirty="0"/>
              <a:t> (the best solution found), </a:t>
            </a:r>
          </a:p>
          <a:p>
            <a:pPr marL="899188" lvl="2" eaLnBrk="1" hangingPunct="1">
              <a:defRPr/>
            </a:pPr>
            <a:r>
              <a:rPr lang="en-US" altLang="ko-KR" sz="1600" b="1" dirty="0">
                <a:latin typeface="Courier New" panose="02070309020205020404" pitchFamily="49" charset="0"/>
              </a:rPr>
              <a:t>minimum</a:t>
            </a:r>
            <a:r>
              <a:rPr lang="en-US" altLang="ko-KR" sz="1600" dirty="0"/>
              <a:t> (its evaluation value), and </a:t>
            </a:r>
          </a:p>
          <a:p>
            <a:pPr marL="899188" lvl="2" eaLnBrk="1" hangingPunct="1">
              <a:defRPr/>
            </a:pPr>
            <a:r>
              <a:rPr lang="en-US" altLang="ko-KR" sz="1600" dirty="0"/>
              <a:t>the total number of evaluations</a:t>
            </a:r>
          </a:p>
          <a:p>
            <a:pPr marL="610525" lvl="1" indent="-287338" eaLnBrk="1" hangingPunct="1">
              <a:defRPr/>
            </a:pPr>
            <a:r>
              <a:rPr lang="en-US" altLang="ko-KR" sz="1800" b="1" dirty="0">
                <a:latin typeface="Courier New" panose="02070309020205020404" pitchFamily="49" charset="0"/>
              </a:rPr>
              <a:t>solution</a:t>
            </a:r>
            <a:r>
              <a:rPr lang="en-US" altLang="ko-KR" b="1" dirty="0">
                <a:latin typeface="Courier New" panose="02070309020205020404" pitchFamily="49" charset="0"/>
              </a:rPr>
              <a:t> </a:t>
            </a:r>
            <a:r>
              <a:rPr lang="en-US" altLang="ko-KR" dirty="0"/>
              <a:t>is transformed to a tuple (</a:t>
            </a:r>
            <a:r>
              <a:rPr lang="en-US" altLang="ko-KR" sz="1800" b="1" dirty="0">
                <a:latin typeface="Courier New" panose="02070309020205020404" pitchFamily="49" charset="0"/>
              </a:rPr>
              <a:t>coordinate</a:t>
            </a:r>
            <a:r>
              <a:rPr lang="en-US" altLang="ko-KR" dirty="0"/>
              <a:t>) before printing</a:t>
            </a:r>
          </a:p>
          <a:p>
            <a:pPr marL="287338" indent="-287338" eaLnBrk="1" hangingPunct="1">
              <a:defRPr/>
            </a:pPr>
            <a:endParaRPr lang="en-US" altLang="ko-KR" sz="1800" b="1" dirty="0">
              <a:latin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r>
              <a:rPr lang="en-US" altLang="ko-KR" sz="1800" b="1" dirty="0">
                <a:latin typeface="Courier New" panose="02070309020205020404" pitchFamily="49" charset="0"/>
              </a:rPr>
              <a:t>coordinate(solution)</a:t>
            </a:r>
            <a:r>
              <a:rPr lang="en-US" altLang="ko-KR" dirty="0"/>
              <a:t>:</a:t>
            </a:r>
          </a:p>
          <a:p>
            <a:pPr marL="611188" lvl="1" eaLnBrk="1" hangingPunct="1">
              <a:defRPr/>
            </a:pPr>
            <a:r>
              <a:rPr lang="en-US" altLang="ko-KR" sz="1600" dirty="0"/>
              <a:t>Rounds up </a:t>
            </a:r>
            <a:r>
              <a:rPr lang="en-US" altLang="ko-KR" sz="1600" b="1" dirty="0">
                <a:latin typeface="Courier New" panose="02070309020205020404" pitchFamily="49" charset="0"/>
              </a:rPr>
              <a:t>solution</a:t>
            </a:r>
            <a:r>
              <a:rPr lang="en-US" altLang="ko-KR" sz="1600" dirty="0"/>
              <a:t> and returns it </a:t>
            </a:r>
            <a:r>
              <a:rPr lang="en-US" altLang="ko-KR" sz="1400" dirty="0"/>
              <a:t>(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to the third </a:t>
            </a: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decimal place</a:t>
            </a:r>
            <a:r>
              <a:rPr lang="en-US" altLang="ko-KR" sz="1400"/>
              <a:t>)</a:t>
            </a:r>
            <a:endParaRPr lang="en-US" altLang="ko-KR" sz="1600" dirty="0"/>
          </a:p>
          <a:p>
            <a:pPr marL="287188" eaLnBrk="1" hangingPunct="1">
              <a:defRPr/>
            </a:pPr>
            <a:endParaRPr lang="en-US" altLang="ko-KR" dirty="0"/>
          </a:p>
          <a:p>
            <a:pPr marL="287188" eaLnBrk="1" hangingPunct="1">
              <a:defRPr/>
            </a:pPr>
            <a:endParaRPr lang="en-US" altLang="ko-KR" dirty="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827190C1-D803-BE2A-EBD4-0244FB97B4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Numerical Optimization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2EB36F7-090B-BE23-E7B6-0948DDF9FE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21509" name="슬라이드 번호 개체 틀 8">
            <a:extLst>
              <a:ext uri="{FF2B5EF4-FFF2-40B4-BE49-F238E27FC236}">
                <a16:creationId xmlns:a16="http://schemas.microsoft.com/office/drawing/2014/main" id="{74FA6108-7373-9B2B-6010-147310019D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50F7185-F6A1-4313-ABF8-0BBB383166A3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24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3A0BAC-408E-76DE-8A0D-74C90F8B2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8F4301ED-F6A9-EC18-C103-B0BE4DCA4CBD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displayResult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(solution, minimum)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287338" indent="-287338" eaLnBrk="1" hangingPunct="1">
              <a:defRPr/>
            </a:pPr>
            <a:r>
              <a:rPr lang="en-US" altLang="ko-KR" sz="1800" b="1" dirty="0">
                <a:latin typeface="Courier New" panose="02070309020205020404" pitchFamily="49" charset="0"/>
              </a:rPr>
              <a:t>coordinate(solution)</a:t>
            </a:r>
            <a:r>
              <a:rPr lang="en-US" altLang="ko-KR" dirty="0"/>
              <a:t>:</a:t>
            </a:r>
          </a:p>
          <a:p>
            <a:pPr marL="287188" eaLnBrk="1" hangingPunct="1">
              <a:defRPr/>
            </a:pPr>
            <a:endParaRPr lang="en-US" altLang="ko-KR" dirty="0"/>
          </a:p>
          <a:p>
            <a:pPr marL="287188" eaLnBrk="1" hangingPunct="1">
              <a:defRPr/>
            </a:pPr>
            <a:endParaRPr lang="en-US" altLang="ko-KR" dirty="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4C66D73B-01EB-CE84-B1A5-F852A637D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Numerical Optimization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A8A95645-509B-B9A2-FC69-3D6CBA1A41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21509" name="슬라이드 번호 개체 틀 8">
            <a:extLst>
              <a:ext uri="{FF2B5EF4-FFF2-40B4-BE49-F238E27FC236}">
                <a16:creationId xmlns:a16="http://schemas.microsoft.com/office/drawing/2014/main" id="{8A1BC7B6-C8F8-C141-A4FE-B5216453E0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50F7185-F6A1-4313-ABF8-0BBB383166A3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25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3195A4-2ECE-6CA0-B74F-0FB3FF76B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988840"/>
            <a:ext cx="5896147" cy="256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6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DF378F1-1AC5-B49D-38B7-E7C8287B9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31837679-AB27-187F-A4C9-F39706801189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188" eaLnBrk="1" hangingPunct="1">
              <a:defRPr/>
            </a:pPr>
            <a:r>
              <a:rPr lang="en-US" altLang="ko-KR" dirty="0"/>
              <a:t>The program is required to import ‘random.py’ and ‘math.py’</a:t>
            </a:r>
          </a:p>
          <a:p>
            <a:pPr marL="287188" eaLnBrk="1" hangingPunct="1">
              <a:defRPr/>
            </a:pPr>
            <a:endParaRPr lang="en-US" altLang="ko-KR" dirty="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876E2330-898F-DD2F-6FDB-77E85F8B6A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Steepest-Ascent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Numerical Optimization</a:t>
            </a:r>
            <a:endParaRPr lang="en-US" altLang="ko-KR" sz="2400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DE5BD205-3F23-092A-0859-3BD0D8044B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21509" name="슬라이드 번호 개체 틀 8">
            <a:extLst>
              <a:ext uri="{FF2B5EF4-FFF2-40B4-BE49-F238E27FC236}">
                <a16:creationId xmlns:a16="http://schemas.microsoft.com/office/drawing/2014/main" id="{96849FAA-6D89-E533-525D-5DC9368275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50F7185-F6A1-4313-ABF8-0BBB383166A3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26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3D3212-090C-AB8F-435B-F1462D793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556792"/>
            <a:ext cx="212407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99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11D8AA7-2A1B-C9C4-356F-C1218203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64F6056E-2638-D2B2-1B93-DA8B90A8673D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5750" indent="-287338" eaLnBrk="1" hangingPunct="1"/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09600" lvl="1" indent="-287338" eaLnBrk="1" hangingPunct="1"/>
            <a:r>
              <a:rPr lang="en-US" altLang="ko-KR" dirty="0">
                <a:cs typeface="Courier New" panose="02070309020205020404" pitchFamily="49" charset="0"/>
              </a:rPr>
              <a:t>The only difference is that it calls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firstChoice</a:t>
            </a:r>
            <a:r>
              <a:rPr lang="en-US" altLang="ko-KR" dirty="0">
                <a:cs typeface="Courier New" panose="02070309020205020404" pitchFamily="49" charset="0"/>
              </a:rPr>
              <a:t> instead of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steepestAscent</a:t>
            </a:r>
            <a:endParaRPr lang="en-US" altLang="ko-KR" dirty="0">
              <a:cs typeface="Courier New" panose="02070309020205020404" pitchFamily="49" charset="0"/>
            </a:endParaRPr>
          </a:p>
          <a:p>
            <a:pPr marL="285750" indent="-287338" eaLnBrk="1" hangingPunct="1"/>
            <a:endParaRPr lang="en-US" altLang="ko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DC649DA-F956-3049-A71B-4D8399E51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800080"/>
                </a:solidFill>
              </a:rPr>
              <a:t>First-Choice</a:t>
            </a:r>
            <a:r>
              <a:rPr lang="en-US" altLang="ko-KR" sz="2400" dirty="0">
                <a:solidFill>
                  <a:srgbClr val="800080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800080"/>
                </a:solidFill>
              </a:rPr>
              <a:t>Numerical Optimization</a:t>
            </a:r>
            <a:endParaRPr lang="en-US" altLang="ko-KR" sz="2400" u="sng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0D80211A-0B10-E49F-4262-34984021D4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23557" name="슬라이드 번호 개체 틀 8">
            <a:extLst>
              <a:ext uri="{FF2B5EF4-FFF2-40B4-BE49-F238E27FC236}">
                <a16:creationId xmlns:a16="http://schemas.microsoft.com/office/drawing/2014/main" id="{046083C6-06B4-0A34-12B4-57CCEC4DA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1BB35A9-2E74-4630-8BA7-92E4D93AC2F4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27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2267D1FC-0C6A-FD30-5129-560362ABE47A}"/>
              </a:ext>
            </a:extLst>
          </p:cNvPr>
          <p:cNvSpPr/>
          <p:nvPr/>
        </p:nvSpPr>
        <p:spPr>
          <a:xfrm>
            <a:off x="251520" y="97037"/>
            <a:ext cx="1324792" cy="282178"/>
          </a:xfrm>
          <a:prstGeom prst="wedgeRectCallout">
            <a:avLst>
              <a:gd name="adj1" fmla="val 41869"/>
              <a:gd name="adj2" fmla="val 82506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Algorithm change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E078CB-A36A-5B0A-0349-E3770505B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115" y="2343853"/>
            <a:ext cx="7092950" cy="287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415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434A7C66-4A1E-E82B-B07F-FCB5511BC708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5750" indent="-287338" eaLnBrk="1" hangingPunct="1"/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firstChoice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  <a:p>
            <a:pPr marL="609600" lvl="1" indent="-287338" eaLnBrk="1" hangingPunct="1"/>
            <a:r>
              <a:rPr lang="en-US" altLang="ko-KR" dirty="0"/>
              <a:t>Only </a:t>
            </a:r>
            <a:r>
              <a:rPr lang="en-US" altLang="ko-KR" u="sng" dirty="0"/>
              <a:t>one random successor is generated </a:t>
            </a:r>
            <a:r>
              <a:rPr lang="en-US" altLang="ko-KR" dirty="0"/>
              <a:t>(</a:t>
            </a:r>
            <a:r>
              <a:rPr lang="en-US" altLang="ko-KR" sz="1800" b="1" dirty="0" err="1">
                <a:latin typeface="Courier New" panose="02070309020205020404" pitchFamily="49" charset="0"/>
              </a:rPr>
              <a:t>randomMutant</a:t>
            </a:r>
            <a:r>
              <a:rPr lang="en-US" altLang="ko-KR" dirty="0"/>
              <a:t>) to update the current solution</a:t>
            </a:r>
          </a:p>
          <a:p>
            <a:pPr marL="609600" lvl="1" indent="-287338" eaLnBrk="1" hangingPunct="1"/>
            <a:r>
              <a:rPr lang="en-US" altLang="ko-KR" dirty="0"/>
              <a:t>The algorithm </a:t>
            </a:r>
            <a:r>
              <a:rPr lang="en-US" altLang="ko-KR" u="sng" dirty="0"/>
              <a:t>stops if no improvement is observed </a:t>
            </a:r>
            <a:r>
              <a:rPr lang="en-US" altLang="ko-KR" u="sng" dirty="0">
                <a:solidFill>
                  <a:srgbClr val="00B0F0"/>
                </a:solidFill>
              </a:rPr>
              <a:t>for a certain consecutive number (</a:t>
            </a:r>
            <a:r>
              <a:rPr lang="en-US" altLang="ko-KR" sz="1800" b="1" u="sng" dirty="0">
                <a:solidFill>
                  <a:srgbClr val="00B0F0"/>
                </a:solidFill>
                <a:latin typeface="Courier New" panose="02070309020205020404" pitchFamily="49" charset="0"/>
              </a:rPr>
              <a:t>LIMIT_STUCK</a:t>
            </a:r>
            <a:r>
              <a:rPr lang="en-US" altLang="ko-KR" u="sng" dirty="0">
                <a:solidFill>
                  <a:srgbClr val="00B0F0"/>
                </a:solidFill>
              </a:rPr>
              <a:t>) of iterations</a:t>
            </a:r>
            <a:r>
              <a:rPr lang="en-US" altLang="ko-KR" u="sng" dirty="0"/>
              <a:t> </a:t>
            </a:r>
            <a:r>
              <a:rPr lang="en-US" altLang="ko-KR" dirty="0"/>
              <a:t>assuming that the search is stuck at a local minimum</a:t>
            </a:r>
          </a:p>
          <a:p>
            <a:pPr marL="898525" lvl="2" indent="-287338" eaLnBrk="1" hangingPunct="1"/>
            <a:r>
              <a:rPr lang="en-US" altLang="ko-KR" sz="1800" b="1" dirty="0">
                <a:latin typeface="Courier New" panose="02070309020205020404" pitchFamily="49" charset="0"/>
              </a:rPr>
              <a:t>LIMIT_STUCK</a:t>
            </a:r>
            <a:r>
              <a:rPr lang="en-US" altLang="ko-KR" dirty="0"/>
              <a:t> is a named constant in this implementation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E44E2ECB-C1D6-04CF-E6A8-114A01098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800080"/>
                </a:solidFill>
              </a:rPr>
              <a:t>First-Choice</a:t>
            </a:r>
            <a:r>
              <a:rPr lang="en-US" altLang="ko-KR" sz="2400" dirty="0">
                <a:solidFill>
                  <a:srgbClr val="800080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800080"/>
                </a:solidFill>
              </a:rPr>
              <a:t>Numerical Optimization</a:t>
            </a:r>
            <a:endParaRPr lang="en-US" altLang="ko-KR" sz="2400" u="sng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BD0F8BE6-CC8E-1E12-0D01-A1BC93A6AE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23557" name="슬라이드 번호 개체 틀 8">
            <a:extLst>
              <a:ext uri="{FF2B5EF4-FFF2-40B4-BE49-F238E27FC236}">
                <a16:creationId xmlns:a16="http://schemas.microsoft.com/office/drawing/2014/main" id="{7DE3FEFA-6A29-6711-3565-23145EB873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1BB35A9-2E74-4630-8BA7-92E4D93AC2F4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28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말풍선: 사각형 6">
                <a:extLst>
                  <a:ext uri="{FF2B5EF4-FFF2-40B4-BE49-F238E27FC236}">
                    <a16:creationId xmlns:a16="http://schemas.microsoft.com/office/drawing/2014/main" id="{F72B793C-DED9-45B8-9863-76DD2E240F67}"/>
                  </a:ext>
                </a:extLst>
              </p:cNvPr>
              <p:cNvSpPr/>
              <p:nvPr/>
            </p:nvSpPr>
            <p:spPr>
              <a:xfrm>
                <a:off x="1150122" y="3866902"/>
                <a:ext cx="7488832" cy="642218"/>
              </a:xfrm>
              <a:prstGeom prst="wedgeRectCallout">
                <a:avLst>
                  <a:gd name="adj1" fmla="val 9347"/>
                  <a:gd name="adj2" fmla="val -6752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Unlike the method of generating multiple </a:t>
                </a:r>
                <a:r>
                  <a:rPr lang="en-US" sz="1000" b="1" dirty="0"/>
                  <a:t>neighbor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000" b="1" i="0" dirty="0" smtClean="0">
                        <a:latin typeface="Cambria Math" panose="02040503050406030204" pitchFamily="18" charset="0"/>
                      </a:rPr>
                      <m:t>soln</m:t>
                    </m:r>
                  </m:oMath>
                </a14:m>
                <a:r>
                  <a:rPr lang="en-US" sz="1000" dirty="0"/>
                  <a:t> and selecting the best among them, </a:t>
                </a:r>
                <a:r>
                  <a:rPr lang="en-US" sz="1000" b="1" dirty="0"/>
                  <a:t>only one random neighbor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000" b="1" i="0" dirty="0" smtClean="0">
                        <a:latin typeface="Cambria Math" panose="02040503050406030204" pitchFamily="18" charset="0"/>
                      </a:rPr>
                      <m:t>soln</m:t>
                    </m:r>
                  </m:oMath>
                </a14:m>
                <a:r>
                  <a:rPr lang="en-US" sz="1000" b="1" dirty="0"/>
                  <a:t> is selected.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If a worse solution appears consecutively for the number of </a:t>
                </a:r>
                <a:r>
                  <a:rPr lang="en-US" altLang="ko-KR" sz="10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LIMIT_STUCK </a:t>
                </a:r>
                <a:r>
                  <a:rPr lang="en-US" sz="1000" dirty="0"/>
                  <a:t>iterations, the program stops.</a:t>
                </a:r>
                <a:endParaRPr lang="en-US" altLang="ko-KR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We assume LIMIT_STUCK = 100</a:t>
                </a:r>
                <a:endParaRPr lang="ko-KR" altLang="en-US" sz="10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mc:Choice>
        <mc:Fallback>
          <p:sp>
            <p:nvSpPr>
              <p:cNvPr id="7" name="말풍선: 사각형 6">
                <a:extLst>
                  <a:ext uri="{FF2B5EF4-FFF2-40B4-BE49-F238E27FC236}">
                    <a16:creationId xmlns:a16="http://schemas.microsoft.com/office/drawing/2014/main" id="{F72B793C-DED9-45B8-9863-76DD2E240F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122" y="3866902"/>
                <a:ext cx="7488832" cy="642218"/>
              </a:xfrm>
              <a:prstGeom prst="wedgeRectCallout">
                <a:avLst>
                  <a:gd name="adj1" fmla="val 9347"/>
                  <a:gd name="adj2" fmla="val -6752"/>
                </a:avLst>
              </a:prstGeom>
              <a:blipFill>
                <a:blip r:embed="rId3"/>
                <a:stretch>
                  <a:fillRect t="-3704" r="-163" b="-740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33FCF42-035A-1965-9A32-5E8BCE6E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D89CC4DF-F031-6EA9-A6A9-D7FE16D25A16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5750" indent="-287338" eaLnBrk="1" hangingPunct="1"/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firstChoice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(p)</a:t>
            </a:r>
            <a:r>
              <a:rPr lang="en-US" altLang="ko-KR" dirty="0"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8D51477-73FF-BDEE-C71B-5E02D5956D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800080"/>
                </a:solidFill>
              </a:rPr>
              <a:t>First-Choice</a:t>
            </a:r>
            <a:r>
              <a:rPr lang="en-US" altLang="ko-KR" sz="2400" dirty="0">
                <a:solidFill>
                  <a:srgbClr val="800080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800080"/>
                </a:solidFill>
              </a:rPr>
              <a:t>Numerical Optimization</a:t>
            </a:r>
            <a:endParaRPr lang="en-US" altLang="ko-KR" sz="2400" u="sng" dirty="0">
              <a:solidFill>
                <a:srgbClr val="99CCFF"/>
              </a:solidFill>
            </a:endParaRP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AE518BB8-D869-CBA9-0F24-9FBEBBACFB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23557" name="슬라이드 번호 개체 틀 8">
            <a:extLst>
              <a:ext uri="{FF2B5EF4-FFF2-40B4-BE49-F238E27FC236}">
                <a16:creationId xmlns:a16="http://schemas.microsoft.com/office/drawing/2014/main" id="{12BC3068-CE64-74BC-EEAC-7DB8451ED9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1BB35A9-2E74-4630-8BA7-92E4D93AC2F4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29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F13FD0-5953-78AF-FF1B-67A5A05F3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18" y="1499198"/>
            <a:ext cx="6300192" cy="340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67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5602" name="Rectangle 3">
                <a:extLst>
                  <a:ext uri="{FF2B5EF4-FFF2-40B4-BE49-F238E27FC236}">
                    <a16:creationId xmlns:a16="http://schemas.microsoft.com/office/drawing/2014/main" id="{FEABDC0E-5161-2ED0-8E4B-ED837A549BAE}"/>
                  </a:ext>
                </a:extLst>
              </p:cNvPr>
              <p:cNvSpPr>
                <a:spLocks noGrp="1" noChangeAspect="1" noChangeArrowheads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</p:spPr>
            <p:txBody>
              <a:bodyPr/>
              <a:lstStyle/>
              <a:p>
                <a:pPr marL="287188" eaLnBrk="1" latinLnBrk="0" hangingPunct="1">
                  <a:defRPr/>
                </a:pPr>
                <a:r>
                  <a:rPr lang="en-US" altLang="ko-KR" sz="18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randomMutant</a:t>
                </a:r>
                <a:r>
                  <a:rPr lang="en-US" altLang="ko-KR" sz="18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(current, p)</a:t>
                </a:r>
                <a:r>
                  <a:rPr lang="en-US" altLang="ko-KR" sz="1800" dirty="0">
                    <a:cs typeface="Courier New" panose="02070309020205020404" pitchFamily="49" charset="0"/>
                  </a:rPr>
                  <a:t>:</a:t>
                </a:r>
              </a:p>
              <a:p>
                <a:pPr lvl="1" eaLnBrk="1" latinLnBrk="0" hangingPunct="1">
                  <a:defRPr/>
                </a:pPr>
                <a:r>
                  <a:rPr lang="en-US" altLang="ko-KR" sz="1800" dirty="0"/>
                  <a:t>Returns a mutant of </a:t>
                </a:r>
                <a:r>
                  <a:rPr lang="en-US" altLang="ko-KR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current</a:t>
                </a:r>
                <a:r>
                  <a:rPr lang="en-US" altLang="ko-KR" sz="1800" dirty="0"/>
                  <a:t>, which is made by randomly choosing a variable of </a:t>
                </a:r>
                <a:r>
                  <a:rPr lang="en-US" altLang="ko-KR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</a:t>
                </a:r>
                <a:r>
                  <a:rPr lang="en-US" altLang="ko-KR" sz="1800" dirty="0"/>
                  <a:t> and then altering its value (</a:t>
                </a:r>
                <a:r>
                  <a:rPr lang="en-US" altLang="ko-KR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mutate</a:t>
                </a:r>
                <a:r>
                  <a:rPr lang="en-US" altLang="ko-KR" sz="1800" dirty="0"/>
                  <a:t>) by either </a:t>
                </a:r>
                <a:r>
                  <a:rPr lang="en-US" altLang="ko-KR" sz="1800" u="sng" dirty="0"/>
                  <a:t>adding or subtracting </a:t>
                </a:r>
                <a:r>
                  <a:rPr lang="en-US" altLang="ko-KR" sz="1600" b="1" u="sng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DELTA</a:t>
                </a:r>
              </a:p>
              <a:p>
                <a:pPr lvl="1" eaLnBrk="1" latinLnBrk="0" hangingPunct="1">
                  <a:defRPr/>
                </a:pPr>
                <a:r>
                  <a:rPr lang="en-US" sz="1800" dirty="0"/>
                  <a:t>The </a:t>
                </a:r>
                <a:r>
                  <a:rPr lang="en-US" sz="1800" b="1" dirty="0" err="1"/>
                  <a:t>randomMutant</a:t>
                </a:r>
                <a:r>
                  <a:rPr lang="en-US" sz="1800" dirty="0"/>
                  <a:t> function is implemented by calling the </a:t>
                </a:r>
                <a:r>
                  <a:rPr lang="en-US" sz="1800" b="1" dirty="0"/>
                  <a:t>mutate</a:t>
                </a:r>
                <a:r>
                  <a:rPr lang="en-US" sz="1800" dirty="0"/>
                  <a:t> function. When doing so, it must decide </a:t>
                </a:r>
                <a:r>
                  <a:rPr lang="en-US" sz="1800" b="1" dirty="0"/>
                  <a:t>which index's stored value to modify</a:t>
                </a:r>
                <a:r>
                  <a:rPr lang="en-US" sz="1800" dirty="0"/>
                  <a:t>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1800" i="0" dirty="0">
                        <a:latin typeface="Cambria Math" panose="02040503050406030204" pitchFamily="18" charset="0"/>
                      </a:rPr>
                      <m:t>DELTA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0.01</m:t>
                    </m:r>
                  </m:oMath>
                </a14:m>
                <a:r>
                  <a:rPr lang="en-US" sz="1800" dirty="0"/>
                  <a:t>).</a:t>
                </a:r>
                <a:endParaRPr lang="en-US" altLang="ko-KR" sz="1600" dirty="0">
                  <a:latin typeface="나눔스퀘어_ac" panose="020B0600000101010101" pitchFamily="50" charset="-127"/>
                  <a:ea typeface="나눔스퀘어_ac" panose="020B0600000101010101" pitchFamily="50" charset="-127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25602" name="Rectangle 3">
                <a:extLst>
                  <a:ext uri="{FF2B5EF4-FFF2-40B4-BE49-F238E27FC236}">
                    <a16:creationId xmlns:a16="http://schemas.microsoft.com/office/drawing/2014/main" id="{FEABDC0E-5161-2ED0-8E4B-ED837A549B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  <a:blipFill>
                <a:blip r:embed="rId3"/>
                <a:stretch>
                  <a:fillRect l="-444" t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3" name="Rectangle 2">
            <a:extLst>
              <a:ext uri="{FF2B5EF4-FFF2-40B4-BE49-F238E27FC236}">
                <a16:creationId xmlns:a16="http://schemas.microsoft.com/office/drawing/2014/main" id="{463CBD42-568E-E5B6-F417-9A39FE9D7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First-Choice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Numerical Optimization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5FD67D7F-E926-54BE-3CA3-EE9E9AAD98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25605" name="슬라이드 번호 개체 틀 8">
            <a:extLst>
              <a:ext uri="{FF2B5EF4-FFF2-40B4-BE49-F238E27FC236}">
                <a16:creationId xmlns:a16="http://schemas.microsoft.com/office/drawing/2014/main" id="{700F31FC-7FAD-D064-D0E2-2CF9C7F2F2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E82237E-2D2B-4CE3-99AA-729B3DE24218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30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F371D0-1FDD-FC9E-A453-E52C3AAE5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3637111"/>
            <a:ext cx="6732240" cy="203621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F6F695B-6F8B-8850-2F5C-D720229A7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6066D11F-16CF-7809-3B04-BC3F1A0A4A9A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1800" dirty="0"/>
              <a:t>:</a:t>
            </a:r>
          </a:p>
          <a:p>
            <a:pPr lvl="1" eaLnBrk="1" hangingPunct="1">
              <a:defRPr/>
            </a:pPr>
            <a:r>
              <a:rPr lang="en-US" altLang="ko-KR" sz="1800" dirty="0"/>
              <a:t>Shows that the search algorithm used is first-choice hill climbing</a:t>
            </a:r>
            <a:endParaRPr lang="en-US" altLang="ko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6525" indent="-287338" eaLnBrk="1" hangingPunct="1">
              <a:defRPr/>
            </a:pPr>
            <a:endParaRPr lang="en-US" altLang="ko-KR" sz="1800" dirty="0"/>
          </a:p>
          <a:p>
            <a:pPr marL="286525" indent="-287338" eaLnBrk="1" hangingPunct="1">
              <a:defRPr/>
            </a:pPr>
            <a:endParaRPr lang="en-US" altLang="ko-KR" sz="1800" dirty="0"/>
          </a:p>
          <a:p>
            <a:pPr marL="286525" indent="-287338" eaLnBrk="1" hangingPunct="1">
              <a:defRPr/>
            </a:pPr>
            <a:endParaRPr lang="en-US" altLang="ko-KR" sz="1800" dirty="0"/>
          </a:p>
          <a:p>
            <a:pPr marL="286525" indent="-287338" eaLnBrk="1" hangingPunct="1">
              <a:defRPr/>
            </a:pPr>
            <a:endParaRPr lang="en-US" altLang="ko-KR" sz="1800" dirty="0"/>
          </a:p>
          <a:p>
            <a:pPr marL="286525" indent="-287338" eaLnBrk="1" hangingPunct="1">
              <a:defRPr/>
            </a:pPr>
            <a:endParaRPr lang="en-US" altLang="ko-KR" sz="1800" dirty="0"/>
          </a:p>
          <a:p>
            <a:pPr marL="286525" indent="-287338" eaLnBrk="1" hangingPunct="1">
              <a:defRPr/>
            </a:pPr>
            <a:endParaRPr lang="en-US" altLang="ko-KR" sz="1800" dirty="0"/>
          </a:p>
          <a:p>
            <a:pPr marL="286525" indent="-287338" eaLnBrk="1" hangingPunct="1">
              <a:defRPr/>
            </a:pPr>
            <a:endParaRPr lang="en-US" altLang="ko-KR" sz="1800" dirty="0"/>
          </a:p>
          <a:p>
            <a:pPr marL="286525" indent="-287338" eaLnBrk="1" hangingPunct="1">
              <a:defRPr/>
            </a:pPr>
            <a:r>
              <a:rPr lang="en-US" altLang="ko-KR" sz="1800" dirty="0"/>
              <a:t>The functions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createProblem</a:t>
            </a:r>
            <a:r>
              <a:rPr lang="en-US" altLang="ko-KR" sz="1800" dirty="0"/>
              <a:t>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randomInit</a:t>
            </a:r>
            <a:r>
              <a:rPr lang="en-US" altLang="ko-KR" sz="1800" dirty="0"/>
              <a:t>,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evaluate</a:t>
            </a:r>
            <a:r>
              <a:rPr lang="en-US" altLang="ko-KR" sz="1800" dirty="0"/>
              <a:t>,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mutate</a:t>
            </a:r>
            <a:r>
              <a:rPr lang="en-US" altLang="ko-KR" sz="1800" dirty="0"/>
              <a:t>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describeProblem</a:t>
            </a:r>
            <a:r>
              <a:rPr lang="en-US" altLang="ko-KR" sz="1800" dirty="0"/>
              <a:t>, </a:t>
            </a:r>
            <a:r>
              <a:rPr lang="en-US" altLang="ko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displayResult</a:t>
            </a:r>
            <a:r>
              <a:rPr lang="en-US" altLang="ko-KR" sz="1800" dirty="0"/>
              <a:t>, and </a:t>
            </a:r>
            <a:r>
              <a:rPr lang="en-US" altLang="ko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coordinate</a:t>
            </a:r>
            <a:r>
              <a:rPr lang="en-US" altLang="ko-KR" sz="1800" dirty="0"/>
              <a:t> are all </a:t>
            </a:r>
            <a:r>
              <a:rPr lang="en-US" altLang="ko-KR" sz="1800" u="sng" dirty="0"/>
              <a:t>reused</a:t>
            </a:r>
            <a:r>
              <a:rPr lang="en-US" altLang="ko-KR" sz="1800" dirty="0"/>
              <a:t> </a:t>
            </a:r>
            <a:r>
              <a:rPr lang="en-US" altLang="ko-KR" sz="1800" u="sng" dirty="0"/>
              <a:t>without change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EC537BCD-80C3-383F-EFB0-86110DDBD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u="sng" dirty="0">
                <a:solidFill>
                  <a:srgbClr val="D7ADD9"/>
                </a:solidFill>
              </a:rPr>
              <a:t>First-Choice</a:t>
            </a:r>
            <a:r>
              <a:rPr lang="en-US" altLang="ko-KR" sz="2400" dirty="0">
                <a:solidFill>
                  <a:srgbClr val="D7ADD9"/>
                </a:solidFill>
              </a:rPr>
              <a:t> 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Numerical Optimization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11DD7C83-8A37-6A84-7CC7-C4C7D8EDEB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25605" name="슬라이드 번호 개체 틀 8">
            <a:extLst>
              <a:ext uri="{FF2B5EF4-FFF2-40B4-BE49-F238E27FC236}">
                <a16:creationId xmlns:a16="http://schemas.microsoft.com/office/drawing/2014/main" id="{8015A22C-7AA8-6FC5-B41D-79CB52EEC0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E82237E-2D2B-4CE3-99AA-729B3DE24218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31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7D3EBD-79A7-50A4-7947-5E41406F0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503" y="1854960"/>
            <a:ext cx="6133504" cy="13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664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56B2996-40CB-10F2-B654-ED5E4C57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FABE9C99-086A-870C-2E6A-F5FDC1A953A5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1800" dirty="0"/>
              <a:t>For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TSP</a:t>
            </a:r>
            <a:r>
              <a:rPr lang="en-US" altLang="ko-KR" sz="1800" dirty="0"/>
              <a:t>, the structure of the problem and its implementation are </a:t>
            </a:r>
            <a:r>
              <a:rPr lang="en-US" altLang="ko-KR" sz="1800" b="1" dirty="0"/>
              <a:t>nearly identical </a:t>
            </a:r>
            <a:r>
              <a:rPr lang="en-US" altLang="ko-KR" sz="1800" dirty="0"/>
              <a:t>to the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NumericalOptimization</a:t>
            </a:r>
            <a:r>
              <a:rPr lang="en-US" altLang="ko-KR" sz="1800" dirty="0"/>
              <a:t> problem</a:t>
            </a:r>
          </a:p>
          <a:p>
            <a:pPr lvl="1" eaLnBrk="1" hangingPunct="1">
              <a:defRPr/>
            </a:pPr>
            <a:r>
              <a:rPr lang="en-US" altLang="ko-KR" sz="1800" dirty="0"/>
              <a:t>However, the logic for generating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mutant</a:t>
            </a:r>
            <a:r>
              <a:rPr lang="ko-KR" altLang="en-US" sz="1800" dirty="0"/>
              <a:t> </a:t>
            </a:r>
            <a:r>
              <a:rPr lang="en-US" altLang="ko-KR" sz="1800" dirty="0"/>
              <a:t>are different</a:t>
            </a:r>
          </a:p>
          <a:p>
            <a:pPr lvl="1" eaLnBrk="1" hangingPunct="1">
              <a:defRPr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TSP</a:t>
            </a:r>
            <a:r>
              <a:rPr lang="en-US" altLang="ko-KR" sz="1800" dirty="0"/>
              <a:t> generate the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mutant</a:t>
            </a:r>
            <a:r>
              <a:rPr lang="en-US" altLang="ko-KR" sz="1800" dirty="0"/>
              <a:t> (adjacent solution) using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mutate by inversion</a:t>
            </a:r>
            <a:r>
              <a:rPr lang="en-US" altLang="ko-KR" sz="1800" dirty="0"/>
              <a:t> (refer to the previous lecture)</a:t>
            </a:r>
          </a:p>
          <a:p>
            <a:pPr eaLnBrk="1" hangingPunct="1">
              <a:defRPr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defRPr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inversion : </a:t>
            </a:r>
            <a:r>
              <a:rPr lang="en-US" altLang="ko-KR" sz="1800" dirty="0"/>
              <a:t>Generating one adjacent solution</a:t>
            </a:r>
          </a:p>
          <a:p>
            <a:pPr lvl="1" eaLnBrk="1" hangingPunct="1">
              <a:defRPr/>
            </a:pPr>
            <a:r>
              <a:rPr lang="en-US" altLang="ko-KR" sz="1800" dirty="0" err="1"/>
              <a:t>Reverese</a:t>
            </a:r>
            <a:r>
              <a:rPr lang="en-US" altLang="ko-KR" sz="1800" dirty="0"/>
              <a:t> the items from index</a:t>
            </a:r>
            <a:r>
              <a:rPr lang="ko-KR" altLang="en-US" sz="1800" dirty="0"/>
              <a:t> </a:t>
            </a:r>
            <a:r>
              <a:rPr lang="en-US" altLang="ko-KR" sz="1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/>
              <a:t> to index</a:t>
            </a:r>
            <a:r>
              <a:rPr lang="ko-KR" altLang="en-US" sz="1800" dirty="0"/>
              <a:t> </a:t>
            </a:r>
            <a:r>
              <a:rPr lang="en-US" altLang="ko-KR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25F3895-386D-CF29-3308-DEACC076E8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dirty="0">
                <a:solidFill>
                  <a:srgbClr val="D7ADD9"/>
                </a:solidFill>
              </a:rPr>
              <a:t>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TSP</a:t>
            </a:r>
            <a:r>
              <a:rPr lang="en-US" altLang="ko-KR" sz="2400" dirty="0">
                <a:solidFill>
                  <a:srgbClr val="D7ADD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(</a:t>
            </a:r>
            <a:r>
              <a:rPr lang="ko-KR" altLang="en-US" sz="2400" dirty="0">
                <a:solidFill>
                  <a:srgbClr val="D7ADD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외판원 문제</a:t>
            </a:r>
            <a:r>
              <a:rPr lang="en-US" altLang="ko-KR" sz="2400" dirty="0">
                <a:solidFill>
                  <a:srgbClr val="D7ADD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0F4AC4CF-F32C-C466-2601-091067C7E8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25605" name="슬라이드 번호 개체 틀 8">
            <a:extLst>
              <a:ext uri="{FF2B5EF4-FFF2-40B4-BE49-F238E27FC236}">
                <a16:creationId xmlns:a16="http://schemas.microsoft.com/office/drawing/2014/main" id="{57CA02F3-14CA-51AC-F97A-3F89F77357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E82237E-2D2B-4CE3-99AA-729B3DE24218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8A731E-F4DB-5138-B8C6-9BE74955D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4077072"/>
            <a:ext cx="4977755" cy="1547892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464E81F7-DD38-9508-234C-AEE3E7A9D846}"/>
              </a:ext>
            </a:extLst>
          </p:cNvPr>
          <p:cNvGrpSpPr/>
          <p:nvPr/>
        </p:nvGrpSpPr>
        <p:grpSpPr>
          <a:xfrm>
            <a:off x="6888876" y="5009515"/>
            <a:ext cx="2029230" cy="1300798"/>
            <a:chOff x="6830866" y="3429000"/>
            <a:chExt cx="2029230" cy="130079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58ED570-B5C3-2C63-F5BE-2D0ED39C3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8686" y="4181474"/>
              <a:ext cx="548324" cy="548324"/>
            </a:xfrm>
            <a:prstGeom prst="rect">
              <a:avLst/>
            </a:prstGeom>
          </p:spPr>
        </p:pic>
        <p:sp>
          <p:nvSpPr>
            <p:cNvPr id="5" name="말풍선: 사각형 4">
              <a:extLst>
                <a:ext uri="{FF2B5EF4-FFF2-40B4-BE49-F238E27FC236}">
                  <a16:creationId xmlns:a16="http://schemas.microsoft.com/office/drawing/2014/main" id="{88ABACE5-F31F-26A1-70CE-3BF0CCE2081C}"/>
                </a:ext>
              </a:extLst>
            </p:cNvPr>
            <p:cNvSpPr/>
            <p:nvPr/>
          </p:nvSpPr>
          <p:spPr>
            <a:xfrm>
              <a:off x="6830866" y="3429000"/>
              <a:ext cx="2029230" cy="633412"/>
            </a:xfrm>
            <a:prstGeom prst="wedgeRectCallout">
              <a:avLst>
                <a:gd name="adj1" fmla="val 9006"/>
                <a:gd name="adj2" fmla="val 82943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The </a:t>
              </a:r>
              <a:r>
                <a:rPr lang="en-US" sz="1000" b="1" dirty="0"/>
                <a:t>TSP implementation</a:t>
              </a:r>
              <a:r>
                <a:rPr lang="en-US" sz="1000" dirty="0"/>
                <a:t> will be examined in detail in the next lecture.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4572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18E3D82-F97B-A505-4FE8-B0697C36E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1972FD7C-6BD5-BBE1-BCE1-7A2578731F3E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First-Choice (TSP) : </a:t>
            </a:r>
            <a:r>
              <a:rPr lang="en-US" altLang="ko-KR" sz="1800" dirty="0"/>
              <a:t>generating a single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mutant</a:t>
            </a:r>
            <a:endParaRPr lang="en-US" altLang="ko-KR" sz="1800" dirty="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3254457-FC43-4B1F-F37A-5C3C63FA4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dirty="0">
                <a:solidFill>
                  <a:srgbClr val="D7ADD9"/>
                </a:solidFill>
              </a:rPr>
              <a:t>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TSP</a:t>
            </a:r>
            <a:r>
              <a:rPr lang="en-US" altLang="ko-KR" sz="2400" dirty="0">
                <a:solidFill>
                  <a:srgbClr val="D7ADD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(</a:t>
            </a:r>
            <a:r>
              <a:rPr lang="ko-KR" altLang="en-US" sz="2400" dirty="0">
                <a:solidFill>
                  <a:srgbClr val="D7ADD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외판원 문제</a:t>
            </a:r>
            <a:r>
              <a:rPr lang="en-US" altLang="ko-KR" sz="2400" dirty="0">
                <a:solidFill>
                  <a:srgbClr val="D7ADD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617DCAAB-1EA6-F53B-1113-03AFCFCC1B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25605" name="슬라이드 번호 개체 틀 8">
            <a:extLst>
              <a:ext uri="{FF2B5EF4-FFF2-40B4-BE49-F238E27FC236}">
                <a16:creationId xmlns:a16="http://schemas.microsoft.com/office/drawing/2014/main" id="{682F71A4-B6CE-9CF4-7D6B-9B1A6133C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E82237E-2D2B-4CE3-99AA-729B3DE24218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33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C39077-9775-F8FE-F7D6-77A7BD8F4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26" y="1431160"/>
            <a:ext cx="4546791" cy="187220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3F95AD-83AB-3022-044C-F3AC88118301}"/>
                  </a:ext>
                </a:extLst>
              </p:cNvPr>
              <p:cNvSpPr txBox="1"/>
              <p:nvPr/>
            </p:nvSpPr>
            <p:spPr>
              <a:xfrm>
                <a:off x="827585" y="3717032"/>
                <a:ext cx="785921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𝐩</m:t>
                    </m:r>
                    <m:d>
                      <m:dPr>
                        <m:begChr m:val="["/>
                        <m:endChr m:val="]"/>
                        <m:ctrlPr>
                          <a:rPr lang="en-US" sz="1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𝐧𝐮𝐦𝐛𝐞𝐫</m:t>
                    </m:r>
                    <m:r>
                      <m:rPr>
                        <m:nor/>
                      </m:rPr>
                      <a:rPr lang="en-US" sz="140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𝐨𝐟</m:t>
                    </m:r>
                    <m:r>
                      <m:rPr>
                        <m:nor/>
                      </m:rPr>
                      <a:rPr lang="en-US" sz="140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𝐜𝐢𝐭𝐢𝐞𝐬</m:t>
                    </m:r>
                    <m:r>
                      <a:rPr lang="en-US" sz="1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1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𝐍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(Read from the first line of the defined problem file).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𝐫𝐚𝐧𝐝𝐨𝐦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𝐫𝐚𝐧𝐝𝐫𝐚𝐧𝐠𝐞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𝐍</m:t>
                        </m:r>
                      </m:e>
                    </m:d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: Returns a random integer from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0 </m:t>
                    </m:r>
                    <m:r>
                      <a:rPr lang="en-US" sz="1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∼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−1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When the number of cities is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, each city is identified by a number from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,…,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𝐍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process: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Two random numbers are generated and stored in a list, then the list is sorted. 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(This ensures that the two values are in order, i.e.,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≤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𝑗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𝒊</m:t>
                    </m:r>
                  </m:oMath>
                </a14:m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𝒋</m:t>
                    </m:r>
                  </m:oMath>
                </a14:m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are different (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𝒊</m:t>
                    </m:r>
                    <m:r>
                      <a:rPr lang="en-US" sz="14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</m:t>
                    </m:r>
                    <m:r>
                      <a:rPr lang="en-US" sz="14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𝒋</m:t>
                    </m:r>
                  </m:oMath>
                </a14:m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), they are treated as valid indices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the function calls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b="1" i="0" dirty="0" smtClean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m:t>𝐢𝐧𝐯𝐞𝐫𝐬𝐢𝐨𝐧</m:t>
                    </m:r>
                    <m:d>
                      <m:dPr>
                        <m:ctrlPr>
                          <a:rPr lang="en-US" sz="14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400" b="1" i="0" dirty="0"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m:t>𝐜𝐮𝐫𝐫𝐞𝐧𝐭</m:t>
                        </m:r>
                        <m:r>
                          <a:rPr lang="en-US" sz="14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400" b="1" i="1" dirty="0" err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  <m:r>
                          <a:rPr lang="en-US" sz="14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4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𝒋</m:t>
                        </m:r>
                      </m:e>
                    </m:d>
                  </m:oMath>
                </a14:m>
                <a:r>
                  <a:rPr lang="en-US" sz="14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to generate a single mutant. (The while True: loop continues until two different indices are selected such that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𝒊</m:t>
                    </m:r>
                    <m:r>
                      <a:rPr lang="en-US" sz="14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&lt; </m:t>
                    </m:r>
                    <m:r>
                      <a:rPr lang="en-US" sz="14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𝒋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3F95AD-83AB-3022-044C-F3AC88118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5" y="3717032"/>
                <a:ext cx="7859216" cy="2031325"/>
              </a:xfrm>
              <a:prstGeom prst="rect">
                <a:avLst/>
              </a:prstGeom>
              <a:blipFill>
                <a:blip r:embed="rId4"/>
                <a:stretch>
                  <a:fillRect l="-155" t="-60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6965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5372E6B-8919-67DD-BE52-12BF2760B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4E6BD24C-8F1B-024D-2CC8-A98A9E7FA26D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Steepest-Ascent (TSP) : </a:t>
            </a:r>
            <a:r>
              <a:rPr lang="en-US" altLang="ko-KR" sz="1800" dirty="0"/>
              <a:t>Create a number of</a:t>
            </a:r>
            <a:r>
              <a:rPr lang="ko-KR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mutants</a:t>
            </a:r>
            <a:endParaRPr lang="en-US" altLang="ko-KR" sz="1800" dirty="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4762A0F9-2FC3-0C9B-D76F-C59642277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 dirty="0">
                <a:solidFill>
                  <a:srgbClr val="D7ADD9"/>
                </a:solidFill>
              </a:rPr>
              <a:t>Hill Climbing for </a:t>
            </a:r>
            <a:r>
              <a:rPr lang="en-US" altLang="ko-KR" sz="2400" u="sng" dirty="0">
                <a:solidFill>
                  <a:srgbClr val="D7ADD9"/>
                </a:solidFill>
              </a:rPr>
              <a:t>TSP</a:t>
            </a:r>
            <a:r>
              <a:rPr lang="en-US" altLang="ko-KR" sz="2400" dirty="0">
                <a:solidFill>
                  <a:srgbClr val="D7ADD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(</a:t>
            </a:r>
            <a:r>
              <a:rPr lang="ko-KR" altLang="en-US" sz="2400" dirty="0">
                <a:solidFill>
                  <a:srgbClr val="D7ADD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외판원 문제</a:t>
            </a:r>
            <a:r>
              <a:rPr lang="en-US" altLang="ko-KR" sz="2400" dirty="0">
                <a:solidFill>
                  <a:srgbClr val="D7ADD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5A86A781-71C6-A436-8A23-7FD0083A66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25605" name="슬라이드 번호 개체 틀 8">
            <a:extLst>
              <a:ext uri="{FF2B5EF4-FFF2-40B4-BE49-F238E27FC236}">
                <a16:creationId xmlns:a16="http://schemas.microsoft.com/office/drawing/2014/main" id="{21A949DA-9828-CC78-A2CB-3008F7F97C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E82237E-2D2B-4CE3-99AA-729B3DE24218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34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703D89-ABA4-C7FF-8D24-14606D290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14" y="1436786"/>
            <a:ext cx="6012160" cy="301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814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375207-0CC9-46B3-8316-D8A80085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3B8133-CEDA-409B-88A0-1F096DC8F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en-US" altLang="ko-KR" dirty="0">
                <a:latin typeface="Consolas" panose="020B0609020204030204" pitchFamily="49" charset="0"/>
              </a:rPr>
              <a:t>Ref:</a:t>
            </a:r>
          </a:p>
          <a:p>
            <a:pPr lvl="1" latinLnBrk="0"/>
            <a:r>
              <a:rPr lang="en-US" sz="1800" dirty="0"/>
              <a:t>The </a:t>
            </a:r>
            <a:r>
              <a:rPr lang="en-US" sz="1800" b="1" dirty="0"/>
              <a:t>code omitted from the lecture materials must be implemented in the homework.</a:t>
            </a:r>
            <a:endParaRPr lang="ko-KR" altLang="en-US" sz="1800" dirty="0">
              <a:latin typeface="Consolas" panose="020B0609020204030204" pitchFamily="49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3469AD-AA07-4B83-8661-E265CB56F8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Search Algorithms: Object-Oriented Implementation (Part B)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89D01B-9A7D-45FE-96ED-E7FFCD8C01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8AFDB9-CBE8-40A3-B3BE-75D64D59D294}" type="slidenum">
              <a:rPr lang="ko-KR" altLang="en-US" smtClean="0"/>
              <a:pPr/>
              <a:t>35</a:t>
            </a:fld>
            <a:endParaRPr lang="en-US" altLang="ko-KR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E1B41F0-3FE2-457F-A375-A6FF52924CD2}"/>
              </a:ext>
            </a:extLst>
          </p:cNvPr>
          <p:cNvGrpSpPr/>
          <p:nvPr/>
        </p:nvGrpSpPr>
        <p:grpSpPr>
          <a:xfrm>
            <a:off x="3463972" y="3861048"/>
            <a:ext cx="2216056" cy="1055042"/>
            <a:chOff x="6644040" y="3674756"/>
            <a:chExt cx="2216056" cy="105504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C3ACD7B-96E8-49D8-B1D5-757F5E935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92950" y="4181474"/>
              <a:ext cx="548324" cy="548324"/>
            </a:xfrm>
            <a:prstGeom prst="rect">
              <a:avLst/>
            </a:prstGeom>
          </p:spPr>
        </p:pic>
        <p:sp>
          <p:nvSpPr>
            <p:cNvPr id="8" name="말풍선: 사각형 7">
              <a:extLst>
                <a:ext uri="{FF2B5EF4-FFF2-40B4-BE49-F238E27FC236}">
                  <a16:creationId xmlns:a16="http://schemas.microsoft.com/office/drawing/2014/main" id="{C26F80C1-93A8-4956-8C8F-CCEB43119C7A}"/>
                </a:ext>
              </a:extLst>
            </p:cNvPr>
            <p:cNvSpPr/>
            <p:nvPr/>
          </p:nvSpPr>
          <p:spPr>
            <a:xfrm>
              <a:off x="6644040" y="3674756"/>
              <a:ext cx="2216056" cy="387655"/>
            </a:xfrm>
            <a:prstGeom prst="wedgeRectCallout">
              <a:avLst>
                <a:gd name="adj1" fmla="val 9006"/>
                <a:gd name="adj2" fmla="val 82943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That's all for today's lecture!</a:t>
              </a:r>
              <a:endParaRPr lang="ko-KR" altLang="en-US" sz="10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5183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38875</TotalTime>
  <Words>3601</Words>
  <Application>Microsoft Office PowerPoint</Application>
  <PresentationFormat>On-screen Show (4:3)</PresentationFormat>
  <Paragraphs>422</Paragraphs>
  <Slides>35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Book Antiqua</vt:lpstr>
      <vt:lpstr>Arial</vt:lpstr>
      <vt:lpstr>나눔스퀘어_ac</vt:lpstr>
      <vt:lpstr>Cambria Math</vt:lpstr>
      <vt:lpstr>Courier New</vt:lpstr>
      <vt:lpstr>Times New Roman</vt:lpstr>
      <vt:lpstr>맑은 고딕</vt:lpstr>
      <vt:lpstr>Consolas</vt:lpstr>
      <vt:lpstr>굴림</vt:lpstr>
      <vt:lpstr>나눔고딕</vt:lpstr>
      <vt:lpstr>Wingdings</vt:lpstr>
      <vt:lpstr>Office 테마</vt:lpstr>
      <vt:lpstr>Search Algorithms: Object-Oriented Implementation (Part B)</vt:lpstr>
      <vt:lpstr>Contents</vt:lpstr>
      <vt:lpstr>Implementation Reference Notes</vt:lpstr>
      <vt:lpstr>Implementation Reference Notes</vt:lpstr>
      <vt:lpstr>Implementation Reference Notes</vt:lpstr>
      <vt:lpstr>Implementing Hill-Climbing Algorithms</vt:lpstr>
      <vt:lpstr>Search Tool v0</vt:lpstr>
      <vt:lpstr>Numerical Optimization</vt:lpstr>
      <vt:lpstr>Numerical Optimization</vt:lpstr>
      <vt:lpstr>Numerical Optimization</vt:lpstr>
      <vt:lpstr>TSP Problem</vt:lpstr>
      <vt:lpstr>TSP Problem</vt:lpstr>
      <vt:lpstr>TSP Problem</vt:lpstr>
      <vt:lpstr>Steepest-Ascent Hill Climbing for Numerical Optimization</vt:lpstr>
      <vt:lpstr>Steepest-Ascent Hill Climbing for Numerical Optimization</vt:lpstr>
      <vt:lpstr>Steepest-Ascent Hill Climbing for Numerical Optimization</vt:lpstr>
      <vt:lpstr>Steepest-Ascent Hill Climbing for Numerical Optimization</vt:lpstr>
      <vt:lpstr>Steepest-Ascent Hill Climbing for Numerical Optimization</vt:lpstr>
      <vt:lpstr>Steepest-Ascent Hill Climbing for Numerical Optimization</vt:lpstr>
      <vt:lpstr>Steepest-Ascent Hill Climbing for Numerical Optimization</vt:lpstr>
      <vt:lpstr>Steepest-Ascent Hill Climbing for Numerical Optimization</vt:lpstr>
      <vt:lpstr>Steepest-Ascent Hill Climbing for Numerical Optimization</vt:lpstr>
      <vt:lpstr>Steepest-Ascent Hill Climbing for Numerical Optimization</vt:lpstr>
      <vt:lpstr>Steepest-Ascent Hill Climbing for Numerical Optimization</vt:lpstr>
      <vt:lpstr>Steepest-Ascent Hill Climbing for Numerical Optimization</vt:lpstr>
      <vt:lpstr>Steepest-Ascent Hill Climbing for Numerical Optimization</vt:lpstr>
      <vt:lpstr>First-Choice Hill Climbing for Numerical Optimization</vt:lpstr>
      <vt:lpstr>First-Choice Hill Climbing for Numerical Optimization</vt:lpstr>
      <vt:lpstr>First-Choice Hill Climbing for Numerical Optimization</vt:lpstr>
      <vt:lpstr>First-Choice Hill Climbing for Numerical Optimization</vt:lpstr>
      <vt:lpstr>First-Choice Hill Climbing for Numerical Optimization</vt:lpstr>
      <vt:lpstr>Hill Climbing for TSP (외판원 문제)</vt:lpstr>
      <vt:lpstr>Hill Climbing for TSP (외판원 문제)</vt:lpstr>
      <vt:lpstr>Hill Climbing for TSP (외판원 문제)</vt:lpstr>
      <vt:lpstr>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krryu</dc:creator>
  <cp:lastModifiedBy>Rian Pratama</cp:lastModifiedBy>
  <cp:revision>1645</cp:revision>
  <dcterms:created xsi:type="dcterms:W3CDTF">1601-01-01T00:00:00Z</dcterms:created>
  <dcterms:modified xsi:type="dcterms:W3CDTF">2025-10-29T06:23:05Z</dcterms:modified>
</cp:coreProperties>
</file>