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1"/>
  </p:sldMasterIdLst>
  <p:notesMasterIdLst>
    <p:notesMasterId r:id="rId28"/>
  </p:notesMasterIdLst>
  <p:handoutMasterIdLst>
    <p:handoutMasterId r:id="rId29"/>
  </p:handoutMasterIdLst>
  <p:sldIdLst>
    <p:sldId id="256" r:id="rId2"/>
    <p:sldId id="499" r:id="rId3"/>
    <p:sldId id="709" r:id="rId4"/>
    <p:sldId id="794" r:id="rId5"/>
    <p:sldId id="795" r:id="rId6"/>
    <p:sldId id="796" r:id="rId7"/>
    <p:sldId id="808" r:id="rId8"/>
    <p:sldId id="797" r:id="rId9"/>
    <p:sldId id="753" r:id="rId10"/>
    <p:sldId id="769" r:id="rId11"/>
    <p:sldId id="793" r:id="rId12"/>
    <p:sldId id="752" r:id="rId13"/>
    <p:sldId id="807" r:id="rId14"/>
    <p:sldId id="798" r:id="rId15"/>
    <p:sldId id="799" r:id="rId16"/>
    <p:sldId id="800" r:id="rId17"/>
    <p:sldId id="801" r:id="rId18"/>
    <p:sldId id="710" r:id="rId19"/>
    <p:sldId id="809" r:id="rId20"/>
    <p:sldId id="708" r:id="rId21"/>
    <p:sldId id="810" r:id="rId22"/>
    <p:sldId id="785" r:id="rId23"/>
    <p:sldId id="802" r:id="rId24"/>
    <p:sldId id="804" r:id="rId25"/>
    <p:sldId id="805" r:id="rId26"/>
    <p:sldId id="806" r:id="rId27"/>
  </p:sldIdLst>
  <p:sldSz cx="9144000" cy="6858000" type="screen4x3"/>
  <p:notesSz cx="6858000" cy="9144000"/>
  <p:defaultTextStyle>
    <a:defPPr>
      <a:defRPr lang="en-US"/>
    </a:defPPr>
    <a:lvl1pPr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1pPr>
    <a:lvl2pPr marL="4572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2pPr>
    <a:lvl3pPr marL="9144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3pPr>
    <a:lvl4pPr marL="13716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4pPr>
    <a:lvl5pPr marL="18288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5pPr>
    <a:lvl6pPr marL="22860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6pPr>
    <a:lvl7pPr marL="27432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7pPr>
    <a:lvl8pPr marL="32004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8pPr>
    <a:lvl9pPr marL="36576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990033"/>
    <a:srgbClr val="9F0F3F"/>
    <a:srgbClr val="800080"/>
    <a:srgbClr val="D7ADD9"/>
    <a:srgbClr val="99CCFF"/>
    <a:srgbClr val="A50021"/>
    <a:srgbClr val="FFC000"/>
    <a:srgbClr val="788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F444DD-E8E3-4D6F-8B5C-16618CFE518D}" v="140" dt="2025-11-17T07:45:14.604"/>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6" autoAdjust="0"/>
    <p:restoredTop sz="94672" autoAdjust="0"/>
  </p:normalViewPr>
  <p:slideViewPr>
    <p:cSldViewPr>
      <p:cViewPr varScale="1">
        <p:scale>
          <a:sx n="97" d="100"/>
          <a:sy n="97" d="100"/>
        </p:scale>
        <p:origin x="68" y="6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0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n Pratama" userId="ba5a381f79e67128" providerId="LiveId" clId="{1B3D42E5-558C-46C9-A1CA-A9EF05FAD6B9}"/>
    <pc:docChg chg="undo custSel modSld">
      <pc:chgData name="Rian Pratama" userId="ba5a381f79e67128" providerId="LiveId" clId="{1B3D42E5-558C-46C9-A1CA-A9EF05FAD6B9}" dt="2025-11-17T07:45:21.883" v="2247" actId="14100"/>
      <pc:docMkLst>
        <pc:docMk/>
      </pc:docMkLst>
      <pc:sldChg chg="modSp mod">
        <pc:chgData name="Rian Pratama" userId="ba5a381f79e67128" providerId="LiveId" clId="{1B3D42E5-558C-46C9-A1CA-A9EF05FAD6B9}" dt="2025-11-17T07:17:48.724" v="1848" actId="14100"/>
        <pc:sldMkLst>
          <pc:docMk/>
          <pc:sldMk cId="0" sldId="708"/>
        </pc:sldMkLst>
        <pc:spChg chg="mod">
          <ac:chgData name="Rian Pratama" userId="ba5a381f79e67128" providerId="LiveId" clId="{1B3D42E5-558C-46C9-A1CA-A9EF05FAD6B9}" dt="2025-11-17T07:17:48.724" v="1848" actId="14100"/>
          <ac:spMkLst>
            <pc:docMk/>
            <pc:sldMk cId="0" sldId="708"/>
            <ac:spMk id="48" creationId="{913E3988-6E59-4DAA-87D8-85AA74D24F7F}"/>
          </ac:spMkLst>
        </pc:spChg>
        <pc:spChg chg="mod">
          <ac:chgData name="Rian Pratama" userId="ba5a381f79e67128" providerId="LiveId" clId="{1B3D42E5-558C-46C9-A1CA-A9EF05FAD6B9}" dt="2025-11-17T07:16:59.527" v="1838" actId="14100"/>
          <ac:spMkLst>
            <pc:docMk/>
            <pc:sldMk cId="0" sldId="708"/>
            <ac:spMk id="49" creationId="{EA363C1A-013C-4F79-BFAC-E50FB607A374}"/>
          </ac:spMkLst>
        </pc:spChg>
        <pc:spChg chg="mod">
          <ac:chgData name="Rian Pratama" userId="ba5a381f79e67128" providerId="LiveId" clId="{1B3D42E5-558C-46C9-A1CA-A9EF05FAD6B9}" dt="2025-11-17T07:16:10.344" v="1831" actId="20577"/>
          <ac:spMkLst>
            <pc:docMk/>
            <pc:sldMk cId="0" sldId="708"/>
            <ac:spMk id="50" creationId="{A751C688-D0D4-4529-B5B2-7136FE9E1CA6}"/>
          </ac:spMkLst>
        </pc:spChg>
        <pc:spChg chg="mod">
          <ac:chgData name="Rian Pratama" userId="ba5a381f79e67128" providerId="LiveId" clId="{1B3D42E5-558C-46C9-A1CA-A9EF05FAD6B9}" dt="2025-11-17T07:16:38.483" v="1835" actId="20577"/>
          <ac:spMkLst>
            <pc:docMk/>
            <pc:sldMk cId="0" sldId="708"/>
            <ac:spMk id="51" creationId="{61E3F2A4-6016-4595-88B8-0565CDAB9098}"/>
          </ac:spMkLst>
        </pc:spChg>
      </pc:sldChg>
      <pc:sldChg chg="delSp modSp mod">
        <pc:chgData name="Rian Pratama" userId="ba5a381f79e67128" providerId="LiveId" clId="{1B3D42E5-558C-46C9-A1CA-A9EF05FAD6B9}" dt="2025-11-12T06:07:17.908" v="268" actId="207"/>
        <pc:sldMkLst>
          <pc:docMk/>
          <pc:sldMk cId="0" sldId="709"/>
        </pc:sldMkLst>
        <pc:spChg chg="mod">
          <ac:chgData name="Rian Pratama" userId="ba5a381f79e67128" providerId="LiveId" clId="{1B3D42E5-558C-46C9-A1CA-A9EF05FAD6B9}" dt="2025-11-12T06:05:29.910" v="69" actId="14100"/>
          <ac:spMkLst>
            <pc:docMk/>
            <pc:sldMk cId="0" sldId="709"/>
            <ac:spMk id="3" creationId="{FAE9407A-5910-5DF0-5DE6-E99F7E27F621}"/>
          </ac:spMkLst>
        </pc:spChg>
        <pc:spChg chg="mod">
          <ac:chgData name="Rian Pratama" userId="ba5a381f79e67128" providerId="LiveId" clId="{1B3D42E5-558C-46C9-A1CA-A9EF05FAD6B9}" dt="2025-11-12T06:06:02.131" v="115" actId="1076"/>
          <ac:spMkLst>
            <pc:docMk/>
            <pc:sldMk cId="0" sldId="709"/>
            <ac:spMk id="5" creationId="{4E0B1954-9145-D46B-E603-CC61ECAF2B77}"/>
          </ac:spMkLst>
        </pc:spChg>
        <pc:spChg chg="mod">
          <ac:chgData name="Rian Pratama" userId="ba5a381f79e67128" providerId="LiveId" clId="{1B3D42E5-558C-46C9-A1CA-A9EF05FAD6B9}" dt="2025-11-12T06:07:17.908" v="268" actId="207"/>
          <ac:spMkLst>
            <pc:docMk/>
            <pc:sldMk cId="0" sldId="709"/>
            <ac:spMk id="9218" creationId="{4D2D5C81-FA48-0372-B3A9-B75834299EE3}"/>
          </ac:spMkLst>
        </pc:spChg>
      </pc:sldChg>
      <pc:sldChg chg="modSp mod">
        <pc:chgData name="Rian Pratama" userId="ba5a381f79e67128" providerId="LiveId" clId="{1B3D42E5-558C-46C9-A1CA-A9EF05FAD6B9}" dt="2025-11-17T07:04:55.554" v="1807" actId="1076"/>
        <pc:sldMkLst>
          <pc:docMk/>
          <pc:sldMk cId="0" sldId="710"/>
        </pc:sldMkLst>
        <pc:spChg chg="mod">
          <ac:chgData name="Rian Pratama" userId="ba5a381f79e67128" providerId="LiveId" clId="{1B3D42E5-558C-46C9-A1CA-A9EF05FAD6B9}" dt="2025-11-17T07:04:55.554" v="1807" actId="1076"/>
          <ac:spMkLst>
            <pc:docMk/>
            <pc:sldMk cId="0" sldId="710"/>
            <ac:spMk id="22" creationId="{F98E0A77-AE3D-830F-CCA0-ABA8839E9A39}"/>
          </ac:spMkLst>
        </pc:spChg>
        <pc:spChg chg="mod">
          <ac:chgData name="Rian Pratama" userId="ba5a381f79e67128" providerId="LiveId" clId="{1B3D42E5-558C-46C9-A1CA-A9EF05FAD6B9}" dt="2025-11-17T07:04:20.235" v="1802" actId="6549"/>
          <ac:spMkLst>
            <pc:docMk/>
            <pc:sldMk cId="0" sldId="710"/>
            <ac:spMk id="21506" creationId="{21E31B30-A723-CE69-0403-9ADFE495DFCB}"/>
          </ac:spMkLst>
        </pc:spChg>
      </pc:sldChg>
      <pc:sldChg chg="modSp mod">
        <pc:chgData name="Rian Pratama" userId="ba5a381f79e67128" providerId="LiveId" clId="{1B3D42E5-558C-46C9-A1CA-A9EF05FAD6B9}" dt="2025-11-17T05:54:11.846" v="1239" actId="948"/>
        <pc:sldMkLst>
          <pc:docMk/>
          <pc:sldMk cId="0" sldId="752"/>
        </pc:sldMkLst>
        <pc:spChg chg="mod">
          <ac:chgData name="Rian Pratama" userId="ba5a381f79e67128" providerId="LiveId" clId="{1B3D42E5-558C-46C9-A1CA-A9EF05FAD6B9}" dt="2025-11-17T05:54:11.846" v="1239" actId="948"/>
          <ac:spMkLst>
            <pc:docMk/>
            <pc:sldMk cId="0" sldId="752"/>
            <ac:spMk id="17410" creationId="{9E56AB29-09B9-DBF2-5889-6334097AD5B6}"/>
          </ac:spMkLst>
        </pc:spChg>
        <pc:picChg chg="mod">
          <ac:chgData name="Rian Pratama" userId="ba5a381f79e67128" providerId="LiveId" clId="{1B3D42E5-558C-46C9-A1CA-A9EF05FAD6B9}" dt="2025-11-17T05:50:03.930" v="1042" actId="1076"/>
          <ac:picMkLst>
            <pc:docMk/>
            <pc:sldMk cId="0" sldId="752"/>
            <ac:picMk id="3" creationId="{313DD250-2D53-45C8-8765-37A938E8242B}"/>
          </ac:picMkLst>
        </pc:picChg>
      </pc:sldChg>
      <pc:sldChg chg="modSp mod">
        <pc:chgData name="Rian Pratama" userId="ba5a381f79e67128" providerId="LiveId" clId="{1B3D42E5-558C-46C9-A1CA-A9EF05FAD6B9}" dt="2025-11-17T07:42:58.031" v="2225" actId="20577"/>
        <pc:sldMkLst>
          <pc:docMk/>
          <pc:sldMk cId="0" sldId="753"/>
        </pc:sldMkLst>
        <pc:spChg chg="mod">
          <ac:chgData name="Rian Pratama" userId="ba5a381f79e67128" providerId="LiveId" clId="{1B3D42E5-558C-46C9-A1CA-A9EF05FAD6B9}" dt="2025-11-17T05:19:56.664" v="676" actId="14100"/>
          <ac:spMkLst>
            <pc:docMk/>
            <pc:sldMk cId="0" sldId="753"/>
            <ac:spMk id="2" creationId="{002AA71C-1232-4E62-8CC5-3E6A4B6DD14E}"/>
          </ac:spMkLst>
        </pc:spChg>
        <pc:spChg chg="mod">
          <ac:chgData name="Rian Pratama" userId="ba5a381f79e67128" providerId="LiveId" clId="{1B3D42E5-558C-46C9-A1CA-A9EF05FAD6B9}" dt="2025-11-17T05:21:01.108" v="775" actId="2711"/>
          <ac:spMkLst>
            <pc:docMk/>
            <pc:sldMk cId="0" sldId="753"/>
            <ac:spMk id="4" creationId="{572420D1-9C3A-2CDA-F430-903B53691B31}"/>
          </ac:spMkLst>
        </pc:spChg>
        <pc:spChg chg="mod">
          <ac:chgData name="Rian Pratama" userId="ba5a381f79e67128" providerId="LiveId" clId="{1B3D42E5-558C-46C9-A1CA-A9EF05FAD6B9}" dt="2025-11-17T07:42:58.031" v="2225" actId="20577"/>
          <ac:spMkLst>
            <pc:docMk/>
            <pc:sldMk cId="0" sldId="753"/>
            <ac:spMk id="26" creationId="{61649C51-C318-4A79-90E5-78A26CD82EEE}"/>
          </ac:spMkLst>
        </pc:spChg>
      </pc:sldChg>
      <pc:sldChg chg="modSp mod">
        <pc:chgData name="Rian Pratama" userId="ba5a381f79e67128" providerId="LiveId" clId="{1B3D42E5-558C-46C9-A1CA-A9EF05FAD6B9}" dt="2025-11-17T05:25:58.592" v="886" actId="14100"/>
        <pc:sldMkLst>
          <pc:docMk/>
          <pc:sldMk cId="0" sldId="769"/>
        </pc:sldMkLst>
        <pc:spChg chg="mod">
          <ac:chgData name="Rian Pratama" userId="ba5a381f79e67128" providerId="LiveId" clId="{1B3D42E5-558C-46C9-A1CA-A9EF05FAD6B9}" dt="2025-11-17T05:25:48.357" v="883" actId="1076"/>
          <ac:spMkLst>
            <pc:docMk/>
            <pc:sldMk cId="0" sldId="769"/>
            <ac:spMk id="8" creationId="{B589E0EE-0439-74EB-9F16-BE4A7713A143}"/>
          </ac:spMkLst>
        </pc:spChg>
        <pc:spChg chg="mod">
          <ac:chgData name="Rian Pratama" userId="ba5a381f79e67128" providerId="LiveId" clId="{1B3D42E5-558C-46C9-A1CA-A9EF05FAD6B9}" dt="2025-11-17T05:25:15.639" v="870" actId="1076"/>
          <ac:spMkLst>
            <pc:docMk/>
            <pc:sldMk cId="0" sldId="769"/>
            <ac:spMk id="20" creationId="{441BD513-ED73-4809-89B9-F9F8BBA1CD3C}"/>
          </ac:spMkLst>
        </pc:spChg>
        <pc:spChg chg="mod">
          <ac:chgData name="Rian Pratama" userId="ba5a381f79e67128" providerId="LiveId" clId="{1B3D42E5-558C-46C9-A1CA-A9EF05FAD6B9}" dt="2025-11-17T05:25:15.639" v="870" actId="1076"/>
          <ac:spMkLst>
            <pc:docMk/>
            <pc:sldMk cId="0" sldId="769"/>
            <ac:spMk id="21" creationId="{2AE315AF-0D36-4AC2-8289-E21D467C834E}"/>
          </ac:spMkLst>
        </pc:spChg>
        <pc:spChg chg="mod">
          <ac:chgData name="Rian Pratama" userId="ba5a381f79e67128" providerId="LiveId" clId="{1B3D42E5-558C-46C9-A1CA-A9EF05FAD6B9}" dt="2025-11-17T05:25:26.052" v="880" actId="20577"/>
          <ac:spMkLst>
            <pc:docMk/>
            <pc:sldMk cId="0" sldId="769"/>
            <ac:spMk id="13314" creationId="{0D65F9C0-F94A-4E82-DC7C-04F76B359698}"/>
          </ac:spMkLst>
        </pc:spChg>
        <pc:picChg chg="mod">
          <ac:chgData name="Rian Pratama" userId="ba5a381f79e67128" providerId="LiveId" clId="{1B3D42E5-558C-46C9-A1CA-A9EF05FAD6B9}" dt="2025-11-17T05:25:48.357" v="883" actId="1076"/>
          <ac:picMkLst>
            <pc:docMk/>
            <pc:sldMk cId="0" sldId="769"/>
            <ac:picMk id="2" creationId="{3A7A5D7C-4338-4BE5-93CC-F20F13408134}"/>
          </ac:picMkLst>
        </pc:picChg>
        <pc:picChg chg="mod">
          <ac:chgData name="Rian Pratama" userId="ba5a381f79e67128" providerId="LiveId" clId="{1B3D42E5-558C-46C9-A1CA-A9EF05FAD6B9}" dt="2025-11-17T05:25:48.357" v="883" actId="1076"/>
          <ac:picMkLst>
            <pc:docMk/>
            <pc:sldMk cId="0" sldId="769"/>
            <ac:picMk id="3" creationId="{983CB277-C28E-423B-BB36-7E68BA5A1555}"/>
          </ac:picMkLst>
        </pc:picChg>
        <pc:picChg chg="mod">
          <ac:chgData name="Rian Pratama" userId="ba5a381f79e67128" providerId="LiveId" clId="{1B3D42E5-558C-46C9-A1CA-A9EF05FAD6B9}" dt="2025-11-17T05:25:15.639" v="870" actId="1076"/>
          <ac:picMkLst>
            <pc:docMk/>
            <pc:sldMk cId="0" sldId="769"/>
            <ac:picMk id="7" creationId="{3EB51AC8-709A-4279-8740-C02EA70CACF0}"/>
          </ac:picMkLst>
        </pc:picChg>
        <pc:picChg chg="mod">
          <ac:chgData name="Rian Pratama" userId="ba5a381f79e67128" providerId="LiveId" clId="{1B3D42E5-558C-46C9-A1CA-A9EF05FAD6B9}" dt="2025-11-17T05:25:36.077" v="881" actId="1076"/>
          <ac:picMkLst>
            <pc:docMk/>
            <pc:sldMk cId="0" sldId="769"/>
            <ac:picMk id="10" creationId="{6E0D4142-1942-40EE-8678-7098F0AA524F}"/>
          </ac:picMkLst>
        </pc:picChg>
        <pc:cxnChg chg="mod">
          <ac:chgData name="Rian Pratama" userId="ba5a381f79e67128" providerId="LiveId" clId="{1B3D42E5-558C-46C9-A1CA-A9EF05FAD6B9}" dt="2025-11-17T05:25:52.460" v="884" actId="14100"/>
          <ac:cxnSpMkLst>
            <pc:docMk/>
            <pc:sldMk cId="0" sldId="769"/>
            <ac:cxnSpMk id="6" creationId="{0CF7073B-1A50-479A-8316-A5F6824A290E}"/>
          </ac:cxnSpMkLst>
        </pc:cxnChg>
        <pc:cxnChg chg="mod">
          <ac:chgData name="Rian Pratama" userId="ba5a381f79e67128" providerId="LiveId" clId="{1B3D42E5-558C-46C9-A1CA-A9EF05FAD6B9}" dt="2025-11-17T05:25:55.979" v="885" actId="14100"/>
          <ac:cxnSpMkLst>
            <pc:docMk/>
            <pc:sldMk cId="0" sldId="769"/>
            <ac:cxnSpMk id="11" creationId="{6A6F5CCC-4FDF-403C-8716-E0E69C08D68C}"/>
          </ac:cxnSpMkLst>
        </pc:cxnChg>
        <pc:cxnChg chg="mod">
          <ac:chgData name="Rian Pratama" userId="ba5a381f79e67128" providerId="LiveId" clId="{1B3D42E5-558C-46C9-A1CA-A9EF05FAD6B9}" dt="2025-11-17T05:25:58.592" v="886" actId="14100"/>
          <ac:cxnSpMkLst>
            <pc:docMk/>
            <pc:sldMk cId="0" sldId="769"/>
            <ac:cxnSpMk id="22" creationId="{0FC73511-8780-4DC9-9A83-35C6E73CA0AB}"/>
          </ac:cxnSpMkLst>
        </pc:cxnChg>
      </pc:sldChg>
      <pc:sldChg chg="modSp mod">
        <pc:chgData name="Rian Pratama" userId="ba5a381f79e67128" providerId="LiveId" clId="{1B3D42E5-558C-46C9-A1CA-A9EF05FAD6B9}" dt="2025-11-17T07:31:34.912" v="2097" actId="1076"/>
        <pc:sldMkLst>
          <pc:docMk/>
          <pc:sldMk cId="0" sldId="785"/>
        </pc:sldMkLst>
        <pc:spChg chg="mod">
          <ac:chgData name="Rian Pratama" userId="ba5a381f79e67128" providerId="LiveId" clId="{1B3D42E5-558C-46C9-A1CA-A9EF05FAD6B9}" dt="2025-11-17T07:31:10.810" v="2096" actId="948"/>
          <ac:spMkLst>
            <pc:docMk/>
            <pc:sldMk cId="0" sldId="785"/>
            <ac:spMk id="23554" creationId="{04AC06A4-A4D4-FEF5-661F-906079DD3A51}"/>
          </ac:spMkLst>
        </pc:spChg>
        <pc:grpChg chg="mod">
          <ac:chgData name="Rian Pratama" userId="ba5a381f79e67128" providerId="LiveId" clId="{1B3D42E5-558C-46C9-A1CA-A9EF05FAD6B9}" dt="2025-11-17T07:31:34.912" v="2097" actId="1076"/>
          <ac:grpSpMkLst>
            <pc:docMk/>
            <pc:sldMk cId="0" sldId="785"/>
            <ac:grpSpMk id="16" creationId="{942105E8-EAEE-7179-536D-C3B7947DDA1D}"/>
          </ac:grpSpMkLst>
        </pc:grpChg>
      </pc:sldChg>
      <pc:sldChg chg="modSp mod">
        <pc:chgData name="Rian Pratama" userId="ba5a381f79e67128" providerId="LiveId" clId="{1B3D42E5-558C-46C9-A1CA-A9EF05FAD6B9}" dt="2025-11-17T07:45:21.883" v="2247" actId="14100"/>
        <pc:sldMkLst>
          <pc:docMk/>
          <pc:sldMk cId="0" sldId="793"/>
        </pc:sldMkLst>
        <pc:spChg chg="mod">
          <ac:chgData name="Rian Pratama" userId="ba5a381f79e67128" providerId="LiveId" clId="{1B3D42E5-558C-46C9-A1CA-A9EF05FAD6B9}" dt="2025-11-17T07:45:21.883" v="2247" actId="14100"/>
          <ac:spMkLst>
            <pc:docMk/>
            <pc:sldMk cId="0" sldId="793"/>
            <ac:spMk id="2" creationId="{31581F6D-91CA-9CB1-03F3-C8BD29332037}"/>
          </ac:spMkLst>
        </pc:spChg>
        <pc:spChg chg="mod">
          <ac:chgData name="Rian Pratama" userId="ba5a381f79e67128" providerId="LiveId" clId="{1B3D42E5-558C-46C9-A1CA-A9EF05FAD6B9}" dt="2025-11-17T05:31:22.296" v="948" actId="113"/>
          <ac:spMkLst>
            <pc:docMk/>
            <pc:sldMk cId="0" sldId="793"/>
            <ac:spMk id="15362" creationId="{C2D8FE83-7A64-FFD4-3F43-CE80EE38C14C}"/>
          </ac:spMkLst>
        </pc:spChg>
        <pc:cxnChg chg="mod">
          <ac:chgData name="Rian Pratama" userId="ba5a381f79e67128" providerId="LiveId" clId="{1B3D42E5-558C-46C9-A1CA-A9EF05FAD6B9}" dt="2025-11-17T05:28:45.813" v="927" actId="14100"/>
          <ac:cxnSpMkLst>
            <pc:docMk/>
            <pc:sldMk cId="0" sldId="793"/>
            <ac:cxnSpMk id="9" creationId="{7AE30ECC-1352-FFA4-915C-E0D8E684CAAB}"/>
          </ac:cxnSpMkLst>
        </pc:cxnChg>
      </pc:sldChg>
      <pc:sldChg chg="modSp mod">
        <pc:chgData name="Rian Pratama" userId="ba5a381f79e67128" providerId="LiveId" clId="{1B3D42E5-558C-46C9-A1CA-A9EF05FAD6B9}" dt="2025-11-12T06:16:25.903" v="427" actId="115"/>
        <pc:sldMkLst>
          <pc:docMk/>
          <pc:sldMk cId="3909985397" sldId="794"/>
        </pc:sldMkLst>
        <pc:spChg chg="mod">
          <ac:chgData name="Rian Pratama" userId="ba5a381f79e67128" providerId="LiveId" clId="{1B3D42E5-558C-46C9-A1CA-A9EF05FAD6B9}" dt="2025-11-12T06:10:15.452" v="388" actId="20577"/>
          <ac:spMkLst>
            <pc:docMk/>
            <pc:sldMk cId="3909985397" sldId="794"/>
            <ac:spMk id="2" creationId="{CD161ADA-C196-47BB-97DA-82F9D2409DAF}"/>
          </ac:spMkLst>
        </pc:spChg>
        <pc:spChg chg="mod">
          <ac:chgData name="Rian Pratama" userId="ba5a381f79e67128" providerId="LiveId" clId="{1B3D42E5-558C-46C9-A1CA-A9EF05FAD6B9}" dt="2025-11-12T06:16:25.903" v="427" actId="115"/>
          <ac:spMkLst>
            <pc:docMk/>
            <pc:sldMk cId="3909985397" sldId="794"/>
            <ac:spMk id="3" creationId="{42F6CCCF-DF25-46FC-B5BA-C47BC4930B3A}"/>
          </ac:spMkLst>
        </pc:spChg>
        <pc:spChg chg="mod">
          <ac:chgData name="Rian Pratama" userId="ba5a381f79e67128" providerId="LiveId" clId="{1B3D42E5-558C-46C9-A1CA-A9EF05FAD6B9}" dt="2025-11-12T06:09:26.021" v="340" actId="14100"/>
          <ac:spMkLst>
            <pc:docMk/>
            <pc:sldMk cId="3909985397" sldId="794"/>
            <ac:spMk id="7" creationId="{8529344D-2067-4415-A8EE-F297E76738D2}"/>
          </ac:spMkLst>
        </pc:spChg>
        <pc:spChg chg="mod">
          <ac:chgData name="Rian Pratama" userId="ba5a381f79e67128" providerId="LiveId" clId="{1B3D42E5-558C-46C9-A1CA-A9EF05FAD6B9}" dt="2025-11-12T06:09:58.771" v="382" actId="20577"/>
          <ac:spMkLst>
            <pc:docMk/>
            <pc:sldMk cId="3909985397" sldId="794"/>
            <ac:spMk id="8" creationId="{A7C93886-E3E3-423B-BBF4-ABAEBDB11684}"/>
          </ac:spMkLst>
        </pc:spChg>
      </pc:sldChg>
      <pc:sldChg chg="addSp delSp modSp mod">
        <pc:chgData name="Rian Pratama" userId="ba5a381f79e67128" providerId="LiveId" clId="{1B3D42E5-558C-46C9-A1CA-A9EF05FAD6B9}" dt="2025-11-12T06:18:22.884" v="437" actId="948"/>
        <pc:sldMkLst>
          <pc:docMk/>
          <pc:sldMk cId="2229294660" sldId="795"/>
        </pc:sldMkLst>
        <pc:spChg chg="mod">
          <ac:chgData name="Rian Pratama" userId="ba5a381f79e67128" providerId="LiveId" clId="{1B3D42E5-558C-46C9-A1CA-A9EF05FAD6B9}" dt="2025-11-12T06:10:18.168" v="394" actId="20577"/>
          <ac:spMkLst>
            <pc:docMk/>
            <pc:sldMk cId="2229294660" sldId="795"/>
            <ac:spMk id="2" creationId="{CD161ADA-C196-47BB-97DA-82F9D2409DAF}"/>
          </ac:spMkLst>
        </pc:spChg>
        <pc:spChg chg="mod">
          <ac:chgData name="Rian Pratama" userId="ba5a381f79e67128" providerId="LiveId" clId="{1B3D42E5-558C-46C9-A1CA-A9EF05FAD6B9}" dt="2025-11-12T06:18:22.884" v="437" actId="948"/>
          <ac:spMkLst>
            <pc:docMk/>
            <pc:sldMk cId="2229294660" sldId="795"/>
            <ac:spMk id="3" creationId="{42F6CCCF-DF25-46FC-B5BA-C47BC4930B3A}"/>
          </ac:spMkLst>
        </pc:spChg>
        <pc:spChg chg="mod">
          <ac:chgData name="Rian Pratama" userId="ba5a381f79e67128" providerId="LiveId" clId="{1B3D42E5-558C-46C9-A1CA-A9EF05FAD6B9}" dt="2025-11-12T06:10:38.507" v="397"/>
          <ac:spMkLst>
            <pc:docMk/>
            <pc:sldMk cId="2229294660" sldId="795"/>
            <ac:spMk id="8" creationId="{D75A5B41-3EBF-4868-B50D-BF9791936EF3}"/>
          </ac:spMkLst>
        </pc:spChg>
        <pc:picChg chg="add mod">
          <ac:chgData name="Rian Pratama" userId="ba5a381f79e67128" providerId="LiveId" clId="{1B3D42E5-558C-46C9-A1CA-A9EF05FAD6B9}" dt="2025-11-12T06:17:57.711" v="433" actId="1076"/>
          <ac:picMkLst>
            <pc:docMk/>
            <pc:sldMk cId="2229294660" sldId="795"/>
            <ac:picMk id="10" creationId="{B49A7816-343D-B211-BD61-BEE6958E7135}"/>
          </ac:picMkLst>
        </pc:picChg>
      </pc:sldChg>
      <pc:sldChg chg="addSp modSp mod">
        <pc:chgData name="Rian Pratama" userId="ba5a381f79e67128" providerId="LiveId" clId="{1B3D42E5-558C-46C9-A1CA-A9EF05FAD6B9}" dt="2025-11-12T06:46:07.403" v="541" actId="948"/>
        <pc:sldMkLst>
          <pc:docMk/>
          <pc:sldMk cId="3497991531" sldId="796"/>
        </pc:sldMkLst>
        <pc:spChg chg="mod">
          <ac:chgData name="Rian Pratama" userId="ba5a381f79e67128" providerId="LiveId" clId="{1B3D42E5-558C-46C9-A1CA-A9EF05FAD6B9}" dt="2025-11-12T06:46:07.403" v="541" actId="948"/>
          <ac:spMkLst>
            <pc:docMk/>
            <pc:sldMk cId="3497991531" sldId="796"/>
            <ac:spMk id="9218" creationId="{4D2D5C81-FA48-0372-B3A9-B75834299EE3}"/>
          </ac:spMkLst>
        </pc:spChg>
      </pc:sldChg>
      <pc:sldChg chg="modSp mod">
        <pc:chgData name="Rian Pratama" userId="ba5a381f79e67128" providerId="LiveId" clId="{1B3D42E5-558C-46C9-A1CA-A9EF05FAD6B9}" dt="2025-11-17T05:18:54.109" v="591" actId="113"/>
        <pc:sldMkLst>
          <pc:docMk/>
          <pc:sldMk cId="1402726000" sldId="797"/>
        </pc:sldMkLst>
        <pc:spChg chg="mod">
          <ac:chgData name="Rian Pratama" userId="ba5a381f79e67128" providerId="LiveId" clId="{1B3D42E5-558C-46C9-A1CA-A9EF05FAD6B9}" dt="2025-11-17T05:18:54.109" v="591" actId="113"/>
          <ac:spMkLst>
            <pc:docMk/>
            <pc:sldMk cId="1402726000" sldId="797"/>
            <ac:spMk id="9218" creationId="{4D2D5C81-FA48-0372-B3A9-B75834299EE3}"/>
          </ac:spMkLst>
        </pc:spChg>
      </pc:sldChg>
      <pc:sldChg chg="modSp mod">
        <pc:chgData name="Rian Pratama" userId="ba5a381f79e67128" providerId="LiveId" clId="{1B3D42E5-558C-46C9-A1CA-A9EF05FAD6B9}" dt="2025-11-17T07:45:03.016" v="2244" actId="948"/>
        <pc:sldMkLst>
          <pc:docMk/>
          <pc:sldMk cId="3546927169" sldId="798"/>
        </pc:sldMkLst>
        <pc:spChg chg="mod">
          <ac:chgData name="Rian Pratama" userId="ba5a381f79e67128" providerId="LiveId" clId="{1B3D42E5-558C-46C9-A1CA-A9EF05FAD6B9}" dt="2025-11-17T06:13:30.485" v="1486" actId="114"/>
          <ac:spMkLst>
            <pc:docMk/>
            <pc:sldMk cId="3546927169" sldId="798"/>
            <ac:spMk id="4" creationId="{B3BE19B1-23AC-885B-E970-A7B63435FCF9}"/>
          </ac:spMkLst>
        </pc:spChg>
        <pc:spChg chg="mod">
          <ac:chgData name="Rian Pratama" userId="ba5a381f79e67128" providerId="LiveId" clId="{1B3D42E5-558C-46C9-A1CA-A9EF05FAD6B9}" dt="2025-11-17T07:44:57.344" v="2243" actId="1076"/>
          <ac:spMkLst>
            <pc:docMk/>
            <pc:sldMk cId="3546927169" sldId="798"/>
            <ac:spMk id="7" creationId="{727D649D-F969-AA4E-3AB7-D26861D2A8BB}"/>
          </ac:spMkLst>
        </pc:spChg>
        <pc:spChg chg="mod">
          <ac:chgData name="Rian Pratama" userId="ba5a381f79e67128" providerId="LiveId" clId="{1B3D42E5-558C-46C9-A1CA-A9EF05FAD6B9}" dt="2025-11-17T07:45:03.016" v="2244" actId="948"/>
          <ac:spMkLst>
            <pc:docMk/>
            <pc:sldMk cId="3546927169" sldId="798"/>
            <ac:spMk id="17410" creationId="{9E56AB29-09B9-DBF2-5889-6334097AD5B6}"/>
          </ac:spMkLst>
        </pc:spChg>
        <pc:grpChg chg="mod">
          <ac:chgData name="Rian Pratama" userId="ba5a381f79e67128" providerId="LiveId" clId="{1B3D42E5-558C-46C9-A1CA-A9EF05FAD6B9}" dt="2025-11-17T06:12:33.909" v="1469"/>
          <ac:grpSpMkLst>
            <pc:docMk/>
            <pc:sldMk cId="3546927169" sldId="798"/>
            <ac:grpSpMk id="5" creationId="{9F7F5DFC-D906-8065-1359-BA2D12556E79}"/>
          </ac:grpSpMkLst>
        </pc:grpChg>
        <pc:picChg chg="mod">
          <ac:chgData name="Rian Pratama" userId="ba5a381f79e67128" providerId="LiveId" clId="{1B3D42E5-558C-46C9-A1CA-A9EF05FAD6B9}" dt="2025-11-17T06:12:33.909" v="1469"/>
          <ac:picMkLst>
            <pc:docMk/>
            <pc:sldMk cId="3546927169" sldId="798"/>
            <ac:picMk id="3" creationId="{699D94EC-91F6-4259-8762-490FA8F5FCF0}"/>
          </ac:picMkLst>
        </pc:picChg>
      </pc:sldChg>
      <pc:sldChg chg="modSp mod">
        <pc:chgData name="Rian Pratama" userId="ba5a381f79e67128" providerId="LiveId" clId="{1B3D42E5-558C-46C9-A1CA-A9EF05FAD6B9}" dt="2025-11-17T06:32:37.521" v="1682" actId="20577"/>
        <pc:sldMkLst>
          <pc:docMk/>
          <pc:sldMk cId="3023216261" sldId="799"/>
        </pc:sldMkLst>
        <pc:spChg chg="mod">
          <ac:chgData name="Rian Pratama" userId="ba5a381f79e67128" providerId="LiveId" clId="{1B3D42E5-558C-46C9-A1CA-A9EF05FAD6B9}" dt="2025-11-17T06:31:46.416" v="1678" actId="114"/>
          <ac:spMkLst>
            <pc:docMk/>
            <pc:sldMk cId="3023216261" sldId="799"/>
            <ac:spMk id="4" creationId="{C43B40BB-69F8-3525-3A78-70319773C5C5}"/>
          </ac:spMkLst>
        </pc:spChg>
        <pc:spChg chg="mod">
          <ac:chgData name="Rian Pratama" userId="ba5a381f79e67128" providerId="LiveId" clId="{1B3D42E5-558C-46C9-A1CA-A9EF05FAD6B9}" dt="2025-11-17T06:30:22.159" v="1651" actId="20577"/>
          <ac:spMkLst>
            <pc:docMk/>
            <pc:sldMk cId="3023216261" sldId="799"/>
            <ac:spMk id="7" creationId="{50C66C61-C647-D8C5-10CC-BB58ADE45228}"/>
          </ac:spMkLst>
        </pc:spChg>
        <pc:spChg chg="mod">
          <ac:chgData name="Rian Pratama" userId="ba5a381f79e67128" providerId="LiveId" clId="{1B3D42E5-558C-46C9-A1CA-A9EF05FAD6B9}" dt="2025-11-17T06:32:37.521" v="1682" actId="20577"/>
          <ac:spMkLst>
            <pc:docMk/>
            <pc:sldMk cId="3023216261" sldId="799"/>
            <ac:spMk id="17410" creationId="{9E56AB29-09B9-DBF2-5889-6334097AD5B6}"/>
          </ac:spMkLst>
        </pc:spChg>
      </pc:sldChg>
      <pc:sldChg chg="modSp mod">
        <pc:chgData name="Rian Pratama" userId="ba5a381f79e67128" providerId="LiveId" clId="{1B3D42E5-558C-46C9-A1CA-A9EF05FAD6B9}" dt="2025-11-17T06:33:23.724" v="1707"/>
        <pc:sldMkLst>
          <pc:docMk/>
          <pc:sldMk cId="544986278" sldId="800"/>
        </pc:sldMkLst>
        <pc:spChg chg="mod">
          <ac:chgData name="Rian Pratama" userId="ba5a381f79e67128" providerId="LiveId" clId="{1B3D42E5-558C-46C9-A1CA-A9EF05FAD6B9}" dt="2025-11-17T06:33:23.724" v="1707"/>
          <ac:spMkLst>
            <pc:docMk/>
            <pc:sldMk cId="544986278" sldId="800"/>
            <ac:spMk id="17410" creationId="{9E56AB29-09B9-DBF2-5889-6334097AD5B6}"/>
          </ac:spMkLst>
        </pc:spChg>
      </pc:sldChg>
      <pc:sldChg chg="modSp mod">
        <pc:chgData name="Rian Pratama" userId="ba5a381f79e67128" providerId="LiveId" clId="{1B3D42E5-558C-46C9-A1CA-A9EF05FAD6B9}" dt="2025-11-17T07:02:36.132" v="1782" actId="20577"/>
        <pc:sldMkLst>
          <pc:docMk/>
          <pc:sldMk cId="1209420061" sldId="801"/>
        </pc:sldMkLst>
        <pc:spChg chg="mod">
          <ac:chgData name="Rian Pratama" userId="ba5a381f79e67128" providerId="LiveId" clId="{1B3D42E5-558C-46C9-A1CA-A9EF05FAD6B9}" dt="2025-11-17T07:00:40.670" v="1751" actId="14100"/>
          <ac:spMkLst>
            <pc:docMk/>
            <pc:sldMk cId="1209420061" sldId="801"/>
            <ac:spMk id="8" creationId="{2E544E00-320A-400E-AEA3-6672064DD2F8}"/>
          </ac:spMkLst>
        </pc:spChg>
        <pc:spChg chg="mod">
          <ac:chgData name="Rian Pratama" userId="ba5a381f79e67128" providerId="LiveId" clId="{1B3D42E5-558C-46C9-A1CA-A9EF05FAD6B9}" dt="2025-11-17T07:02:36.132" v="1782" actId="20577"/>
          <ac:spMkLst>
            <pc:docMk/>
            <pc:sldMk cId="1209420061" sldId="801"/>
            <ac:spMk id="17410" creationId="{9E56AB29-09B9-DBF2-5889-6334097AD5B6}"/>
          </ac:spMkLst>
        </pc:spChg>
        <pc:picChg chg="mod">
          <ac:chgData name="Rian Pratama" userId="ba5a381f79e67128" providerId="LiveId" clId="{1B3D42E5-558C-46C9-A1CA-A9EF05FAD6B9}" dt="2025-11-17T07:00:24.080" v="1749" actId="1076"/>
          <ac:picMkLst>
            <pc:docMk/>
            <pc:sldMk cId="1209420061" sldId="801"/>
            <ac:picMk id="3" creationId="{744E98A0-F64D-411F-9DBA-1EE7AFE1902A}"/>
          </ac:picMkLst>
        </pc:picChg>
        <pc:cxnChg chg="mod">
          <ac:chgData name="Rian Pratama" userId="ba5a381f79e67128" providerId="LiveId" clId="{1B3D42E5-558C-46C9-A1CA-A9EF05FAD6B9}" dt="2025-11-17T07:00:24.080" v="1749" actId="1076"/>
          <ac:cxnSpMkLst>
            <pc:docMk/>
            <pc:sldMk cId="1209420061" sldId="801"/>
            <ac:cxnSpMk id="9" creationId="{4951E6E3-A480-4B2A-9A88-294E30ACB9CD}"/>
          </ac:cxnSpMkLst>
        </pc:cxnChg>
      </pc:sldChg>
      <pc:sldChg chg="modSp mod">
        <pc:chgData name="Rian Pratama" userId="ba5a381f79e67128" providerId="LiveId" clId="{1B3D42E5-558C-46C9-A1CA-A9EF05FAD6B9}" dt="2025-11-17T07:37:01.192" v="2160" actId="20577"/>
        <pc:sldMkLst>
          <pc:docMk/>
          <pc:sldMk cId="3206129446" sldId="802"/>
        </pc:sldMkLst>
        <pc:spChg chg="mod">
          <ac:chgData name="Rian Pratama" userId="ba5a381f79e67128" providerId="LiveId" clId="{1B3D42E5-558C-46C9-A1CA-A9EF05FAD6B9}" dt="2025-11-17T07:36:51.068" v="2142"/>
          <ac:spMkLst>
            <pc:docMk/>
            <pc:sldMk cId="3206129446" sldId="802"/>
            <ac:spMk id="2" creationId="{D9025A2A-B88E-49EB-B6FC-86399CD70DE1}"/>
          </ac:spMkLst>
        </pc:spChg>
        <pc:graphicFrameChg chg="mod modGraphic">
          <ac:chgData name="Rian Pratama" userId="ba5a381f79e67128" providerId="LiveId" clId="{1B3D42E5-558C-46C9-A1CA-A9EF05FAD6B9}" dt="2025-11-17T07:37:01.192" v="2160" actId="20577"/>
          <ac:graphicFrameMkLst>
            <pc:docMk/>
            <pc:sldMk cId="3206129446" sldId="802"/>
            <ac:graphicFrameMk id="6" creationId="{688C68CC-7126-45D1-874C-7E242FD7EEF1}"/>
          </ac:graphicFrameMkLst>
        </pc:graphicFrameChg>
      </pc:sldChg>
      <pc:sldChg chg="modSp mod">
        <pc:chgData name="Rian Pratama" userId="ba5a381f79e67128" providerId="LiveId" clId="{1B3D42E5-558C-46C9-A1CA-A9EF05FAD6B9}" dt="2025-11-17T07:37:12.921" v="2185" actId="20577"/>
        <pc:sldMkLst>
          <pc:docMk/>
          <pc:sldMk cId="1282485554" sldId="804"/>
        </pc:sldMkLst>
        <pc:spChg chg="mod">
          <ac:chgData name="Rian Pratama" userId="ba5a381f79e67128" providerId="LiveId" clId="{1B3D42E5-558C-46C9-A1CA-A9EF05FAD6B9}" dt="2025-11-17T07:36:37.071" v="2139"/>
          <ac:spMkLst>
            <pc:docMk/>
            <pc:sldMk cId="1282485554" sldId="804"/>
            <ac:spMk id="2" creationId="{230F38A5-98D6-49A4-BE98-71138BB7514A}"/>
          </ac:spMkLst>
        </pc:spChg>
        <pc:spChg chg="mod">
          <ac:chgData name="Rian Pratama" userId="ba5a381f79e67128" providerId="LiveId" clId="{1B3D42E5-558C-46C9-A1CA-A9EF05FAD6B9}" dt="2025-11-17T07:36:29.272" v="2137" actId="20577"/>
          <ac:spMkLst>
            <pc:docMk/>
            <pc:sldMk cId="1282485554" sldId="804"/>
            <ac:spMk id="3" creationId="{73782BD9-BD6F-46EB-90B2-6F3BF1E4DDB1}"/>
          </ac:spMkLst>
        </pc:spChg>
        <pc:graphicFrameChg chg="mod modGraphic">
          <ac:chgData name="Rian Pratama" userId="ba5a381f79e67128" providerId="LiveId" clId="{1B3D42E5-558C-46C9-A1CA-A9EF05FAD6B9}" dt="2025-11-17T07:37:12.921" v="2185" actId="20577"/>
          <ac:graphicFrameMkLst>
            <pc:docMk/>
            <pc:sldMk cId="1282485554" sldId="804"/>
            <ac:graphicFrameMk id="7" creationId="{F3DF9D84-8AC2-48F0-9D72-2C8908F495FA}"/>
          </ac:graphicFrameMkLst>
        </pc:graphicFrameChg>
      </pc:sldChg>
      <pc:sldChg chg="modSp mod">
        <pc:chgData name="Rian Pratama" userId="ba5a381f79e67128" providerId="LiveId" clId="{1B3D42E5-558C-46C9-A1CA-A9EF05FAD6B9}" dt="2025-11-17T07:37:26.085" v="2193"/>
        <pc:sldMkLst>
          <pc:docMk/>
          <pc:sldMk cId="1472214800" sldId="805"/>
        </pc:sldMkLst>
        <pc:spChg chg="mod">
          <ac:chgData name="Rian Pratama" userId="ba5a381f79e67128" providerId="LiveId" clId="{1B3D42E5-558C-46C9-A1CA-A9EF05FAD6B9}" dt="2025-11-17T07:36:38.912" v="2140"/>
          <ac:spMkLst>
            <pc:docMk/>
            <pc:sldMk cId="1472214800" sldId="805"/>
            <ac:spMk id="2" creationId="{230F38A5-98D6-49A4-BE98-71138BB7514A}"/>
          </ac:spMkLst>
        </pc:spChg>
        <pc:spChg chg="mod">
          <ac:chgData name="Rian Pratama" userId="ba5a381f79e67128" providerId="LiveId" clId="{1B3D42E5-558C-46C9-A1CA-A9EF05FAD6B9}" dt="2025-11-17T07:36:26.539" v="2135" actId="20577"/>
          <ac:spMkLst>
            <pc:docMk/>
            <pc:sldMk cId="1472214800" sldId="805"/>
            <ac:spMk id="3" creationId="{73782BD9-BD6F-46EB-90B2-6F3BF1E4DDB1}"/>
          </ac:spMkLst>
        </pc:spChg>
        <pc:graphicFrameChg chg="mod modGraphic">
          <ac:chgData name="Rian Pratama" userId="ba5a381f79e67128" providerId="LiveId" clId="{1B3D42E5-558C-46C9-A1CA-A9EF05FAD6B9}" dt="2025-11-17T07:37:26.085" v="2193"/>
          <ac:graphicFrameMkLst>
            <pc:docMk/>
            <pc:sldMk cId="1472214800" sldId="805"/>
            <ac:graphicFrameMk id="7" creationId="{F3DF9D84-8AC2-48F0-9D72-2C8908F495FA}"/>
          </ac:graphicFrameMkLst>
        </pc:graphicFrameChg>
      </pc:sldChg>
      <pc:sldChg chg="modSp mod">
        <pc:chgData name="Rian Pratama" userId="ba5a381f79e67128" providerId="LiveId" clId="{1B3D42E5-558C-46C9-A1CA-A9EF05FAD6B9}" dt="2025-11-17T07:37:26.888" v="2194"/>
        <pc:sldMkLst>
          <pc:docMk/>
          <pc:sldMk cId="3645306524" sldId="806"/>
        </pc:sldMkLst>
        <pc:spChg chg="mod">
          <ac:chgData name="Rian Pratama" userId="ba5a381f79e67128" providerId="LiveId" clId="{1B3D42E5-558C-46C9-A1CA-A9EF05FAD6B9}" dt="2025-11-17T07:36:40.347" v="2141"/>
          <ac:spMkLst>
            <pc:docMk/>
            <pc:sldMk cId="3645306524" sldId="806"/>
            <ac:spMk id="2" creationId="{230F38A5-98D6-49A4-BE98-71138BB7514A}"/>
          </ac:spMkLst>
        </pc:spChg>
        <pc:spChg chg="mod">
          <ac:chgData name="Rian Pratama" userId="ba5a381f79e67128" providerId="LiveId" clId="{1B3D42E5-558C-46C9-A1CA-A9EF05FAD6B9}" dt="2025-11-17T07:36:23.026" v="2133" actId="20577"/>
          <ac:spMkLst>
            <pc:docMk/>
            <pc:sldMk cId="3645306524" sldId="806"/>
            <ac:spMk id="3" creationId="{73782BD9-BD6F-46EB-90B2-6F3BF1E4DDB1}"/>
          </ac:spMkLst>
        </pc:spChg>
        <pc:graphicFrameChg chg="mod modGraphic">
          <ac:chgData name="Rian Pratama" userId="ba5a381f79e67128" providerId="LiveId" clId="{1B3D42E5-558C-46C9-A1CA-A9EF05FAD6B9}" dt="2025-11-17T07:37:26.888" v="2194"/>
          <ac:graphicFrameMkLst>
            <pc:docMk/>
            <pc:sldMk cId="3645306524" sldId="806"/>
            <ac:graphicFrameMk id="7" creationId="{F3DF9D84-8AC2-48F0-9D72-2C8908F495FA}"/>
          </ac:graphicFrameMkLst>
        </pc:graphicFrameChg>
      </pc:sldChg>
      <pc:sldChg chg="modSp mod">
        <pc:chgData name="Rian Pratama" userId="ba5a381f79e67128" providerId="LiveId" clId="{1B3D42E5-558C-46C9-A1CA-A9EF05FAD6B9}" dt="2025-11-17T05:54:50.247" v="1248" actId="20577"/>
        <pc:sldMkLst>
          <pc:docMk/>
          <pc:sldMk cId="4220619687" sldId="807"/>
        </pc:sldMkLst>
        <pc:spChg chg="mod">
          <ac:chgData name="Rian Pratama" userId="ba5a381f79e67128" providerId="LiveId" clId="{1B3D42E5-558C-46C9-A1CA-A9EF05FAD6B9}" dt="2025-11-17T05:54:50.247" v="1248" actId="20577"/>
          <ac:spMkLst>
            <pc:docMk/>
            <pc:sldMk cId="4220619687" sldId="807"/>
            <ac:spMk id="17410" creationId="{9E56AB29-09B9-DBF2-5889-6334097AD5B6}"/>
          </ac:spMkLst>
        </pc:spChg>
        <pc:picChg chg="mod">
          <ac:chgData name="Rian Pratama" userId="ba5a381f79e67128" providerId="LiveId" clId="{1B3D42E5-558C-46C9-A1CA-A9EF05FAD6B9}" dt="2025-11-17T05:51:59.538" v="1159" actId="1076"/>
          <ac:picMkLst>
            <pc:docMk/>
            <pc:sldMk cId="4220619687" sldId="807"/>
            <ac:picMk id="9" creationId="{D39FB974-1044-40D9-9F1E-101938FB59E0}"/>
          </ac:picMkLst>
        </pc:picChg>
        <pc:picChg chg="mod">
          <ac:chgData name="Rian Pratama" userId="ba5a381f79e67128" providerId="LiveId" clId="{1B3D42E5-558C-46C9-A1CA-A9EF05FAD6B9}" dt="2025-11-17T05:51:59.538" v="1159" actId="1076"/>
          <ac:picMkLst>
            <pc:docMk/>
            <pc:sldMk cId="4220619687" sldId="807"/>
            <ac:picMk id="14" creationId="{E9774D3D-FC41-43CB-9B39-2337764B6A4D}"/>
          </ac:picMkLst>
        </pc:picChg>
      </pc:sldChg>
      <pc:sldChg chg="modSp mod">
        <pc:chgData name="Rian Pratama" userId="ba5a381f79e67128" providerId="LiveId" clId="{1B3D42E5-558C-46C9-A1CA-A9EF05FAD6B9}" dt="2025-11-17T05:16:38.004" v="578" actId="948"/>
        <pc:sldMkLst>
          <pc:docMk/>
          <pc:sldMk cId="4042422027" sldId="808"/>
        </pc:sldMkLst>
        <pc:spChg chg="mod">
          <ac:chgData name="Rian Pratama" userId="ba5a381f79e67128" providerId="LiveId" clId="{1B3D42E5-558C-46C9-A1CA-A9EF05FAD6B9}" dt="2025-11-17T05:16:38.004" v="578" actId="948"/>
          <ac:spMkLst>
            <pc:docMk/>
            <pc:sldMk cId="4042422027" sldId="808"/>
            <ac:spMk id="9218" creationId="{947C2A04-FEAE-F06C-A587-A330D2F8C80C}"/>
          </ac:spMkLst>
        </pc:spChg>
      </pc:sldChg>
      <pc:sldChg chg="modSp mod">
        <pc:chgData name="Rian Pratama" userId="ba5a381f79e67128" providerId="LiveId" clId="{1B3D42E5-558C-46C9-A1CA-A9EF05FAD6B9}" dt="2025-11-17T07:13:55.276" v="1823" actId="207"/>
        <pc:sldMkLst>
          <pc:docMk/>
          <pc:sldMk cId="1104001414" sldId="809"/>
        </pc:sldMkLst>
        <pc:spChg chg="mod">
          <ac:chgData name="Rian Pratama" userId="ba5a381f79e67128" providerId="LiveId" clId="{1B3D42E5-558C-46C9-A1CA-A9EF05FAD6B9}" dt="2025-11-17T07:13:55.276" v="1823" actId="207"/>
          <ac:spMkLst>
            <pc:docMk/>
            <pc:sldMk cId="1104001414" sldId="809"/>
            <ac:spMk id="21506" creationId="{B9951BB5-3B28-6118-7CA9-5BE4F38B60EC}"/>
          </ac:spMkLst>
        </pc:spChg>
      </pc:sldChg>
      <pc:sldChg chg="modSp mod">
        <pc:chgData name="Rian Pratama" userId="ba5a381f79e67128" providerId="LiveId" clId="{1B3D42E5-558C-46C9-A1CA-A9EF05FAD6B9}" dt="2025-11-17T07:30:29.896" v="2093" actId="20577"/>
        <pc:sldMkLst>
          <pc:docMk/>
          <pc:sldMk cId="1823079647" sldId="810"/>
        </pc:sldMkLst>
        <pc:spChg chg="mod">
          <ac:chgData name="Rian Pratama" userId="ba5a381f79e67128" providerId="LiveId" clId="{1B3D42E5-558C-46C9-A1CA-A9EF05FAD6B9}" dt="2025-11-17T07:30:29.896" v="2093" actId="20577"/>
          <ac:spMkLst>
            <pc:docMk/>
            <pc:sldMk cId="1823079647" sldId="810"/>
            <ac:spMk id="23554" creationId="{EECB8E84-1537-6796-A81F-517242239C79}"/>
          </ac:spMkLst>
        </pc:spChg>
        <pc:grpChg chg="mod">
          <ac:chgData name="Rian Pratama" userId="ba5a381f79e67128" providerId="LiveId" clId="{1B3D42E5-558C-46C9-A1CA-A9EF05FAD6B9}" dt="2025-11-17T07:26:28.175" v="2057" actId="1076"/>
          <ac:grpSpMkLst>
            <pc:docMk/>
            <pc:sldMk cId="1823079647" sldId="810"/>
            <ac:grpSpMk id="6" creationId="{1EFFC8A7-CF7B-4768-4B25-E9E3A0055E7C}"/>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A35B64D2-D5B9-A987-2036-CF862167A61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200"/>
            </a:lvl1pPr>
          </a:lstStyle>
          <a:p>
            <a:pPr>
              <a:defRPr/>
            </a:pPr>
            <a:endParaRPr lang="en-US" altLang="ko-KR"/>
          </a:p>
        </p:txBody>
      </p:sp>
      <p:sp>
        <p:nvSpPr>
          <p:cNvPr id="212995" name="Rectangle 3">
            <a:extLst>
              <a:ext uri="{FF2B5EF4-FFF2-40B4-BE49-F238E27FC236}">
                <a16:creationId xmlns:a16="http://schemas.microsoft.com/office/drawing/2014/main" id="{0DA86EB6-BDA7-5604-EE44-A51593B58EE7}"/>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200"/>
            </a:lvl1pPr>
          </a:lstStyle>
          <a:p>
            <a:pPr>
              <a:defRPr/>
            </a:pPr>
            <a:endParaRPr lang="en-US" altLang="ko-KR"/>
          </a:p>
        </p:txBody>
      </p:sp>
      <p:sp>
        <p:nvSpPr>
          <p:cNvPr id="212996" name="Rectangle 4">
            <a:extLst>
              <a:ext uri="{FF2B5EF4-FFF2-40B4-BE49-F238E27FC236}">
                <a16:creationId xmlns:a16="http://schemas.microsoft.com/office/drawing/2014/main" id="{3F9461CE-C0D8-B5FB-F825-2E2D4E344594}"/>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sz="1200"/>
            </a:lvl1pPr>
          </a:lstStyle>
          <a:p>
            <a:pPr>
              <a:defRPr/>
            </a:pPr>
            <a:endParaRPr lang="en-US" altLang="ko-KR"/>
          </a:p>
        </p:txBody>
      </p:sp>
      <p:sp>
        <p:nvSpPr>
          <p:cNvPr id="212997" name="Rectangle 5">
            <a:extLst>
              <a:ext uri="{FF2B5EF4-FFF2-40B4-BE49-F238E27FC236}">
                <a16:creationId xmlns:a16="http://schemas.microsoft.com/office/drawing/2014/main" id="{E9EDA35D-8181-179D-D94F-FDAE61760478}"/>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sz="1200"/>
            </a:lvl1pPr>
          </a:lstStyle>
          <a:p>
            <a:fld id="{6BC6FB55-4D99-4537-B028-0B9FFC5DF971}" type="slidenum">
              <a:rPr lang="ko-KR" altLang="en-US"/>
              <a:pPr/>
              <a:t>‹#›</a:t>
            </a:fld>
            <a:endParaRPr lang="en-US" altLang="ko-K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ED74DD97-3635-FD48-5A1E-4DA146342B3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200"/>
            </a:lvl1pPr>
          </a:lstStyle>
          <a:p>
            <a:pPr>
              <a:defRPr/>
            </a:pPr>
            <a:endParaRPr lang="en-US" altLang="ko-KR"/>
          </a:p>
        </p:txBody>
      </p:sp>
      <p:sp>
        <p:nvSpPr>
          <p:cNvPr id="92163" name="Rectangle 3">
            <a:extLst>
              <a:ext uri="{FF2B5EF4-FFF2-40B4-BE49-F238E27FC236}">
                <a16:creationId xmlns:a16="http://schemas.microsoft.com/office/drawing/2014/main" id="{309FE980-BE22-992A-0F63-3CC8E0E846F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200"/>
            </a:lvl1pPr>
          </a:lstStyle>
          <a:p>
            <a:pPr>
              <a:defRPr/>
            </a:pPr>
            <a:endParaRPr lang="en-US" altLang="ko-KR"/>
          </a:p>
        </p:txBody>
      </p:sp>
      <p:sp>
        <p:nvSpPr>
          <p:cNvPr id="3076" name="Rectangle 4">
            <a:extLst>
              <a:ext uri="{FF2B5EF4-FFF2-40B4-BE49-F238E27FC236}">
                <a16:creationId xmlns:a16="http://schemas.microsoft.com/office/drawing/2014/main" id="{49F2B044-F1FD-299F-30A2-308504EC341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5" name="Rectangle 5">
            <a:extLst>
              <a:ext uri="{FF2B5EF4-FFF2-40B4-BE49-F238E27FC236}">
                <a16:creationId xmlns:a16="http://schemas.microsoft.com/office/drawing/2014/main" id="{9860D653-8366-166E-9C9F-D62ADA6BAB89}"/>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92166" name="Rectangle 6">
            <a:extLst>
              <a:ext uri="{FF2B5EF4-FFF2-40B4-BE49-F238E27FC236}">
                <a16:creationId xmlns:a16="http://schemas.microsoft.com/office/drawing/2014/main" id="{D74CA19C-DAEE-D761-A58F-1E42637670A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sz="1200"/>
            </a:lvl1pPr>
          </a:lstStyle>
          <a:p>
            <a:pPr>
              <a:defRPr/>
            </a:pPr>
            <a:endParaRPr lang="en-US" altLang="ko-KR"/>
          </a:p>
        </p:txBody>
      </p:sp>
      <p:sp>
        <p:nvSpPr>
          <p:cNvPr id="92167" name="Rectangle 7">
            <a:extLst>
              <a:ext uri="{FF2B5EF4-FFF2-40B4-BE49-F238E27FC236}">
                <a16:creationId xmlns:a16="http://schemas.microsoft.com/office/drawing/2014/main" id="{262AB916-3E0A-DB80-40FF-977AB094E3B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sz="1200"/>
            </a:lvl1pPr>
          </a:lstStyle>
          <a:p>
            <a:fld id="{D989373F-3E82-4E3C-BE0B-61C9F3EA982B}" type="slidenum">
              <a:rPr lang="ko-KR" altLang="en-US"/>
              <a:pPr/>
              <a:t>‹#›</a:t>
            </a:fld>
            <a:endParaRPr lang="en-US" altLang="ko-KR"/>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슬라이드 이미지 개체 틀 1">
            <a:extLst>
              <a:ext uri="{FF2B5EF4-FFF2-40B4-BE49-F238E27FC236}">
                <a16:creationId xmlns:a16="http://schemas.microsoft.com/office/drawing/2014/main" id="{196674EA-A3FC-DC63-4776-B56171A88162}"/>
              </a:ext>
            </a:extLst>
          </p:cNvPr>
          <p:cNvSpPr>
            <a:spLocks noGrp="1" noRot="1" noChangeAspect="1" noTextEdit="1"/>
          </p:cNvSpPr>
          <p:nvPr>
            <p:ph type="sldImg"/>
          </p:nvPr>
        </p:nvSpPr>
        <p:spPr>
          <a:ln/>
        </p:spPr>
      </p:sp>
      <p:sp>
        <p:nvSpPr>
          <p:cNvPr id="6147" name="슬라이드 노트 개체 틀 2">
            <a:extLst>
              <a:ext uri="{FF2B5EF4-FFF2-40B4-BE49-F238E27FC236}">
                <a16:creationId xmlns:a16="http://schemas.microsoft.com/office/drawing/2014/main" id="{2AF19441-60D3-C6DD-11B8-27D99B4ABA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6148" name="슬라이드 번호 개체 틀 3">
            <a:extLst>
              <a:ext uri="{FF2B5EF4-FFF2-40B4-BE49-F238E27FC236}">
                <a16:creationId xmlns:a16="http://schemas.microsoft.com/office/drawing/2014/main" id="{88C00651-8D7D-EA54-01B8-804FDCE886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7AE337B3-1F7C-4637-8DEE-1E7A996B02D2}" type="slidenum">
              <a:rPr lang="ko-KR" altLang="en-US"/>
              <a:pPr/>
              <a:t>1</a:t>
            </a:fld>
            <a:endParaRPr lang="en-US" altLang="ko-K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슬라이드 이미지 개체 틀 1">
            <a:extLst>
              <a:ext uri="{FF2B5EF4-FFF2-40B4-BE49-F238E27FC236}">
                <a16:creationId xmlns:a16="http://schemas.microsoft.com/office/drawing/2014/main" id="{B0CDACBA-B094-29A2-98EF-2C1673B1F4D4}"/>
              </a:ext>
            </a:extLst>
          </p:cNvPr>
          <p:cNvSpPr>
            <a:spLocks noGrp="1" noRot="1" noChangeAspect="1" noTextEdit="1"/>
          </p:cNvSpPr>
          <p:nvPr>
            <p:ph type="sldImg"/>
          </p:nvPr>
        </p:nvSpPr>
        <p:spPr>
          <a:ln/>
        </p:spPr>
      </p:sp>
      <p:sp>
        <p:nvSpPr>
          <p:cNvPr id="8195" name="슬라이드 노트 개체 틀 2">
            <a:extLst>
              <a:ext uri="{FF2B5EF4-FFF2-40B4-BE49-F238E27FC236}">
                <a16:creationId xmlns:a16="http://schemas.microsoft.com/office/drawing/2014/main" id="{0A74829C-9EA8-1896-8CFF-7B39B7F333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8196" name="슬라이드 번호 개체 틀 3">
            <a:extLst>
              <a:ext uri="{FF2B5EF4-FFF2-40B4-BE49-F238E27FC236}">
                <a16:creationId xmlns:a16="http://schemas.microsoft.com/office/drawing/2014/main" id="{6D8C2C14-481B-87F9-E5C8-5AAE4F850F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4CFD2F22-65F0-4BDF-987B-A735D98A6F46}" type="slidenum">
              <a:rPr lang="ko-KR" altLang="en-US"/>
              <a:pPr/>
              <a:t>2</a:t>
            </a:fld>
            <a:endParaRPr lang="en-US" alt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슬라이드 이미지 개체 틀 1">
            <a:extLst>
              <a:ext uri="{FF2B5EF4-FFF2-40B4-BE49-F238E27FC236}">
                <a16:creationId xmlns:a16="http://schemas.microsoft.com/office/drawing/2014/main" id="{5BC2C3AF-9FFD-90C0-1619-26F03BF1AE22}"/>
              </a:ext>
            </a:extLst>
          </p:cNvPr>
          <p:cNvSpPr>
            <a:spLocks noGrp="1" noRot="1" noChangeAspect="1" noTextEdit="1"/>
          </p:cNvSpPr>
          <p:nvPr>
            <p:ph type="sldImg"/>
          </p:nvPr>
        </p:nvSpPr>
        <p:spPr>
          <a:ln/>
        </p:spPr>
      </p:sp>
      <p:sp>
        <p:nvSpPr>
          <p:cNvPr id="10243" name="슬라이드 노트 개체 틀 2">
            <a:extLst>
              <a:ext uri="{FF2B5EF4-FFF2-40B4-BE49-F238E27FC236}">
                <a16:creationId xmlns:a16="http://schemas.microsoft.com/office/drawing/2014/main" id="{90729274-8F0F-0056-1A0A-FA40417792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0244" name="슬라이드 번호 개체 틀 3">
            <a:extLst>
              <a:ext uri="{FF2B5EF4-FFF2-40B4-BE49-F238E27FC236}">
                <a16:creationId xmlns:a16="http://schemas.microsoft.com/office/drawing/2014/main" id="{51E85742-F7CB-E40F-BC69-3500CA73C0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54772745-2DC9-489A-AFC1-364323BBA0F9}" type="slidenum">
              <a:rPr lang="ko-KR" altLang="en-US"/>
              <a:pPr/>
              <a:t>3</a:t>
            </a:fld>
            <a:endParaRPr lang="en-US" altLang="ko-K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슬라이드 이미지 개체 틀 1">
            <a:extLst>
              <a:ext uri="{FF2B5EF4-FFF2-40B4-BE49-F238E27FC236}">
                <a16:creationId xmlns:a16="http://schemas.microsoft.com/office/drawing/2014/main" id="{5BC2C3AF-9FFD-90C0-1619-26F03BF1AE22}"/>
              </a:ext>
            </a:extLst>
          </p:cNvPr>
          <p:cNvSpPr>
            <a:spLocks noGrp="1" noRot="1" noChangeAspect="1" noTextEdit="1"/>
          </p:cNvSpPr>
          <p:nvPr>
            <p:ph type="sldImg"/>
          </p:nvPr>
        </p:nvSpPr>
        <p:spPr>
          <a:ln/>
        </p:spPr>
      </p:sp>
      <p:sp>
        <p:nvSpPr>
          <p:cNvPr id="10243" name="슬라이드 노트 개체 틀 2">
            <a:extLst>
              <a:ext uri="{FF2B5EF4-FFF2-40B4-BE49-F238E27FC236}">
                <a16:creationId xmlns:a16="http://schemas.microsoft.com/office/drawing/2014/main" id="{90729274-8F0F-0056-1A0A-FA40417792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0244" name="슬라이드 번호 개체 틀 3">
            <a:extLst>
              <a:ext uri="{FF2B5EF4-FFF2-40B4-BE49-F238E27FC236}">
                <a16:creationId xmlns:a16="http://schemas.microsoft.com/office/drawing/2014/main" id="{51E85742-F7CB-E40F-BC69-3500CA73C0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54772745-2DC9-489A-AFC1-364323BBA0F9}" type="slidenum">
              <a:rPr lang="ko-KR" altLang="en-US"/>
              <a:pPr/>
              <a:t>6</a:t>
            </a:fld>
            <a:endParaRPr lang="en-US" altLang="ko-KR"/>
          </a:p>
        </p:txBody>
      </p:sp>
    </p:spTree>
    <p:extLst>
      <p:ext uri="{BB962C8B-B14F-4D97-AF65-F5344CB8AC3E}">
        <p14:creationId xmlns:p14="http://schemas.microsoft.com/office/powerpoint/2010/main" val="1763238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091F-233B-942A-45A0-E2133E95E70A}"/>
            </a:ext>
          </a:extLst>
        </p:cNvPr>
        <p:cNvGrpSpPr/>
        <p:nvPr/>
      </p:nvGrpSpPr>
      <p:grpSpPr>
        <a:xfrm>
          <a:off x="0" y="0"/>
          <a:ext cx="0" cy="0"/>
          <a:chOff x="0" y="0"/>
          <a:chExt cx="0" cy="0"/>
        </a:xfrm>
      </p:grpSpPr>
      <p:sp>
        <p:nvSpPr>
          <p:cNvPr id="10242" name="슬라이드 이미지 개체 틀 1">
            <a:extLst>
              <a:ext uri="{FF2B5EF4-FFF2-40B4-BE49-F238E27FC236}">
                <a16:creationId xmlns:a16="http://schemas.microsoft.com/office/drawing/2014/main" id="{5BBCA7BC-8F86-2B13-627F-27F19BDE4550}"/>
              </a:ext>
            </a:extLst>
          </p:cNvPr>
          <p:cNvSpPr>
            <a:spLocks noGrp="1" noRot="1" noChangeAspect="1" noTextEdit="1"/>
          </p:cNvSpPr>
          <p:nvPr>
            <p:ph type="sldImg"/>
          </p:nvPr>
        </p:nvSpPr>
        <p:spPr>
          <a:ln/>
        </p:spPr>
      </p:sp>
      <p:sp>
        <p:nvSpPr>
          <p:cNvPr id="10243" name="슬라이드 노트 개체 틀 2">
            <a:extLst>
              <a:ext uri="{FF2B5EF4-FFF2-40B4-BE49-F238E27FC236}">
                <a16:creationId xmlns:a16="http://schemas.microsoft.com/office/drawing/2014/main" id="{9EC899B8-1646-36BF-0231-2D37DCF1D2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0244" name="슬라이드 번호 개체 틀 3">
            <a:extLst>
              <a:ext uri="{FF2B5EF4-FFF2-40B4-BE49-F238E27FC236}">
                <a16:creationId xmlns:a16="http://schemas.microsoft.com/office/drawing/2014/main" id="{F6FE0E77-E1EC-1EF6-4633-AA5B29F74FC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54772745-2DC9-489A-AFC1-364323BBA0F9}" type="slidenum">
              <a:rPr lang="ko-KR" altLang="en-US"/>
              <a:pPr/>
              <a:t>7</a:t>
            </a:fld>
            <a:endParaRPr lang="en-US" altLang="ko-KR"/>
          </a:p>
        </p:txBody>
      </p:sp>
    </p:spTree>
    <p:extLst>
      <p:ext uri="{BB962C8B-B14F-4D97-AF65-F5344CB8AC3E}">
        <p14:creationId xmlns:p14="http://schemas.microsoft.com/office/powerpoint/2010/main" val="318303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슬라이드 이미지 개체 틀 1">
            <a:extLst>
              <a:ext uri="{FF2B5EF4-FFF2-40B4-BE49-F238E27FC236}">
                <a16:creationId xmlns:a16="http://schemas.microsoft.com/office/drawing/2014/main" id="{5BC2C3AF-9FFD-90C0-1619-26F03BF1AE22}"/>
              </a:ext>
            </a:extLst>
          </p:cNvPr>
          <p:cNvSpPr>
            <a:spLocks noGrp="1" noRot="1" noChangeAspect="1" noTextEdit="1"/>
          </p:cNvSpPr>
          <p:nvPr>
            <p:ph type="sldImg"/>
          </p:nvPr>
        </p:nvSpPr>
        <p:spPr>
          <a:ln/>
        </p:spPr>
      </p:sp>
      <p:sp>
        <p:nvSpPr>
          <p:cNvPr id="10243" name="슬라이드 노트 개체 틀 2">
            <a:extLst>
              <a:ext uri="{FF2B5EF4-FFF2-40B4-BE49-F238E27FC236}">
                <a16:creationId xmlns:a16="http://schemas.microsoft.com/office/drawing/2014/main" id="{90729274-8F0F-0056-1A0A-FA40417792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0244" name="슬라이드 번호 개체 틀 3">
            <a:extLst>
              <a:ext uri="{FF2B5EF4-FFF2-40B4-BE49-F238E27FC236}">
                <a16:creationId xmlns:a16="http://schemas.microsoft.com/office/drawing/2014/main" id="{51E85742-F7CB-E40F-BC69-3500CA73C0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54772745-2DC9-489A-AFC1-364323BBA0F9}" type="slidenum">
              <a:rPr lang="ko-KR" altLang="en-US"/>
              <a:pPr/>
              <a:t>8</a:t>
            </a:fld>
            <a:endParaRPr lang="en-US" altLang="ko-KR"/>
          </a:p>
        </p:txBody>
      </p:sp>
    </p:spTree>
    <p:extLst>
      <p:ext uri="{BB962C8B-B14F-4D97-AF65-F5344CB8AC3E}">
        <p14:creationId xmlns:p14="http://schemas.microsoft.com/office/powerpoint/2010/main" val="173912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슬라이드 이미지 개체 틀 1">
            <a:extLst>
              <a:ext uri="{FF2B5EF4-FFF2-40B4-BE49-F238E27FC236}">
                <a16:creationId xmlns:a16="http://schemas.microsoft.com/office/drawing/2014/main" id="{60688EEB-FE79-3007-C1C4-1AF02673AB01}"/>
              </a:ext>
            </a:extLst>
          </p:cNvPr>
          <p:cNvSpPr>
            <a:spLocks noGrp="1" noRot="1" noChangeAspect="1" noTextEdit="1"/>
          </p:cNvSpPr>
          <p:nvPr>
            <p:ph type="sldImg"/>
          </p:nvPr>
        </p:nvSpPr>
        <p:spPr>
          <a:ln/>
        </p:spPr>
      </p:sp>
      <p:sp>
        <p:nvSpPr>
          <p:cNvPr id="12291" name="슬라이드 노트 개체 틀 2">
            <a:extLst>
              <a:ext uri="{FF2B5EF4-FFF2-40B4-BE49-F238E27FC236}">
                <a16:creationId xmlns:a16="http://schemas.microsoft.com/office/drawing/2014/main" id="{498A7344-F39A-AD00-2334-FB65ADB016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2292" name="슬라이드 번호 개체 틀 3">
            <a:extLst>
              <a:ext uri="{FF2B5EF4-FFF2-40B4-BE49-F238E27FC236}">
                <a16:creationId xmlns:a16="http://schemas.microsoft.com/office/drawing/2014/main" id="{27DEB2EC-3CB7-7870-EC20-B6AEE58D3F2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EE33B828-63A2-46A1-B244-22F6F179BB66}" type="slidenum">
              <a:rPr lang="ko-KR" altLang="en-US"/>
              <a:pPr/>
              <a:t>9</a:t>
            </a:fld>
            <a:endParaRPr lang="en-US" altLang="ko-K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슬라이드 이미지 개체 틀 1">
            <a:extLst>
              <a:ext uri="{FF2B5EF4-FFF2-40B4-BE49-F238E27FC236}">
                <a16:creationId xmlns:a16="http://schemas.microsoft.com/office/drawing/2014/main" id="{4663F161-4FDC-EB6C-E0B2-0DEF69D9CCC3}"/>
              </a:ext>
            </a:extLst>
          </p:cNvPr>
          <p:cNvSpPr>
            <a:spLocks noGrp="1" noRot="1" noChangeAspect="1" noTextEdit="1"/>
          </p:cNvSpPr>
          <p:nvPr>
            <p:ph type="sldImg"/>
          </p:nvPr>
        </p:nvSpPr>
        <p:spPr>
          <a:ln/>
        </p:spPr>
      </p:sp>
      <p:sp>
        <p:nvSpPr>
          <p:cNvPr id="14339" name="슬라이드 노트 개체 틀 2">
            <a:extLst>
              <a:ext uri="{FF2B5EF4-FFF2-40B4-BE49-F238E27FC236}">
                <a16:creationId xmlns:a16="http://schemas.microsoft.com/office/drawing/2014/main" id="{C00AFC86-789A-6823-6EAF-3BD1B3D76CA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4340" name="슬라이드 번호 개체 틀 3">
            <a:extLst>
              <a:ext uri="{FF2B5EF4-FFF2-40B4-BE49-F238E27FC236}">
                <a16:creationId xmlns:a16="http://schemas.microsoft.com/office/drawing/2014/main" id="{DF424974-0976-7285-7591-0430795E650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C4D405BB-2C5B-4772-9E70-85306E06D371}" type="slidenum">
              <a:rPr lang="ko-KR" altLang="en-US"/>
              <a:pPr/>
              <a:t>10</a:t>
            </a:fld>
            <a:endParaRPr lang="en-US" altLang="ko-K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슬라이드 이미지 개체 틀 1">
            <a:extLst>
              <a:ext uri="{FF2B5EF4-FFF2-40B4-BE49-F238E27FC236}">
                <a16:creationId xmlns:a16="http://schemas.microsoft.com/office/drawing/2014/main" id="{17CE866F-113B-1F2B-36AA-146FAB2E4E56}"/>
              </a:ext>
            </a:extLst>
          </p:cNvPr>
          <p:cNvSpPr>
            <a:spLocks noGrp="1" noRot="1" noChangeAspect="1" noTextEdit="1"/>
          </p:cNvSpPr>
          <p:nvPr>
            <p:ph type="sldImg"/>
          </p:nvPr>
        </p:nvSpPr>
        <p:spPr>
          <a:ln/>
        </p:spPr>
      </p:sp>
      <p:sp>
        <p:nvSpPr>
          <p:cNvPr id="16387" name="슬라이드 노트 개체 틀 2">
            <a:extLst>
              <a:ext uri="{FF2B5EF4-FFF2-40B4-BE49-F238E27FC236}">
                <a16:creationId xmlns:a16="http://schemas.microsoft.com/office/drawing/2014/main" id="{1F9CB8EE-CAFD-EB33-BE65-31184EE6627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6388" name="슬라이드 번호 개체 틀 3">
            <a:extLst>
              <a:ext uri="{FF2B5EF4-FFF2-40B4-BE49-F238E27FC236}">
                <a16:creationId xmlns:a16="http://schemas.microsoft.com/office/drawing/2014/main" id="{2F3947DC-DB46-08C2-25EA-1F97EE8B49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0EF13481-D47B-484E-8A67-4100855CFFCE}" type="slidenum">
              <a:rPr lang="ko-KR" altLang="en-US"/>
              <a:pPr/>
              <a:t>11</a:t>
            </a:fld>
            <a:endParaRPr lang="en-US" altLang="ko-K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a:extLst>
              <a:ext uri="{FF2B5EF4-FFF2-40B4-BE49-F238E27FC236}">
                <a16:creationId xmlns:a16="http://schemas.microsoft.com/office/drawing/2014/main" id="{9AD13045-A621-75B0-E81A-D15F1EF70DE5}"/>
              </a:ext>
            </a:extLst>
          </p:cNvPr>
          <p:cNvSpPr>
            <a:spLocks noGrp="1" noRot="1" noChangeAspect="1" noTextEdit="1"/>
          </p:cNvSpPr>
          <p:nvPr>
            <p:ph type="sldImg"/>
          </p:nvPr>
        </p:nvSpPr>
        <p:spPr>
          <a:ln/>
        </p:spPr>
      </p:sp>
      <p:sp>
        <p:nvSpPr>
          <p:cNvPr id="18435" name="슬라이드 노트 개체 틀 2">
            <a:extLst>
              <a:ext uri="{FF2B5EF4-FFF2-40B4-BE49-F238E27FC236}">
                <a16:creationId xmlns:a16="http://schemas.microsoft.com/office/drawing/2014/main" id="{315E7E20-420A-E819-C3E2-8FAB154555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8436" name="슬라이드 번호 개체 틀 3">
            <a:extLst>
              <a:ext uri="{FF2B5EF4-FFF2-40B4-BE49-F238E27FC236}">
                <a16:creationId xmlns:a16="http://schemas.microsoft.com/office/drawing/2014/main" id="{93B7285A-9077-6535-89F2-470814103A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4B2404B9-1EEC-4BF7-94D0-79F31E72BCCB}" type="slidenum">
              <a:rPr lang="ko-KR" altLang="en-US"/>
              <a:pPr/>
              <a:t>12</a:t>
            </a:fld>
            <a:endParaRPr lang="en-US" altLang="ko-K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a:extLst>
              <a:ext uri="{FF2B5EF4-FFF2-40B4-BE49-F238E27FC236}">
                <a16:creationId xmlns:a16="http://schemas.microsoft.com/office/drawing/2014/main" id="{9AD13045-A621-75B0-E81A-D15F1EF70DE5}"/>
              </a:ext>
            </a:extLst>
          </p:cNvPr>
          <p:cNvSpPr>
            <a:spLocks noGrp="1" noRot="1" noChangeAspect="1" noTextEdit="1"/>
          </p:cNvSpPr>
          <p:nvPr>
            <p:ph type="sldImg"/>
          </p:nvPr>
        </p:nvSpPr>
        <p:spPr>
          <a:ln/>
        </p:spPr>
      </p:sp>
      <p:sp>
        <p:nvSpPr>
          <p:cNvPr id="18435" name="슬라이드 노트 개체 틀 2">
            <a:extLst>
              <a:ext uri="{FF2B5EF4-FFF2-40B4-BE49-F238E27FC236}">
                <a16:creationId xmlns:a16="http://schemas.microsoft.com/office/drawing/2014/main" id="{315E7E20-420A-E819-C3E2-8FAB154555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8436" name="슬라이드 번호 개체 틀 3">
            <a:extLst>
              <a:ext uri="{FF2B5EF4-FFF2-40B4-BE49-F238E27FC236}">
                <a16:creationId xmlns:a16="http://schemas.microsoft.com/office/drawing/2014/main" id="{93B7285A-9077-6535-89F2-470814103A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4B2404B9-1EEC-4BF7-94D0-79F31E72BCCB}" type="slidenum">
              <a:rPr lang="ko-KR" altLang="en-US"/>
              <a:pPr/>
              <a:t>13</a:t>
            </a:fld>
            <a:endParaRPr lang="en-US" altLang="ko-KR"/>
          </a:p>
        </p:txBody>
      </p:sp>
    </p:spTree>
    <p:extLst>
      <p:ext uri="{BB962C8B-B14F-4D97-AF65-F5344CB8AC3E}">
        <p14:creationId xmlns:p14="http://schemas.microsoft.com/office/powerpoint/2010/main" val="3410122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a:extLst>
              <a:ext uri="{FF2B5EF4-FFF2-40B4-BE49-F238E27FC236}">
                <a16:creationId xmlns:a16="http://schemas.microsoft.com/office/drawing/2014/main" id="{9AD13045-A621-75B0-E81A-D15F1EF70DE5}"/>
              </a:ext>
            </a:extLst>
          </p:cNvPr>
          <p:cNvSpPr>
            <a:spLocks noGrp="1" noRot="1" noChangeAspect="1" noTextEdit="1"/>
          </p:cNvSpPr>
          <p:nvPr>
            <p:ph type="sldImg"/>
          </p:nvPr>
        </p:nvSpPr>
        <p:spPr>
          <a:ln/>
        </p:spPr>
      </p:sp>
      <p:sp>
        <p:nvSpPr>
          <p:cNvPr id="18435" name="슬라이드 노트 개체 틀 2">
            <a:extLst>
              <a:ext uri="{FF2B5EF4-FFF2-40B4-BE49-F238E27FC236}">
                <a16:creationId xmlns:a16="http://schemas.microsoft.com/office/drawing/2014/main" id="{315E7E20-420A-E819-C3E2-8FAB154555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8436" name="슬라이드 번호 개체 틀 3">
            <a:extLst>
              <a:ext uri="{FF2B5EF4-FFF2-40B4-BE49-F238E27FC236}">
                <a16:creationId xmlns:a16="http://schemas.microsoft.com/office/drawing/2014/main" id="{93B7285A-9077-6535-89F2-470814103A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4B2404B9-1EEC-4BF7-94D0-79F31E72BCCB}" type="slidenum">
              <a:rPr lang="ko-KR" altLang="en-US"/>
              <a:pPr/>
              <a:t>14</a:t>
            </a:fld>
            <a:endParaRPr lang="en-US" altLang="ko-KR"/>
          </a:p>
        </p:txBody>
      </p:sp>
    </p:spTree>
    <p:extLst>
      <p:ext uri="{BB962C8B-B14F-4D97-AF65-F5344CB8AC3E}">
        <p14:creationId xmlns:p14="http://schemas.microsoft.com/office/powerpoint/2010/main" val="453334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a:extLst>
              <a:ext uri="{FF2B5EF4-FFF2-40B4-BE49-F238E27FC236}">
                <a16:creationId xmlns:a16="http://schemas.microsoft.com/office/drawing/2014/main" id="{9AD13045-A621-75B0-E81A-D15F1EF70DE5}"/>
              </a:ext>
            </a:extLst>
          </p:cNvPr>
          <p:cNvSpPr>
            <a:spLocks noGrp="1" noRot="1" noChangeAspect="1" noTextEdit="1"/>
          </p:cNvSpPr>
          <p:nvPr>
            <p:ph type="sldImg"/>
          </p:nvPr>
        </p:nvSpPr>
        <p:spPr>
          <a:ln/>
        </p:spPr>
      </p:sp>
      <p:sp>
        <p:nvSpPr>
          <p:cNvPr id="18435" name="슬라이드 노트 개체 틀 2">
            <a:extLst>
              <a:ext uri="{FF2B5EF4-FFF2-40B4-BE49-F238E27FC236}">
                <a16:creationId xmlns:a16="http://schemas.microsoft.com/office/drawing/2014/main" id="{315E7E20-420A-E819-C3E2-8FAB154555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8436" name="슬라이드 번호 개체 틀 3">
            <a:extLst>
              <a:ext uri="{FF2B5EF4-FFF2-40B4-BE49-F238E27FC236}">
                <a16:creationId xmlns:a16="http://schemas.microsoft.com/office/drawing/2014/main" id="{93B7285A-9077-6535-89F2-470814103A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4B2404B9-1EEC-4BF7-94D0-79F31E72BCCB}" type="slidenum">
              <a:rPr lang="ko-KR" altLang="en-US"/>
              <a:pPr/>
              <a:t>15</a:t>
            </a:fld>
            <a:endParaRPr lang="en-US" altLang="ko-KR"/>
          </a:p>
        </p:txBody>
      </p:sp>
    </p:spTree>
    <p:extLst>
      <p:ext uri="{BB962C8B-B14F-4D97-AF65-F5344CB8AC3E}">
        <p14:creationId xmlns:p14="http://schemas.microsoft.com/office/powerpoint/2010/main" val="648733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a:extLst>
              <a:ext uri="{FF2B5EF4-FFF2-40B4-BE49-F238E27FC236}">
                <a16:creationId xmlns:a16="http://schemas.microsoft.com/office/drawing/2014/main" id="{9AD13045-A621-75B0-E81A-D15F1EF70DE5}"/>
              </a:ext>
            </a:extLst>
          </p:cNvPr>
          <p:cNvSpPr>
            <a:spLocks noGrp="1" noRot="1" noChangeAspect="1" noTextEdit="1"/>
          </p:cNvSpPr>
          <p:nvPr>
            <p:ph type="sldImg"/>
          </p:nvPr>
        </p:nvSpPr>
        <p:spPr>
          <a:ln/>
        </p:spPr>
      </p:sp>
      <p:sp>
        <p:nvSpPr>
          <p:cNvPr id="18435" name="슬라이드 노트 개체 틀 2">
            <a:extLst>
              <a:ext uri="{FF2B5EF4-FFF2-40B4-BE49-F238E27FC236}">
                <a16:creationId xmlns:a16="http://schemas.microsoft.com/office/drawing/2014/main" id="{315E7E20-420A-E819-C3E2-8FAB154555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8436" name="슬라이드 번호 개체 틀 3">
            <a:extLst>
              <a:ext uri="{FF2B5EF4-FFF2-40B4-BE49-F238E27FC236}">
                <a16:creationId xmlns:a16="http://schemas.microsoft.com/office/drawing/2014/main" id="{93B7285A-9077-6535-89F2-470814103A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4B2404B9-1EEC-4BF7-94D0-79F31E72BCCB}" type="slidenum">
              <a:rPr lang="ko-KR" altLang="en-US"/>
              <a:pPr/>
              <a:t>16</a:t>
            </a:fld>
            <a:endParaRPr lang="en-US" altLang="ko-KR"/>
          </a:p>
        </p:txBody>
      </p:sp>
    </p:spTree>
    <p:extLst>
      <p:ext uri="{BB962C8B-B14F-4D97-AF65-F5344CB8AC3E}">
        <p14:creationId xmlns:p14="http://schemas.microsoft.com/office/powerpoint/2010/main" val="69755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a:extLst>
              <a:ext uri="{FF2B5EF4-FFF2-40B4-BE49-F238E27FC236}">
                <a16:creationId xmlns:a16="http://schemas.microsoft.com/office/drawing/2014/main" id="{9AD13045-A621-75B0-E81A-D15F1EF70DE5}"/>
              </a:ext>
            </a:extLst>
          </p:cNvPr>
          <p:cNvSpPr>
            <a:spLocks noGrp="1" noRot="1" noChangeAspect="1" noTextEdit="1"/>
          </p:cNvSpPr>
          <p:nvPr>
            <p:ph type="sldImg"/>
          </p:nvPr>
        </p:nvSpPr>
        <p:spPr>
          <a:ln/>
        </p:spPr>
      </p:sp>
      <p:sp>
        <p:nvSpPr>
          <p:cNvPr id="18435" name="슬라이드 노트 개체 틀 2">
            <a:extLst>
              <a:ext uri="{FF2B5EF4-FFF2-40B4-BE49-F238E27FC236}">
                <a16:creationId xmlns:a16="http://schemas.microsoft.com/office/drawing/2014/main" id="{315E7E20-420A-E819-C3E2-8FAB154555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8436" name="슬라이드 번호 개체 틀 3">
            <a:extLst>
              <a:ext uri="{FF2B5EF4-FFF2-40B4-BE49-F238E27FC236}">
                <a16:creationId xmlns:a16="http://schemas.microsoft.com/office/drawing/2014/main" id="{93B7285A-9077-6535-89F2-470814103A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4B2404B9-1EEC-4BF7-94D0-79F31E72BCCB}" type="slidenum">
              <a:rPr lang="ko-KR" altLang="en-US"/>
              <a:pPr/>
              <a:t>17</a:t>
            </a:fld>
            <a:endParaRPr lang="en-US" altLang="ko-KR"/>
          </a:p>
        </p:txBody>
      </p:sp>
    </p:spTree>
    <p:extLst>
      <p:ext uri="{BB962C8B-B14F-4D97-AF65-F5344CB8AC3E}">
        <p14:creationId xmlns:p14="http://schemas.microsoft.com/office/powerpoint/2010/main" val="1025439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슬라이드 이미지 개체 틀 1">
            <a:extLst>
              <a:ext uri="{FF2B5EF4-FFF2-40B4-BE49-F238E27FC236}">
                <a16:creationId xmlns:a16="http://schemas.microsoft.com/office/drawing/2014/main" id="{28F9F1F2-A987-2A15-8BA0-BEF4D264AF30}"/>
              </a:ext>
            </a:extLst>
          </p:cNvPr>
          <p:cNvSpPr>
            <a:spLocks noGrp="1" noRot="1" noChangeAspect="1" noTextEdit="1"/>
          </p:cNvSpPr>
          <p:nvPr>
            <p:ph type="sldImg"/>
          </p:nvPr>
        </p:nvSpPr>
        <p:spPr>
          <a:ln/>
        </p:spPr>
      </p:sp>
      <p:sp>
        <p:nvSpPr>
          <p:cNvPr id="22531" name="슬라이드 노트 개체 틀 2">
            <a:extLst>
              <a:ext uri="{FF2B5EF4-FFF2-40B4-BE49-F238E27FC236}">
                <a16:creationId xmlns:a16="http://schemas.microsoft.com/office/drawing/2014/main" id="{9D580472-C55C-5C8B-6F0D-2258DB45FF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22532" name="슬라이드 번호 개체 틀 3">
            <a:extLst>
              <a:ext uri="{FF2B5EF4-FFF2-40B4-BE49-F238E27FC236}">
                <a16:creationId xmlns:a16="http://schemas.microsoft.com/office/drawing/2014/main" id="{449D5F76-149B-AE2B-123A-18EBE50F39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5F41B8B4-A5BF-4ED6-A6E1-92DC8F3940E0}" type="slidenum">
              <a:rPr lang="ko-KR" altLang="en-US"/>
              <a:pPr/>
              <a:t>18</a:t>
            </a:fld>
            <a:endParaRPr lang="en-US" altLang="ko-K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531D9-DAB4-9EC7-B356-EB0E75C8278B}"/>
            </a:ext>
          </a:extLst>
        </p:cNvPr>
        <p:cNvGrpSpPr/>
        <p:nvPr/>
      </p:nvGrpSpPr>
      <p:grpSpPr>
        <a:xfrm>
          <a:off x="0" y="0"/>
          <a:ext cx="0" cy="0"/>
          <a:chOff x="0" y="0"/>
          <a:chExt cx="0" cy="0"/>
        </a:xfrm>
      </p:grpSpPr>
      <p:sp>
        <p:nvSpPr>
          <p:cNvPr id="22530" name="슬라이드 이미지 개체 틀 1">
            <a:extLst>
              <a:ext uri="{FF2B5EF4-FFF2-40B4-BE49-F238E27FC236}">
                <a16:creationId xmlns:a16="http://schemas.microsoft.com/office/drawing/2014/main" id="{077E3161-4B55-C84D-F8EB-7C50D63A83A8}"/>
              </a:ext>
            </a:extLst>
          </p:cNvPr>
          <p:cNvSpPr>
            <a:spLocks noGrp="1" noRot="1" noChangeAspect="1" noTextEdit="1"/>
          </p:cNvSpPr>
          <p:nvPr>
            <p:ph type="sldImg"/>
          </p:nvPr>
        </p:nvSpPr>
        <p:spPr>
          <a:ln/>
        </p:spPr>
      </p:sp>
      <p:sp>
        <p:nvSpPr>
          <p:cNvPr id="22531" name="슬라이드 노트 개체 틀 2">
            <a:extLst>
              <a:ext uri="{FF2B5EF4-FFF2-40B4-BE49-F238E27FC236}">
                <a16:creationId xmlns:a16="http://schemas.microsoft.com/office/drawing/2014/main" id="{8FE1F54E-FFB3-B4A1-00AD-9BE1A47AD8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22532" name="슬라이드 번호 개체 틀 3">
            <a:extLst>
              <a:ext uri="{FF2B5EF4-FFF2-40B4-BE49-F238E27FC236}">
                <a16:creationId xmlns:a16="http://schemas.microsoft.com/office/drawing/2014/main" id="{D2BB83FC-06DF-3FCC-32FC-F33B716FEA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5F41B8B4-A5BF-4ED6-A6E1-92DC8F3940E0}" type="slidenum">
              <a:rPr lang="ko-KR" altLang="en-US"/>
              <a:pPr/>
              <a:t>19</a:t>
            </a:fld>
            <a:endParaRPr lang="en-US" altLang="ko-KR"/>
          </a:p>
        </p:txBody>
      </p:sp>
    </p:spTree>
    <p:extLst>
      <p:ext uri="{BB962C8B-B14F-4D97-AF65-F5344CB8AC3E}">
        <p14:creationId xmlns:p14="http://schemas.microsoft.com/office/powerpoint/2010/main" val="3841552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슬라이드 이미지 개체 틀 1">
            <a:extLst>
              <a:ext uri="{FF2B5EF4-FFF2-40B4-BE49-F238E27FC236}">
                <a16:creationId xmlns:a16="http://schemas.microsoft.com/office/drawing/2014/main" id="{F6AC44F4-0306-8062-F41E-F96EFCB17BEA}"/>
              </a:ext>
            </a:extLst>
          </p:cNvPr>
          <p:cNvSpPr>
            <a:spLocks noGrp="1" noRot="1" noChangeAspect="1" noTextEdit="1"/>
          </p:cNvSpPr>
          <p:nvPr>
            <p:ph type="sldImg"/>
          </p:nvPr>
        </p:nvSpPr>
        <p:spPr>
          <a:ln/>
        </p:spPr>
      </p:sp>
      <p:sp>
        <p:nvSpPr>
          <p:cNvPr id="20483" name="슬라이드 노트 개체 틀 2">
            <a:extLst>
              <a:ext uri="{FF2B5EF4-FFF2-40B4-BE49-F238E27FC236}">
                <a16:creationId xmlns:a16="http://schemas.microsoft.com/office/drawing/2014/main" id="{C884D36D-FC8A-909D-2489-BEE055D929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20484" name="슬라이드 번호 개체 틀 3">
            <a:extLst>
              <a:ext uri="{FF2B5EF4-FFF2-40B4-BE49-F238E27FC236}">
                <a16:creationId xmlns:a16="http://schemas.microsoft.com/office/drawing/2014/main" id="{D9D50443-FE8F-7C06-41A2-F6AAA4401E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E3CE7F30-7F18-4B72-A7F3-44D7694B98C2}" type="slidenum">
              <a:rPr lang="ko-KR" altLang="en-US"/>
              <a:pPr/>
              <a:t>20</a:t>
            </a:fld>
            <a:endParaRPr lang="en-US" altLang="ko-K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696C9-C0A3-B289-4227-A14F4151D6CD}"/>
            </a:ext>
          </a:extLst>
        </p:cNvPr>
        <p:cNvGrpSpPr/>
        <p:nvPr/>
      </p:nvGrpSpPr>
      <p:grpSpPr>
        <a:xfrm>
          <a:off x="0" y="0"/>
          <a:ext cx="0" cy="0"/>
          <a:chOff x="0" y="0"/>
          <a:chExt cx="0" cy="0"/>
        </a:xfrm>
      </p:grpSpPr>
      <p:sp>
        <p:nvSpPr>
          <p:cNvPr id="24578" name="슬라이드 이미지 개체 틀 1">
            <a:extLst>
              <a:ext uri="{FF2B5EF4-FFF2-40B4-BE49-F238E27FC236}">
                <a16:creationId xmlns:a16="http://schemas.microsoft.com/office/drawing/2014/main" id="{473C9A24-EBFA-F2CE-768B-A5890C466F7D}"/>
              </a:ext>
            </a:extLst>
          </p:cNvPr>
          <p:cNvSpPr>
            <a:spLocks noGrp="1" noRot="1" noChangeAspect="1" noTextEdit="1"/>
          </p:cNvSpPr>
          <p:nvPr>
            <p:ph type="sldImg"/>
          </p:nvPr>
        </p:nvSpPr>
        <p:spPr>
          <a:ln/>
        </p:spPr>
      </p:sp>
      <p:sp>
        <p:nvSpPr>
          <p:cNvPr id="24579" name="슬라이드 노트 개체 틀 2">
            <a:extLst>
              <a:ext uri="{FF2B5EF4-FFF2-40B4-BE49-F238E27FC236}">
                <a16:creationId xmlns:a16="http://schemas.microsoft.com/office/drawing/2014/main" id="{9155DAA5-DF41-E24F-7DCB-BDA0986F77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24580" name="슬라이드 번호 개체 틀 3">
            <a:extLst>
              <a:ext uri="{FF2B5EF4-FFF2-40B4-BE49-F238E27FC236}">
                <a16:creationId xmlns:a16="http://schemas.microsoft.com/office/drawing/2014/main" id="{1D01D877-411E-D7A2-E507-9E7E64C2CA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AB2BBF7D-34AC-4310-8C15-4518EDBEEC39}" type="slidenum">
              <a:rPr lang="ko-KR" altLang="en-US"/>
              <a:pPr/>
              <a:t>21</a:t>
            </a:fld>
            <a:endParaRPr lang="en-US" altLang="ko-KR"/>
          </a:p>
        </p:txBody>
      </p:sp>
    </p:spTree>
    <p:extLst>
      <p:ext uri="{BB962C8B-B14F-4D97-AF65-F5344CB8AC3E}">
        <p14:creationId xmlns:p14="http://schemas.microsoft.com/office/powerpoint/2010/main" val="618950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슬라이드 이미지 개체 틀 1">
            <a:extLst>
              <a:ext uri="{FF2B5EF4-FFF2-40B4-BE49-F238E27FC236}">
                <a16:creationId xmlns:a16="http://schemas.microsoft.com/office/drawing/2014/main" id="{A3FD41C4-3791-AA40-B8BC-3954E2E8998D}"/>
              </a:ext>
            </a:extLst>
          </p:cNvPr>
          <p:cNvSpPr>
            <a:spLocks noGrp="1" noRot="1" noChangeAspect="1" noTextEdit="1"/>
          </p:cNvSpPr>
          <p:nvPr>
            <p:ph type="sldImg"/>
          </p:nvPr>
        </p:nvSpPr>
        <p:spPr>
          <a:ln/>
        </p:spPr>
      </p:sp>
      <p:sp>
        <p:nvSpPr>
          <p:cNvPr id="24579" name="슬라이드 노트 개체 틀 2">
            <a:extLst>
              <a:ext uri="{FF2B5EF4-FFF2-40B4-BE49-F238E27FC236}">
                <a16:creationId xmlns:a16="http://schemas.microsoft.com/office/drawing/2014/main" id="{75F9202F-9C16-92F0-84BE-7F839E8EB4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24580" name="슬라이드 번호 개체 틀 3">
            <a:extLst>
              <a:ext uri="{FF2B5EF4-FFF2-40B4-BE49-F238E27FC236}">
                <a16:creationId xmlns:a16="http://schemas.microsoft.com/office/drawing/2014/main" id="{DAF2A2DE-24BC-7FF1-258C-0D1CF1F7EC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AB2BBF7D-34AC-4310-8C15-4518EDBEEC39}" type="slidenum">
              <a:rPr lang="ko-KR" altLang="en-US"/>
              <a:pPr/>
              <a:t>22</a:t>
            </a:fld>
            <a:endParaRPr lang="en-US" altLang="ko-K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lvl1pPr>
              <a:lnSpc>
                <a:spcPct val="120000"/>
              </a:lnSpc>
              <a:defRPr sz="3600">
                <a:latin typeface="Arial" pitchFamily="34" charset="0"/>
                <a:cs typeface="Arial" pitchFamily="34" charset="0"/>
              </a:defRPr>
            </a:lvl1pPr>
          </a:lstStyle>
          <a:p>
            <a:r>
              <a:rPr lang="ko-KR" altLang="en-US" dirty="0"/>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lnSpc>
                <a:spcPct val="120000"/>
              </a:lnSpc>
              <a:buNone/>
              <a:defRPr sz="2800">
                <a:solidFill>
                  <a:schemeClr val="tx1">
                    <a:tint val="75000"/>
                  </a:schemeClr>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sp>
        <p:nvSpPr>
          <p:cNvPr id="4" name="날짜 개체 틀 3">
            <a:extLst>
              <a:ext uri="{FF2B5EF4-FFF2-40B4-BE49-F238E27FC236}">
                <a16:creationId xmlns:a16="http://schemas.microsoft.com/office/drawing/2014/main" id="{6C58B43E-8516-28F9-EEF6-16AE7C099EFD}"/>
              </a:ext>
            </a:extLst>
          </p:cNvPr>
          <p:cNvSpPr>
            <a:spLocks noGrp="1"/>
          </p:cNvSpPr>
          <p:nvPr>
            <p:ph type="dt" sz="half" idx="10"/>
          </p:nvPr>
        </p:nvSpPr>
        <p:spPr/>
        <p:txBody>
          <a:bodyPr/>
          <a:lstStyle>
            <a:lvl1pPr>
              <a:defRPr/>
            </a:lvl1pPr>
          </a:lstStyle>
          <a:p>
            <a:pPr>
              <a:defRPr/>
            </a:pPr>
            <a:endParaRPr lang="en-US" altLang="ko-KR"/>
          </a:p>
        </p:txBody>
      </p:sp>
      <p:sp>
        <p:nvSpPr>
          <p:cNvPr id="5" name="바닥글 개체 틀 4">
            <a:extLst>
              <a:ext uri="{FF2B5EF4-FFF2-40B4-BE49-F238E27FC236}">
                <a16:creationId xmlns:a16="http://schemas.microsoft.com/office/drawing/2014/main" id="{D50EE168-DEC8-0FFA-7986-E1F73D95F907}"/>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6" name="슬라이드 번호 개체 틀 5">
            <a:extLst>
              <a:ext uri="{FF2B5EF4-FFF2-40B4-BE49-F238E27FC236}">
                <a16:creationId xmlns:a16="http://schemas.microsoft.com/office/drawing/2014/main" id="{165D6810-9F55-E8F9-328F-09676360DBE1}"/>
              </a:ext>
            </a:extLst>
          </p:cNvPr>
          <p:cNvSpPr>
            <a:spLocks noGrp="1"/>
          </p:cNvSpPr>
          <p:nvPr>
            <p:ph type="sldNum" sz="quarter" idx="12"/>
          </p:nvPr>
        </p:nvSpPr>
        <p:spPr/>
        <p:txBody>
          <a:bodyPr/>
          <a:lstStyle>
            <a:lvl1pPr>
              <a:defRPr/>
            </a:lvl1pPr>
          </a:lstStyle>
          <a:p>
            <a:fld id="{C394C89B-3139-487A-8F8A-D37619CF2F43}" type="slidenum">
              <a:rPr lang="ko-KR" altLang="en-US"/>
              <a:pPr/>
              <a:t>‹#›</a:t>
            </a:fld>
            <a:endParaRPr lang="en-US" altLang="ko-KR"/>
          </a:p>
        </p:txBody>
      </p:sp>
    </p:spTree>
    <p:extLst>
      <p:ext uri="{BB962C8B-B14F-4D97-AF65-F5344CB8AC3E}">
        <p14:creationId xmlns:p14="http://schemas.microsoft.com/office/powerpoint/2010/main" val="3733537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634082"/>
          </a:xfrm>
          <a:noFill/>
          <a:ln cmpd="sng">
            <a:noFill/>
          </a:ln>
        </p:spPr>
        <p:txBody>
          <a:bodyPr/>
          <a:lstStyle>
            <a:lvl1pPr>
              <a:defRPr sz="2800">
                <a:latin typeface="Arial" pitchFamily="34" charset="0"/>
                <a:cs typeface="Arial" pitchFamily="34" charset="0"/>
              </a:defRPr>
            </a:lvl1pPr>
          </a:lstStyle>
          <a:p>
            <a:r>
              <a:rPr lang="ko-KR" altLang="en-US" dirty="0"/>
              <a:t>마스터 제목 스타일 편집</a:t>
            </a:r>
          </a:p>
        </p:txBody>
      </p:sp>
      <p:sp>
        <p:nvSpPr>
          <p:cNvPr id="3" name="내용 개체 틀 2"/>
          <p:cNvSpPr>
            <a:spLocks noGrp="1"/>
          </p:cNvSpPr>
          <p:nvPr>
            <p:ph idx="1"/>
          </p:nvPr>
        </p:nvSpPr>
        <p:spPr>
          <a:xfrm>
            <a:off x="457200" y="980728"/>
            <a:ext cx="8229600" cy="5256584"/>
          </a:xfrm>
        </p:spPr>
        <p:txBody>
          <a:bodyPr/>
          <a:lstStyle>
            <a:lvl1pPr marL="288000" indent="-288000">
              <a:lnSpc>
                <a:spcPct val="120000"/>
              </a:lnSpc>
              <a:defRPr sz="2000">
                <a:latin typeface="Arial" pitchFamily="34" charset="0"/>
                <a:cs typeface="Arial" pitchFamily="34" charset="0"/>
              </a:defRPr>
            </a:lvl1pPr>
            <a:lvl2pPr marL="612000">
              <a:lnSpc>
                <a:spcPct val="120000"/>
              </a:lnSpc>
              <a:defRPr sz="2000">
                <a:latin typeface="Arial" pitchFamily="34" charset="0"/>
                <a:cs typeface="Arial" pitchFamily="34" charset="0"/>
              </a:defRPr>
            </a:lvl2pPr>
            <a:lvl3pPr marL="900000" indent="-288000">
              <a:lnSpc>
                <a:spcPct val="120000"/>
              </a:lnSpc>
              <a:buFont typeface="Arial" pitchFamily="34" charset="0"/>
              <a:buChar char="○"/>
              <a:defRPr sz="2000">
                <a:latin typeface="Arial" pitchFamily="34" charset="0"/>
                <a:cs typeface="Arial" pitchFamily="34" charset="0"/>
              </a:defRPr>
            </a:lvl3pPr>
            <a:lvl4pPr marL="1080000">
              <a:lnSpc>
                <a:spcPct val="120000"/>
              </a:lnSpc>
              <a:buFont typeface="Wingdings" pitchFamily="2" charset="2"/>
              <a:buChar char="ü"/>
              <a:defRPr sz="1800">
                <a:latin typeface="Arial" pitchFamily="34" charset="0"/>
                <a:cs typeface="Arial" pitchFamily="34" charset="0"/>
              </a:defRPr>
            </a:lvl4pPr>
            <a:lvl5pPr marL="1332000">
              <a:lnSpc>
                <a:spcPct val="120000"/>
              </a:lnSpc>
              <a:defRPr sz="1800">
                <a:latin typeface="Arial" pitchFamily="34" charset="0"/>
                <a:cs typeface="Arial" pitchFamily="34" charset="0"/>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바닥글 개체 틀 4">
            <a:extLst>
              <a:ext uri="{FF2B5EF4-FFF2-40B4-BE49-F238E27FC236}">
                <a16:creationId xmlns:a16="http://schemas.microsoft.com/office/drawing/2014/main" id="{7531C181-8E9B-EE3E-BAF3-EE89A6379712}"/>
              </a:ext>
            </a:extLst>
          </p:cNvPr>
          <p:cNvSpPr>
            <a:spLocks noGrp="1"/>
          </p:cNvSpPr>
          <p:nvPr>
            <p:ph type="ftr" sz="quarter" idx="10"/>
          </p:nvPr>
        </p:nvSpPr>
        <p:spPr>
          <a:xfrm>
            <a:off x="2051050" y="6356350"/>
            <a:ext cx="5041900" cy="365125"/>
          </a:xfrm>
        </p:spPr>
        <p:txBody>
          <a:bodyPr/>
          <a:lstStyle>
            <a:lvl1pPr>
              <a:defRPr>
                <a:latin typeface="Book Antiqua" pitchFamily="18" charset="0"/>
              </a:defRPr>
            </a:lvl1pPr>
          </a:lstStyle>
          <a:p>
            <a:pPr>
              <a:defRPr/>
            </a:pPr>
            <a:r>
              <a:rPr lang="en-US" altLang="ko-KR"/>
              <a:t>Search Algorithms: Object-Oriented Implementation (Part E)</a:t>
            </a:r>
            <a:endParaRPr lang="ko-KR" altLang="ko-KR"/>
          </a:p>
        </p:txBody>
      </p:sp>
      <p:sp>
        <p:nvSpPr>
          <p:cNvPr id="5" name="슬라이드 번호 개체 틀 5">
            <a:extLst>
              <a:ext uri="{FF2B5EF4-FFF2-40B4-BE49-F238E27FC236}">
                <a16:creationId xmlns:a16="http://schemas.microsoft.com/office/drawing/2014/main" id="{84AFD8C4-7CCC-A2EF-0362-0CF21DC4D8B6}"/>
              </a:ext>
            </a:extLst>
          </p:cNvPr>
          <p:cNvSpPr>
            <a:spLocks noGrp="1"/>
          </p:cNvSpPr>
          <p:nvPr>
            <p:ph type="sldNum" sz="quarter" idx="11"/>
          </p:nvPr>
        </p:nvSpPr>
        <p:spPr>
          <a:xfrm>
            <a:off x="7596188" y="6356350"/>
            <a:ext cx="1090612" cy="365125"/>
          </a:xfrm>
        </p:spPr>
        <p:txBody>
          <a:bodyPr/>
          <a:lstStyle>
            <a:lvl1pPr>
              <a:defRPr>
                <a:latin typeface="Book Antiqua" panose="02040602050305030304" pitchFamily="18" charset="0"/>
              </a:defRPr>
            </a:lvl1pPr>
          </a:lstStyle>
          <a:p>
            <a:fld id="{D23E0CB1-4BC8-4E84-BEA7-51F2FD8D65B1}" type="slidenum">
              <a:rPr lang="ko-KR" altLang="en-US"/>
              <a:pPr/>
              <a:t>‹#›</a:t>
            </a:fld>
            <a:endParaRPr lang="en-US" altLang="ko-KR"/>
          </a:p>
        </p:txBody>
      </p:sp>
    </p:spTree>
    <p:extLst>
      <p:ext uri="{BB962C8B-B14F-4D97-AF65-F5344CB8AC3E}">
        <p14:creationId xmlns:p14="http://schemas.microsoft.com/office/powerpoint/2010/main" val="2288577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a:extLst>
              <a:ext uri="{FF2B5EF4-FFF2-40B4-BE49-F238E27FC236}">
                <a16:creationId xmlns:a16="http://schemas.microsoft.com/office/drawing/2014/main" id="{A2244873-AE18-2ECE-849E-F0448913FD65}"/>
              </a:ext>
            </a:extLst>
          </p:cNvPr>
          <p:cNvSpPr>
            <a:spLocks noGrp="1"/>
          </p:cNvSpPr>
          <p:nvPr>
            <p:ph type="dt" sz="half" idx="10"/>
          </p:nvPr>
        </p:nvSpPr>
        <p:spPr/>
        <p:txBody>
          <a:bodyPr/>
          <a:lstStyle>
            <a:lvl1pPr>
              <a:defRPr/>
            </a:lvl1pPr>
          </a:lstStyle>
          <a:p>
            <a:pPr>
              <a:defRPr/>
            </a:pPr>
            <a:endParaRPr lang="en-US" altLang="ko-KR"/>
          </a:p>
        </p:txBody>
      </p:sp>
      <p:sp>
        <p:nvSpPr>
          <p:cNvPr id="5" name="바닥글 개체 틀 4">
            <a:extLst>
              <a:ext uri="{FF2B5EF4-FFF2-40B4-BE49-F238E27FC236}">
                <a16:creationId xmlns:a16="http://schemas.microsoft.com/office/drawing/2014/main" id="{069C84E0-8BA5-376A-A96B-6D0B0CBA3A59}"/>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6" name="슬라이드 번호 개체 틀 5">
            <a:extLst>
              <a:ext uri="{FF2B5EF4-FFF2-40B4-BE49-F238E27FC236}">
                <a16:creationId xmlns:a16="http://schemas.microsoft.com/office/drawing/2014/main" id="{B22E7B04-38AB-AC4F-E78C-F0889843BE3C}"/>
              </a:ext>
            </a:extLst>
          </p:cNvPr>
          <p:cNvSpPr>
            <a:spLocks noGrp="1"/>
          </p:cNvSpPr>
          <p:nvPr>
            <p:ph type="sldNum" sz="quarter" idx="12"/>
          </p:nvPr>
        </p:nvSpPr>
        <p:spPr/>
        <p:txBody>
          <a:bodyPr/>
          <a:lstStyle>
            <a:lvl1pPr>
              <a:defRPr/>
            </a:lvl1pPr>
          </a:lstStyle>
          <a:p>
            <a:fld id="{F1DAE298-89AB-4B91-87A1-CF2805F89AB6}" type="slidenum">
              <a:rPr lang="ko-KR" altLang="en-US"/>
              <a:pPr/>
              <a:t>‹#›</a:t>
            </a:fld>
            <a:endParaRPr lang="en-US" altLang="ko-KR"/>
          </a:p>
        </p:txBody>
      </p:sp>
    </p:spTree>
    <p:extLst>
      <p:ext uri="{BB962C8B-B14F-4D97-AF65-F5344CB8AC3E}">
        <p14:creationId xmlns:p14="http://schemas.microsoft.com/office/powerpoint/2010/main" val="4036726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a:extLst>
              <a:ext uri="{FF2B5EF4-FFF2-40B4-BE49-F238E27FC236}">
                <a16:creationId xmlns:a16="http://schemas.microsoft.com/office/drawing/2014/main" id="{F76E0BE1-8584-75AF-13D4-AAEA0237E50C}"/>
              </a:ext>
            </a:extLst>
          </p:cNvPr>
          <p:cNvSpPr>
            <a:spLocks noGrp="1"/>
          </p:cNvSpPr>
          <p:nvPr>
            <p:ph type="dt" sz="half" idx="10"/>
          </p:nvPr>
        </p:nvSpPr>
        <p:spPr/>
        <p:txBody>
          <a:bodyPr/>
          <a:lstStyle>
            <a:lvl1pPr>
              <a:defRPr/>
            </a:lvl1pPr>
          </a:lstStyle>
          <a:p>
            <a:pPr>
              <a:defRPr/>
            </a:pPr>
            <a:endParaRPr lang="en-US" altLang="ko-KR"/>
          </a:p>
        </p:txBody>
      </p:sp>
      <p:sp>
        <p:nvSpPr>
          <p:cNvPr id="6" name="바닥글 개체 틀 4">
            <a:extLst>
              <a:ext uri="{FF2B5EF4-FFF2-40B4-BE49-F238E27FC236}">
                <a16:creationId xmlns:a16="http://schemas.microsoft.com/office/drawing/2014/main" id="{D11AFD5E-F886-60BC-3E61-E2CE3F42B0FE}"/>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7" name="슬라이드 번호 개체 틀 5">
            <a:extLst>
              <a:ext uri="{FF2B5EF4-FFF2-40B4-BE49-F238E27FC236}">
                <a16:creationId xmlns:a16="http://schemas.microsoft.com/office/drawing/2014/main" id="{4F0CAA9D-F15A-7C6D-D435-2DDC68FDE375}"/>
              </a:ext>
            </a:extLst>
          </p:cNvPr>
          <p:cNvSpPr>
            <a:spLocks noGrp="1"/>
          </p:cNvSpPr>
          <p:nvPr>
            <p:ph type="sldNum" sz="quarter" idx="12"/>
          </p:nvPr>
        </p:nvSpPr>
        <p:spPr/>
        <p:txBody>
          <a:bodyPr/>
          <a:lstStyle>
            <a:lvl1pPr>
              <a:defRPr/>
            </a:lvl1pPr>
          </a:lstStyle>
          <a:p>
            <a:fld id="{4713F53D-C739-4407-8610-8D2C38191472}" type="slidenum">
              <a:rPr lang="ko-KR" altLang="en-US"/>
              <a:pPr/>
              <a:t>‹#›</a:t>
            </a:fld>
            <a:endParaRPr lang="en-US" altLang="ko-KR"/>
          </a:p>
        </p:txBody>
      </p:sp>
    </p:spTree>
    <p:extLst>
      <p:ext uri="{BB962C8B-B14F-4D97-AF65-F5344CB8AC3E}">
        <p14:creationId xmlns:p14="http://schemas.microsoft.com/office/powerpoint/2010/main" val="3525851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a:extLst>
              <a:ext uri="{FF2B5EF4-FFF2-40B4-BE49-F238E27FC236}">
                <a16:creationId xmlns:a16="http://schemas.microsoft.com/office/drawing/2014/main" id="{197C7716-732C-490F-DACD-859380168599}"/>
              </a:ext>
            </a:extLst>
          </p:cNvPr>
          <p:cNvSpPr>
            <a:spLocks noGrp="1"/>
          </p:cNvSpPr>
          <p:nvPr>
            <p:ph type="dt" sz="half" idx="10"/>
          </p:nvPr>
        </p:nvSpPr>
        <p:spPr/>
        <p:txBody>
          <a:bodyPr/>
          <a:lstStyle>
            <a:lvl1pPr>
              <a:defRPr/>
            </a:lvl1pPr>
          </a:lstStyle>
          <a:p>
            <a:pPr>
              <a:defRPr/>
            </a:pPr>
            <a:endParaRPr lang="en-US" altLang="ko-KR"/>
          </a:p>
        </p:txBody>
      </p:sp>
      <p:sp>
        <p:nvSpPr>
          <p:cNvPr id="8" name="바닥글 개체 틀 4">
            <a:extLst>
              <a:ext uri="{FF2B5EF4-FFF2-40B4-BE49-F238E27FC236}">
                <a16:creationId xmlns:a16="http://schemas.microsoft.com/office/drawing/2014/main" id="{377D9B63-BA10-95B7-BC8A-F30B455A2D6C}"/>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9" name="슬라이드 번호 개체 틀 5">
            <a:extLst>
              <a:ext uri="{FF2B5EF4-FFF2-40B4-BE49-F238E27FC236}">
                <a16:creationId xmlns:a16="http://schemas.microsoft.com/office/drawing/2014/main" id="{C681EBCD-09C8-A701-E5AE-36EC71AF5655}"/>
              </a:ext>
            </a:extLst>
          </p:cNvPr>
          <p:cNvSpPr>
            <a:spLocks noGrp="1"/>
          </p:cNvSpPr>
          <p:nvPr>
            <p:ph type="sldNum" sz="quarter" idx="12"/>
          </p:nvPr>
        </p:nvSpPr>
        <p:spPr/>
        <p:txBody>
          <a:bodyPr/>
          <a:lstStyle>
            <a:lvl1pPr>
              <a:defRPr/>
            </a:lvl1pPr>
          </a:lstStyle>
          <a:p>
            <a:fld id="{5525D84C-E173-42C1-AB8F-B582614480DA}" type="slidenum">
              <a:rPr lang="ko-KR" altLang="en-US"/>
              <a:pPr/>
              <a:t>‹#›</a:t>
            </a:fld>
            <a:endParaRPr lang="en-US" altLang="ko-KR"/>
          </a:p>
        </p:txBody>
      </p:sp>
    </p:spTree>
    <p:extLst>
      <p:ext uri="{BB962C8B-B14F-4D97-AF65-F5344CB8AC3E}">
        <p14:creationId xmlns:p14="http://schemas.microsoft.com/office/powerpoint/2010/main" val="4032889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7FA6F0B5-B2DF-DDDD-1EA9-62F00384D079}"/>
              </a:ext>
            </a:extLst>
          </p:cNvPr>
          <p:cNvSpPr>
            <a:spLocks noGrp="1"/>
          </p:cNvSpPr>
          <p:nvPr>
            <p:ph type="dt" sz="half" idx="10"/>
          </p:nvPr>
        </p:nvSpPr>
        <p:spPr/>
        <p:txBody>
          <a:bodyPr/>
          <a:lstStyle>
            <a:lvl1pPr>
              <a:defRPr/>
            </a:lvl1pPr>
          </a:lstStyle>
          <a:p>
            <a:pPr>
              <a:defRPr/>
            </a:pPr>
            <a:endParaRPr lang="en-US" altLang="ko-KR"/>
          </a:p>
        </p:txBody>
      </p:sp>
      <p:sp>
        <p:nvSpPr>
          <p:cNvPr id="4" name="바닥글 개체 틀 4">
            <a:extLst>
              <a:ext uri="{FF2B5EF4-FFF2-40B4-BE49-F238E27FC236}">
                <a16:creationId xmlns:a16="http://schemas.microsoft.com/office/drawing/2014/main" id="{40DB5FC9-7BE0-F346-A755-2A90892B1981}"/>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5" name="슬라이드 번호 개체 틀 5">
            <a:extLst>
              <a:ext uri="{FF2B5EF4-FFF2-40B4-BE49-F238E27FC236}">
                <a16:creationId xmlns:a16="http://schemas.microsoft.com/office/drawing/2014/main" id="{4BDAAD4B-E7B1-A697-EFC2-463FC6C9BFB1}"/>
              </a:ext>
            </a:extLst>
          </p:cNvPr>
          <p:cNvSpPr>
            <a:spLocks noGrp="1"/>
          </p:cNvSpPr>
          <p:nvPr>
            <p:ph type="sldNum" sz="quarter" idx="12"/>
          </p:nvPr>
        </p:nvSpPr>
        <p:spPr/>
        <p:txBody>
          <a:bodyPr/>
          <a:lstStyle>
            <a:lvl1pPr>
              <a:defRPr/>
            </a:lvl1pPr>
          </a:lstStyle>
          <a:p>
            <a:fld id="{35571793-ECE0-4411-BAB7-3E0CDF79C31A}" type="slidenum">
              <a:rPr lang="ko-KR" altLang="en-US"/>
              <a:pPr/>
              <a:t>‹#›</a:t>
            </a:fld>
            <a:endParaRPr lang="en-US" altLang="ko-KR"/>
          </a:p>
        </p:txBody>
      </p:sp>
    </p:spTree>
    <p:extLst>
      <p:ext uri="{BB962C8B-B14F-4D97-AF65-F5344CB8AC3E}">
        <p14:creationId xmlns:p14="http://schemas.microsoft.com/office/powerpoint/2010/main" val="2320919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a:extLst>
              <a:ext uri="{FF2B5EF4-FFF2-40B4-BE49-F238E27FC236}">
                <a16:creationId xmlns:a16="http://schemas.microsoft.com/office/drawing/2014/main" id="{1B39CA1F-E1FB-9EA9-F5AD-7F66B995A121}"/>
              </a:ext>
            </a:extLst>
          </p:cNvPr>
          <p:cNvSpPr>
            <a:spLocks noGrp="1"/>
          </p:cNvSpPr>
          <p:nvPr>
            <p:ph type="dt" sz="half" idx="10"/>
          </p:nvPr>
        </p:nvSpPr>
        <p:spPr/>
        <p:txBody>
          <a:bodyPr/>
          <a:lstStyle>
            <a:lvl1pPr>
              <a:defRPr/>
            </a:lvl1pPr>
          </a:lstStyle>
          <a:p>
            <a:pPr>
              <a:defRPr/>
            </a:pPr>
            <a:endParaRPr lang="en-US" altLang="ko-KR"/>
          </a:p>
        </p:txBody>
      </p:sp>
      <p:sp>
        <p:nvSpPr>
          <p:cNvPr id="3" name="바닥글 개체 틀 4">
            <a:extLst>
              <a:ext uri="{FF2B5EF4-FFF2-40B4-BE49-F238E27FC236}">
                <a16:creationId xmlns:a16="http://schemas.microsoft.com/office/drawing/2014/main" id="{0CD64B1F-5910-DED0-5B23-65A726872686}"/>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4" name="슬라이드 번호 개체 틀 5">
            <a:extLst>
              <a:ext uri="{FF2B5EF4-FFF2-40B4-BE49-F238E27FC236}">
                <a16:creationId xmlns:a16="http://schemas.microsoft.com/office/drawing/2014/main" id="{C7E5846A-A6D4-B569-3296-955DA3D15CC1}"/>
              </a:ext>
            </a:extLst>
          </p:cNvPr>
          <p:cNvSpPr>
            <a:spLocks noGrp="1"/>
          </p:cNvSpPr>
          <p:nvPr>
            <p:ph type="sldNum" sz="quarter" idx="12"/>
          </p:nvPr>
        </p:nvSpPr>
        <p:spPr/>
        <p:txBody>
          <a:bodyPr/>
          <a:lstStyle>
            <a:lvl1pPr>
              <a:defRPr/>
            </a:lvl1pPr>
          </a:lstStyle>
          <a:p>
            <a:fld id="{58C36120-89C8-4B7F-AB1D-997F9BFF8FFA}" type="slidenum">
              <a:rPr lang="ko-KR" altLang="en-US"/>
              <a:pPr/>
              <a:t>‹#›</a:t>
            </a:fld>
            <a:endParaRPr lang="en-US" altLang="ko-KR"/>
          </a:p>
        </p:txBody>
      </p:sp>
    </p:spTree>
    <p:extLst>
      <p:ext uri="{BB962C8B-B14F-4D97-AF65-F5344CB8AC3E}">
        <p14:creationId xmlns:p14="http://schemas.microsoft.com/office/powerpoint/2010/main" val="3176241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7F4DCCAC-F351-45C1-B0A5-7D7DBEAE48A7}"/>
              </a:ext>
            </a:extLst>
          </p:cNvPr>
          <p:cNvSpPr>
            <a:spLocks noGrp="1"/>
          </p:cNvSpPr>
          <p:nvPr>
            <p:ph type="dt" sz="half" idx="10"/>
          </p:nvPr>
        </p:nvSpPr>
        <p:spPr/>
        <p:txBody>
          <a:bodyPr/>
          <a:lstStyle>
            <a:lvl1pPr>
              <a:defRPr/>
            </a:lvl1pPr>
          </a:lstStyle>
          <a:p>
            <a:pPr>
              <a:defRPr/>
            </a:pPr>
            <a:endParaRPr lang="en-US" altLang="ko-KR"/>
          </a:p>
        </p:txBody>
      </p:sp>
      <p:sp>
        <p:nvSpPr>
          <p:cNvPr id="6" name="바닥글 개체 틀 4">
            <a:extLst>
              <a:ext uri="{FF2B5EF4-FFF2-40B4-BE49-F238E27FC236}">
                <a16:creationId xmlns:a16="http://schemas.microsoft.com/office/drawing/2014/main" id="{B72CDDEB-36BC-157C-F5D9-AE9CC476CCE8}"/>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7" name="슬라이드 번호 개체 틀 5">
            <a:extLst>
              <a:ext uri="{FF2B5EF4-FFF2-40B4-BE49-F238E27FC236}">
                <a16:creationId xmlns:a16="http://schemas.microsoft.com/office/drawing/2014/main" id="{618D27AA-6028-0C88-741F-3A15E21C07BA}"/>
              </a:ext>
            </a:extLst>
          </p:cNvPr>
          <p:cNvSpPr>
            <a:spLocks noGrp="1"/>
          </p:cNvSpPr>
          <p:nvPr>
            <p:ph type="sldNum" sz="quarter" idx="12"/>
          </p:nvPr>
        </p:nvSpPr>
        <p:spPr/>
        <p:txBody>
          <a:bodyPr/>
          <a:lstStyle>
            <a:lvl1pPr>
              <a:defRPr/>
            </a:lvl1pPr>
          </a:lstStyle>
          <a:p>
            <a:fld id="{FEE29E99-23C7-4B30-A8BA-9F79C94FF105}" type="slidenum">
              <a:rPr lang="ko-KR" altLang="en-US"/>
              <a:pPr/>
              <a:t>‹#›</a:t>
            </a:fld>
            <a:endParaRPr lang="en-US" altLang="ko-KR"/>
          </a:p>
        </p:txBody>
      </p:sp>
    </p:spTree>
    <p:extLst>
      <p:ext uri="{BB962C8B-B14F-4D97-AF65-F5344CB8AC3E}">
        <p14:creationId xmlns:p14="http://schemas.microsoft.com/office/powerpoint/2010/main" val="2073038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FDDCCEDF-B477-90E0-EF53-CC9AA7067487}"/>
              </a:ext>
            </a:extLst>
          </p:cNvPr>
          <p:cNvSpPr>
            <a:spLocks noGrp="1"/>
          </p:cNvSpPr>
          <p:nvPr>
            <p:ph type="dt" sz="half" idx="10"/>
          </p:nvPr>
        </p:nvSpPr>
        <p:spPr/>
        <p:txBody>
          <a:bodyPr/>
          <a:lstStyle>
            <a:lvl1pPr>
              <a:defRPr/>
            </a:lvl1pPr>
          </a:lstStyle>
          <a:p>
            <a:pPr>
              <a:defRPr/>
            </a:pPr>
            <a:endParaRPr lang="en-US" altLang="ko-KR"/>
          </a:p>
        </p:txBody>
      </p:sp>
      <p:sp>
        <p:nvSpPr>
          <p:cNvPr id="6" name="바닥글 개체 틀 4">
            <a:extLst>
              <a:ext uri="{FF2B5EF4-FFF2-40B4-BE49-F238E27FC236}">
                <a16:creationId xmlns:a16="http://schemas.microsoft.com/office/drawing/2014/main" id="{0F80F3F0-898C-B997-197B-395C038B7560}"/>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7" name="슬라이드 번호 개체 틀 5">
            <a:extLst>
              <a:ext uri="{FF2B5EF4-FFF2-40B4-BE49-F238E27FC236}">
                <a16:creationId xmlns:a16="http://schemas.microsoft.com/office/drawing/2014/main" id="{F0365D69-39A4-D58F-1B47-A90B31F32583}"/>
              </a:ext>
            </a:extLst>
          </p:cNvPr>
          <p:cNvSpPr>
            <a:spLocks noGrp="1"/>
          </p:cNvSpPr>
          <p:nvPr>
            <p:ph type="sldNum" sz="quarter" idx="12"/>
          </p:nvPr>
        </p:nvSpPr>
        <p:spPr/>
        <p:txBody>
          <a:bodyPr/>
          <a:lstStyle>
            <a:lvl1pPr>
              <a:defRPr/>
            </a:lvl1pPr>
          </a:lstStyle>
          <a:p>
            <a:fld id="{A5B65F4F-4BBA-4543-993E-393CF8FB7FD2}" type="slidenum">
              <a:rPr lang="ko-KR" altLang="en-US"/>
              <a:pPr/>
              <a:t>‹#›</a:t>
            </a:fld>
            <a:endParaRPr lang="en-US" altLang="ko-KR"/>
          </a:p>
        </p:txBody>
      </p:sp>
    </p:spTree>
    <p:extLst>
      <p:ext uri="{BB962C8B-B14F-4D97-AF65-F5344CB8AC3E}">
        <p14:creationId xmlns:p14="http://schemas.microsoft.com/office/powerpoint/2010/main" val="3289812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D82ED23A-5C40-2253-45F0-7D2A70C21893}"/>
              </a:ext>
            </a:extLst>
          </p:cNvPr>
          <p:cNvSpPr>
            <a:spLocks noGrp="1"/>
          </p:cNvSpPr>
          <p:nvPr>
            <p:ph type="dt" sz="half" idx="10"/>
          </p:nvPr>
        </p:nvSpPr>
        <p:spPr/>
        <p:txBody>
          <a:bodyPr/>
          <a:lstStyle>
            <a:lvl1pPr>
              <a:defRPr/>
            </a:lvl1pPr>
          </a:lstStyle>
          <a:p>
            <a:pPr>
              <a:defRPr/>
            </a:pPr>
            <a:endParaRPr lang="en-US" altLang="ko-KR"/>
          </a:p>
        </p:txBody>
      </p:sp>
      <p:sp>
        <p:nvSpPr>
          <p:cNvPr id="5" name="바닥글 개체 틀 4">
            <a:extLst>
              <a:ext uri="{FF2B5EF4-FFF2-40B4-BE49-F238E27FC236}">
                <a16:creationId xmlns:a16="http://schemas.microsoft.com/office/drawing/2014/main" id="{CCB13BEF-77A2-A0B8-1168-D592F9D3056D}"/>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6" name="슬라이드 번호 개체 틀 5">
            <a:extLst>
              <a:ext uri="{FF2B5EF4-FFF2-40B4-BE49-F238E27FC236}">
                <a16:creationId xmlns:a16="http://schemas.microsoft.com/office/drawing/2014/main" id="{356E78BF-4544-1206-5A08-65C9E12C36F4}"/>
              </a:ext>
            </a:extLst>
          </p:cNvPr>
          <p:cNvSpPr>
            <a:spLocks noGrp="1"/>
          </p:cNvSpPr>
          <p:nvPr>
            <p:ph type="sldNum" sz="quarter" idx="12"/>
          </p:nvPr>
        </p:nvSpPr>
        <p:spPr/>
        <p:txBody>
          <a:bodyPr/>
          <a:lstStyle>
            <a:lvl1pPr>
              <a:defRPr/>
            </a:lvl1pPr>
          </a:lstStyle>
          <a:p>
            <a:fld id="{8F6B0830-679E-4F7A-92F7-15CEDDDADB07}" type="slidenum">
              <a:rPr lang="ko-KR" altLang="en-US"/>
              <a:pPr/>
              <a:t>‹#›</a:t>
            </a:fld>
            <a:endParaRPr lang="en-US" altLang="ko-KR"/>
          </a:p>
        </p:txBody>
      </p:sp>
    </p:spTree>
    <p:extLst>
      <p:ext uri="{BB962C8B-B14F-4D97-AF65-F5344CB8AC3E}">
        <p14:creationId xmlns:p14="http://schemas.microsoft.com/office/powerpoint/2010/main" val="1315617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2ADAC850-314D-9538-E432-7420CF8006CF}"/>
              </a:ext>
            </a:extLst>
          </p:cNvPr>
          <p:cNvSpPr>
            <a:spLocks noGrp="1"/>
          </p:cNvSpPr>
          <p:nvPr>
            <p:ph type="dt" sz="half" idx="10"/>
          </p:nvPr>
        </p:nvSpPr>
        <p:spPr/>
        <p:txBody>
          <a:bodyPr/>
          <a:lstStyle>
            <a:lvl1pPr>
              <a:defRPr/>
            </a:lvl1pPr>
          </a:lstStyle>
          <a:p>
            <a:pPr>
              <a:defRPr/>
            </a:pPr>
            <a:endParaRPr lang="en-US" altLang="ko-KR"/>
          </a:p>
        </p:txBody>
      </p:sp>
      <p:sp>
        <p:nvSpPr>
          <p:cNvPr id="5" name="바닥글 개체 틀 4">
            <a:extLst>
              <a:ext uri="{FF2B5EF4-FFF2-40B4-BE49-F238E27FC236}">
                <a16:creationId xmlns:a16="http://schemas.microsoft.com/office/drawing/2014/main" id="{8670E969-1E65-9B85-5DA3-AA81A885B2CE}"/>
              </a:ext>
            </a:extLst>
          </p:cNvPr>
          <p:cNvSpPr>
            <a:spLocks noGrp="1"/>
          </p:cNvSpPr>
          <p:nvPr>
            <p:ph type="ftr" sz="quarter" idx="11"/>
          </p:nvPr>
        </p:nvSpPr>
        <p:spPr/>
        <p:txBody>
          <a:bodyPr/>
          <a:lstStyle>
            <a:lvl1pPr>
              <a:defRPr/>
            </a:lvl1pPr>
          </a:lstStyle>
          <a:p>
            <a:pPr>
              <a:defRPr/>
            </a:pPr>
            <a:r>
              <a:rPr lang="en-US" altLang="ko-KR"/>
              <a:t>Search Algorithms: Object-Oriented Implementation (Part E)</a:t>
            </a:r>
          </a:p>
        </p:txBody>
      </p:sp>
      <p:sp>
        <p:nvSpPr>
          <p:cNvPr id="6" name="슬라이드 번호 개체 틀 5">
            <a:extLst>
              <a:ext uri="{FF2B5EF4-FFF2-40B4-BE49-F238E27FC236}">
                <a16:creationId xmlns:a16="http://schemas.microsoft.com/office/drawing/2014/main" id="{909E316A-75D4-50E3-020D-2810944DD091}"/>
              </a:ext>
            </a:extLst>
          </p:cNvPr>
          <p:cNvSpPr>
            <a:spLocks noGrp="1"/>
          </p:cNvSpPr>
          <p:nvPr>
            <p:ph type="sldNum" sz="quarter" idx="12"/>
          </p:nvPr>
        </p:nvSpPr>
        <p:spPr/>
        <p:txBody>
          <a:bodyPr/>
          <a:lstStyle>
            <a:lvl1pPr>
              <a:defRPr/>
            </a:lvl1pPr>
          </a:lstStyle>
          <a:p>
            <a:fld id="{A1A44F5D-10E6-490E-9597-C4A249310B8D}" type="slidenum">
              <a:rPr lang="ko-KR" altLang="en-US"/>
              <a:pPr/>
              <a:t>‹#›</a:t>
            </a:fld>
            <a:endParaRPr lang="en-US" altLang="ko-KR"/>
          </a:p>
        </p:txBody>
      </p:sp>
    </p:spTree>
    <p:extLst>
      <p:ext uri="{BB962C8B-B14F-4D97-AF65-F5344CB8AC3E}">
        <p14:creationId xmlns:p14="http://schemas.microsoft.com/office/powerpoint/2010/main" val="3996029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제목 개체 틀 1">
            <a:extLst>
              <a:ext uri="{FF2B5EF4-FFF2-40B4-BE49-F238E27FC236}">
                <a16:creationId xmlns:a16="http://schemas.microsoft.com/office/drawing/2014/main" id="{BCB9FDF0-5EFF-6218-2D77-D037BA293B3D}"/>
              </a:ext>
            </a:extLst>
          </p:cNvPr>
          <p:cNvSpPr>
            <a:spLocks noGrp="1"/>
          </p:cNvSpPr>
          <p:nvPr>
            <p:ph type="title"/>
          </p:nvPr>
        </p:nvSpPr>
        <p:spPr bwMode="auto">
          <a:xfrm>
            <a:off x="457200" y="274638"/>
            <a:ext cx="82296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텍스트 개체 틀 2">
            <a:extLst>
              <a:ext uri="{FF2B5EF4-FFF2-40B4-BE49-F238E27FC236}">
                <a16:creationId xmlns:a16="http://schemas.microsoft.com/office/drawing/2014/main" id="{1B2FBB5E-F7EE-436E-9C19-B73BC89087BD}"/>
              </a:ext>
            </a:extLst>
          </p:cNvPr>
          <p:cNvSpPr>
            <a:spLocks noGrp="1"/>
          </p:cNvSpPr>
          <p:nvPr>
            <p:ph type="body" idx="1"/>
          </p:nvPr>
        </p:nvSpPr>
        <p:spPr bwMode="auto">
          <a:xfrm>
            <a:off x="457200" y="1196975"/>
            <a:ext cx="82296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BE6E012E-0538-C5B4-7C76-7DD4CDF6E6AA}"/>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latinLnBrk="1" hangingPunct="1">
              <a:defRPr sz="1200">
                <a:solidFill>
                  <a:schemeClr val="tx1">
                    <a:tint val="75000"/>
                  </a:schemeClr>
                </a:solidFill>
              </a:defRPr>
            </a:lvl1pPr>
          </a:lstStyle>
          <a:p>
            <a:pPr>
              <a:defRPr/>
            </a:pPr>
            <a:endParaRPr lang="en-US" altLang="ko-KR"/>
          </a:p>
        </p:txBody>
      </p:sp>
      <p:sp>
        <p:nvSpPr>
          <p:cNvPr id="5" name="바닥글 개체 틀 4">
            <a:extLst>
              <a:ext uri="{FF2B5EF4-FFF2-40B4-BE49-F238E27FC236}">
                <a16:creationId xmlns:a16="http://schemas.microsoft.com/office/drawing/2014/main" id="{EFE25383-F42E-F091-E037-D90CA98D5262}"/>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latinLnBrk="1" hangingPunct="1">
              <a:defRPr sz="1200">
                <a:solidFill>
                  <a:schemeClr val="tx1">
                    <a:tint val="75000"/>
                  </a:schemeClr>
                </a:solidFill>
              </a:defRPr>
            </a:lvl1pPr>
          </a:lstStyle>
          <a:p>
            <a:pPr>
              <a:defRPr/>
            </a:pPr>
            <a:r>
              <a:rPr lang="en-US" altLang="ko-KR"/>
              <a:t>Search Algorithms: Object-Oriented Implementation (Part E)</a:t>
            </a:r>
          </a:p>
        </p:txBody>
      </p:sp>
      <p:sp>
        <p:nvSpPr>
          <p:cNvPr id="6" name="슬라이드 번호 개체 틀 5">
            <a:extLst>
              <a:ext uri="{FF2B5EF4-FFF2-40B4-BE49-F238E27FC236}">
                <a16:creationId xmlns:a16="http://schemas.microsoft.com/office/drawing/2014/main" id="{37764335-6B32-DD23-5DAA-27718ED3F8E2}"/>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latinLnBrk="1" hangingPunct="1">
              <a:defRPr sz="1200">
                <a:solidFill>
                  <a:srgbClr val="898989"/>
                </a:solidFill>
              </a:defRPr>
            </a:lvl1pPr>
          </a:lstStyle>
          <a:p>
            <a:fld id="{A49D7927-82B6-43CC-86D3-EE28F26E4D26}" type="slidenum">
              <a:rPr lang="ko-KR" altLang="en-US"/>
              <a:pPr/>
              <a:t>‹#›</a:t>
            </a:fld>
            <a:endParaRPr lang="en-US" altLang="ko-KR"/>
          </a:p>
        </p:txBody>
      </p:sp>
    </p:spTree>
  </p:cSld>
  <p:clrMap bg1="lt1" tx1="dk1" bg2="lt2" tx2="dk2" accent1="accent1" accent2="accent2" accent3="accent3" accent4="accent4" accent5="accent5" accent6="accent6" hlink="hlink" folHlink="folHlink"/>
  <p:sldLayoutIdLst>
    <p:sldLayoutId id="2147485836" r:id="rId1"/>
    <p:sldLayoutId id="2147485846" r:id="rId2"/>
    <p:sldLayoutId id="2147485837" r:id="rId3"/>
    <p:sldLayoutId id="2147485838" r:id="rId4"/>
    <p:sldLayoutId id="2147485839" r:id="rId5"/>
    <p:sldLayoutId id="2147485840" r:id="rId6"/>
    <p:sldLayoutId id="2147485841" r:id="rId7"/>
    <p:sldLayoutId id="2147485842" r:id="rId8"/>
    <p:sldLayoutId id="2147485843" r:id="rId9"/>
    <p:sldLayoutId id="2147485844" r:id="rId10"/>
    <p:sldLayoutId id="2147485845" r:id="rId11"/>
  </p:sldLayoutIdLst>
  <p:hf hdr="0" dt="0"/>
  <p:txStyles>
    <p:titleStyle>
      <a:lvl1pPr algn="ctr" rtl="0" eaLnBrk="0" fontAlgn="base" latinLnBrk="1" hangingPunct="0">
        <a:spcBef>
          <a:spcPct val="0"/>
        </a:spcBef>
        <a:spcAft>
          <a:spcPct val="0"/>
        </a:spcAft>
        <a:defRPr sz="3200" kern="1200">
          <a:solidFill>
            <a:schemeClr val="tx1"/>
          </a:solidFill>
          <a:latin typeface="Arial" pitchFamily="34" charset="0"/>
          <a:ea typeface="+mj-ea"/>
          <a:cs typeface="Arial" pitchFamily="34" charset="0"/>
        </a:defRPr>
      </a:lvl1pPr>
      <a:lvl2pPr algn="ctr" rtl="0" eaLnBrk="0" fontAlgn="base" latinLnBrk="1" hangingPunct="0">
        <a:spcBef>
          <a:spcPct val="0"/>
        </a:spcBef>
        <a:spcAft>
          <a:spcPct val="0"/>
        </a:spcAft>
        <a:defRPr sz="3200">
          <a:solidFill>
            <a:schemeClr val="tx1"/>
          </a:solidFill>
          <a:latin typeface="Arial" charset="0"/>
          <a:cs typeface="Arial" charset="0"/>
        </a:defRPr>
      </a:lvl2pPr>
      <a:lvl3pPr algn="ctr" rtl="0" eaLnBrk="0" fontAlgn="base" latinLnBrk="1" hangingPunct="0">
        <a:spcBef>
          <a:spcPct val="0"/>
        </a:spcBef>
        <a:spcAft>
          <a:spcPct val="0"/>
        </a:spcAft>
        <a:defRPr sz="3200">
          <a:solidFill>
            <a:schemeClr val="tx1"/>
          </a:solidFill>
          <a:latin typeface="Arial" charset="0"/>
          <a:cs typeface="Arial" charset="0"/>
        </a:defRPr>
      </a:lvl3pPr>
      <a:lvl4pPr algn="ctr" rtl="0" eaLnBrk="0" fontAlgn="base" latinLnBrk="1" hangingPunct="0">
        <a:spcBef>
          <a:spcPct val="0"/>
        </a:spcBef>
        <a:spcAft>
          <a:spcPct val="0"/>
        </a:spcAft>
        <a:defRPr sz="3200">
          <a:solidFill>
            <a:schemeClr val="tx1"/>
          </a:solidFill>
          <a:latin typeface="Arial" charset="0"/>
          <a:cs typeface="Arial" charset="0"/>
        </a:defRPr>
      </a:lvl4pPr>
      <a:lvl5pPr algn="ctr" rtl="0" eaLnBrk="0" fontAlgn="base" latinLnBrk="1" hangingPunct="0">
        <a:spcBef>
          <a:spcPct val="0"/>
        </a:spcBef>
        <a:spcAft>
          <a:spcPct val="0"/>
        </a:spcAft>
        <a:defRPr sz="3200">
          <a:solidFill>
            <a:schemeClr val="tx1"/>
          </a:solidFill>
          <a:latin typeface="Arial" charset="0"/>
          <a:cs typeface="Arial" charset="0"/>
        </a:defRPr>
      </a:lvl5pPr>
      <a:lvl6pPr marL="457200" algn="ctr" rtl="0" fontAlgn="base" latinLnBrk="1">
        <a:spcBef>
          <a:spcPct val="0"/>
        </a:spcBef>
        <a:spcAft>
          <a:spcPct val="0"/>
        </a:spcAft>
        <a:defRPr sz="4400">
          <a:solidFill>
            <a:schemeClr val="tx1"/>
          </a:solidFill>
          <a:latin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defRPr>
      </a:lvl9pPr>
    </p:titleStyle>
    <p:bodyStyle>
      <a:lvl1pPr marL="342900" indent="-342900" algn="l" rtl="0" eaLnBrk="0" fontAlgn="base" latinLnBrk="1" hangingPunct="0">
        <a:lnSpc>
          <a:spcPct val="120000"/>
        </a:lnSpc>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1pPr>
      <a:lvl2pPr marL="742950" indent="-285750" algn="l" rtl="0" eaLnBrk="0" fontAlgn="base" latinLnBrk="1" hangingPunct="0">
        <a:lnSpc>
          <a:spcPct val="120000"/>
        </a:lnSpc>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2pPr>
      <a:lvl3pPr marL="1143000" indent="-228600" algn="l" rtl="0" eaLnBrk="0" fontAlgn="base" latinLnBrk="1" hangingPunct="0">
        <a:lnSpc>
          <a:spcPct val="120000"/>
        </a:lnSpc>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3pPr>
      <a:lvl4pPr marL="1600200" indent="-228600" algn="l" rtl="0" eaLnBrk="0" fontAlgn="base" latinLnBrk="1" hangingPunct="0">
        <a:lnSpc>
          <a:spcPct val="120000"/>
        </a:lnSpc>
        <a:spcBef>
          <a:spcPct val="20000"/>
        </a:spcBef>
        <a:spcAft>
          <a:spcPct val="0"/>
        </a:spcAft>
        <a:buFont typeface="Arial" panose="020B0604020202020204" pitchFamily="34" charset="0"/>
        <a:buChar char="–"/>
        <a:defRPr kern="1200">
          <a:solidFill>
            <a:schemeClr val="tx1"/>
          </a:solidFill>
          <a:latin typeface="Arial" pitchFamily="34" charset="0"/>
          <a:ea typeface="+mn-ea"/>
          <a:cs typeface="Arial" pitchFamily="34" charset="0"/>
        </a:defRPr>
      </a:lvl4pPr>
      <a:lvl5pPr marL="2057400" indent="-228600" algn="l" rtl="0" eaLnBrk="0" fontAlgn="base" latinLnBrk="1" hangingPunct="0">
        <a:lnSpc>
          <a:spcPct val="120000"/>
        </a:lnSpc>
        <a:spcBef>
          <a:spcPct val="20000"/>
        </a:spcBef>
        <a:spcAft>
          <a:spcPct val="0"/>
        </a:spcAft>
        <a:buFont typeface="Arial" panose="020B0604020202020204" pitchFamily="34" charset="0"/>
        <a:buChar char="»"/>
        <a:defRPr kern="1200">
          <a:solidFill>
            <a:schemeClr val="tx1"/>
          </a:solidFill>
          <a:latin typeface="Arial" pitchFamily="34" charset="0"/>
          <a:ea typeface="+mn-ea"/>
          <a:cs typeface="Arial" pitchFamily="34" charset="0"/>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0F03B0D-D41E-1FBE-66F4-2A8EB5BF823B}"/>
              </a:ext>
            </a:extLst>
          </p:cNvPr>
          <p:cNvSpPr>
            <a:spLocks noGrp="1" noChangeArrowheads="1"/>
          </p:cNvSpPr>
          <p:nvPr>
            <p:ph type="ctrTitle"/>
          </p:nvPr>
        </p:nvSpPr>
        <p:spPr>
          <a:xfrm>
            <a:off x="395288" y="1844675"/>
            <a:ext cx="8353425" cy="2016125"/>
          </a:xfrm>
        </p:spPr>
        <p:txBody>
          <a:bodyPr/>
          <a:lstStyle/>
          <a:p>
            <a:pPr eaLnBrk="1" hangingPunct="1"/>
            <a:r>
              <a:rPr lang="en-US" altLang="ko-KR">
                <a:solidFill>
                  <a:srgbClr val="7882AA"/>
                </a:solidFill>
              </a:rPr>
              <a:t>Search Algorithms: Object-Oriented Implementation (Part E)</a:t>
            </a:r>
            <a:endParaRPr lang="ko-KR" altLang="en-US">
              <a:solidFill>
                <a:srgbClr val="7882AA"/>
              </a:solidFill>
            </a:endParaRPr>
          </a:p>
        </p:txBody>
      </p:sp>
      <p:sp>
        <p:nvSpPr>
          <p:cNvPr id="15363" name="Rectangle 3">
            <a:extLst>
              <a:ext uri="{FF2B5EF4-FFF2-40B4-BE49-F238E27FC236}">
                <a16:creationId xmlns:a16="http://schemas.microsoft.com/office/drawing/2014/main" id="{CD14EF9E-226A-A200-9761-7D7A8122962A}"/>
              </a:ext>
            </a:extLst>
          </p:cNvPr>
          <p:cNvSpPr>
            <a:spLocks noGrp="1" noChangeArrowheads="1"/>
          </p:cNvSpPr>
          <p:nvPr>
            <p:ph type="subTitle" idx="1"/>
          </p:nvPr>
        </p:nvSpPr>
        <p:spPr>
          <a:xfrm>
            <a:off x="1071563" y="4149725"/>
            <a:ext cx="7143750" cy="1366838"/>
          </a:xfrm>
        </p:spPr>
        <p:txBody>
          <a:bodyPr/>
          <a:lstStyle/>
          <a:p>
            <a:pPr>
              <a:lnSpc>
                <a:spcPct val="100000"/>
              </a:lnSpc>
              <a:defRPr/>
            </a:pPr>
            <a:endParaRPr lang="en-US" altLang="ko-KR" sz="2000" dirty="0">
              <a:solidFill>
                <a:schemeClr val="tx1">
                  <a:lumMod val="50000"/>
                  <a:lumOff val="50000"/>
                </a:schemeClr>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CA53A9EE-6BB5-6E47-1CA2-097A6BE2BCA7}"/>
              </a:ext>
            </a:extLst>
          </p:cNvPr>
          <p:cNvSpPr>
            <a:spLocks noGrp="1" noChangeAspect="1" noChangeArrowheads="1"/>
          </p:cNvSpPr>
          <p:nvPr>
            <p:ph idx="1"/>
          </p:nvPr>
        </p:nvSpPr>
        <p:spPr>
          <a:xfrm>
            <a:off x="457200" y="981075"/>
            <a:ext cx="8229600" cy="5256213"/>
          </a:xfrm>
        </p:spPr>
        <p:txBody>
          <a:bodyPr/>
          <a:lstStyle/>
          <a:p>
            <a:pPr marL="287338" indent="-287338"/>
            <a:r>
              <a:rPr lang="en-US" altLang="ko-KR" sz="2400" dirty="0">
                <a:solidFill>
                  <a:srgbClr val="99CCFF"/>
                </a:solidFill>
              </a:rPr>
              <a:t>Conventional vs. AI Algorithms</a:t>
            </a:r>
          </a:p>
          <a:p>
            <a:pPr marL="287338" indent="-287338"/>
            <a:r>
              <a:rPr lang="en-US" altLang="ko-KR" sz="2400" dirty="0">
                <a:solidFill>
                  <a:srgbClr val="99CCFF"/>
                </a:solidFill>
              </a:rPr>
              <a:t>Local Search Algorithms</a:t>
            </a:r>
          </a:p>
          <a:p>
            <a:pPr marL="287338" indent="-287338"/>
            <a:r>
              <a:rPr lang="en-US" altLang="ko-KR" sz="2400" dirty="0">
                <a:solidFill>
                  <a:srgbClr val="99CCFF"/>
                </a:solidFill>
              </a:rPr>
              <a:t>Genetic Algorithm</a:t>
            </a:r>
          </a:p>
          <a:p>
            <a:pPr marL="287338" indent="-287338"/>
            <a:r>
              <a:rPr lang="en-US" altLang="ko-KR" sz="2400" dirty="0">
                <a:solidFill>
                  <a:srgbClr val="99CCFF"/>
                </a:solidFill>
              </a:rPr>
              <a:t>Implementing Hill-Climbing Algorithms</a:t>
            </a:r>
          </a:p>
          <a:p>
            <a:pPr marL="287338" indent="-287338"/>
            <a:r>
              <a:rPr lang="en-US" altLang="ko-KR" sz="2400" dirty="0">
                <a:solidFill>
                  <a:srgbClr val="99CCFF"/>
                </a:solidFill>
              </a:rPr>
              <a:t>Defining ‘Problem’ Class</a:t>
            </a:r>
          </a:p>
          <a:p>
            <a:pPr marL="287338" indent="-287338"/>
            <a:r>
              <a:rPr lang="en-US" altLang="ko-KR" sz="2400" dirty="0">
                <a:solidFill>
                  <a:srgbClr val="99CCFF"/>
                </a:solidFill>
              </a:rPr>
              <a:t>Adding Gradient Descent</a:t>
            </a:r>
          </a:p>
          <a:p>
            <a:pPr marL="287338" indent="-287338"/>
            <a:r>
              <a:rPr lang="en-US" altLang="ko-KR" sz="2400" dirty="0">
                <a:solidFill>
                  <a:srgbClr val="99CCFF"/>
                </a:solidFill>
              </a:rPr>
              <a:t>Defining ‘</a:t>
            </a:r>
            <a:r>
              <a:rPr lang="en-US" altLang="ko-KR" sz="2400" dirty="0" err="1">
                <a:solidFill>
                  <a:srgbClr val="99CCFF"/>
                </a:solidFill>
              </a:rPr>
              <a:t>HillClimbing</a:t>
            </a:r>
            <a:r>
              <a:rPr lang="en-US" altLang="ko-KR" sz="2400" dirty="0">
                <a:solidFill>
                  <a:srgbClr val="99CCFF"/>
                </a:solidFill>
              </a:rPr>
              <a:t>’ Class</a:t>
            </a:r>
          </a:p>
          <a:p>
            <a:pPr marL="287338" indent="-287338"/>
            <a:r>
              <a:rPr lang="en-US" altLang="ko-KR" sz="2400" dirty="0">
                <a:solidFill>
                  <a:srgbClr val="0033CC"/>
                </a:solidFill>
              </a:rPr>
              <a:t>Adding More Algorithms and Classes</a:t>
            </a:r>
          </a:p>
          <a:p>
            <a:pPr marL="287338" indent="-287338"/>
            <a:r>
              <a:rPr lang="en-US" altLang="ko-KR" sz="2400" dirty="0">
                <a:solidFill>
                  <a:srgbClr val="99CCFF"/>
                </a:solidFill>
              </a:rPr>
              <a:t>Adding Genetic Algorithm</a:t>
            </a:r>
          </a:p>
          <a:p>
            <a:pPr marL="287338" indent="-287338"/>
            <a:r>
              <a:rPr lang="en-US" altLang="ko-KR" sz="2400" dirty="0">
                <a:solidFill>
                  <a:srgbClr val="99CCFF"/>
                </a:solidFill>
              </a:rPr>
              <a:t>Experiments</a:t>
            </a:r>
          </a:p>
        </p:txBody>
      </p:sp>
      <p:sp>
        <p:nvSpPr>
          <p:cNvPr id="7171" name="Rectangle 2">
            <a:extLst>
              <a:ext uri="{FF2B5EF4-FFF2-40B4-BE49-F238E27FC236}">
                <a16:creationId xmlns:a16="http://schemas.microsoft.com/office/drawing/2014/main" id="{CB86DC54-F582-25D4-453E-A649C76B35F3}"/>
              </a:ext>
            </a:extLst>
          </p:cNvPr>
          <p:cNvSpPr>
            <a:spLocks noGrp="1" noChangeArrowheads="1"/>
          </p:cNvSpPr>
          <p:nvPr>
            <p:ph type="title"/>
          </p:nvPr>
        </p:nvSpPr>
        <p:spPr>
          <a:xfrm>
            <a:off x="457200" y="274638"/>
            <a:ext cx="8229600" cy="633412"/>
          </a:xfrm>
        </p:spPr>
        <p:txBody>
          <a:bodyPr/>
          <a:lstStyle/>
          <a:p>
            <a:r>
              <a:rPr lang="en-US" altLang="ko-KR">
                <a:solidFill>
                  <a:srgbClr val="7882AA"/>
                </a:solidFill>
              </a:rPr>
              <a:t>Contents</a:t>
            </a:r>
          </a:p>
        </p:txBody>
      </p:sp>
      <p:sp>
        <p:nvSpPr>
          <p:cNvPr id="18434" name="바닥글 개체 틀 4">
            <a:extLst>
              <a:ext uri="{FF2B5EF4-FFF2-40B4-BE49-F238E27FC236}">
                <a16:creationId xmlns:a16="http://schemas.microsoft.com/office/drawing/2014/main" id="{201B1E86-7C64-C38E-BF46-6E3B99364D5C}"/>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7173" name="슬라이드 번호 개체 틀 1">
            <a:extLst>
              <a:ext uri="{FF2B5EF4-FFF2-40B4-BE49-F238E27FC236}">
                <a16:creationId xmlns:a16="http://schemas.microsoft.com/office/drawing/2014/main" id="{83F1B69F-F82D-7670-D99A-8A45B50A5AFA}"/>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C7B8C151-5BA5-47E1-B038-65F6E3402126}" type="slidenum">
              <a:rPr lang="ko-KR" altLang="en-US" sz="1200">
                <a:solidFill>
                  <a:srgbClr val="898989"/>
                </a:solidFill>
                <a:latin typeface="Book Antiqua" panose="02040602050305030304" pitchFamily="18" charset="0"/>
              </a:rPr>
              <a:pPr>
                <a:lnSpc>
                  <a:spcPct val="100000"/>
                </a:lnSpc>
                <a:spcBef>
                  <a:spcPct val="0"/>
                </a:spcBef>
                <a:buFontTx/>
                <a:buNone/>
              </a:pPr>
              <a:t>2</a:t>
            </a:fld>
            <a:endParaRPr lang="en-US" altLang="ko-KR" sz="1200">
              <a:solidFill>
                <a:srgbClr val="898989"/>
              </a:solidFill>
              <a:latin typeface="Book Antiqua" panose="02040602050305030304" pitchFamily="18" charset="0"/>
            </a:endParaRPr>
          </a:p>
        </p:txBody>
      </p:sp>
      <p:sp>
        <p:nvSpPr>
          <p:cNvPr id="2" name="직사각형 1">
            <a:extLst>
              <a:ext uri="{FF2B5EF4-FFF2-40B4-BE49-F238E27FC236}">
                <a16:creationId xmlns:a16="http://schemas.microsoft.com/office/drawing/2014/main" id="{C1E33491-5C61-4DD2-B847-1C7AF1712C2E}"/>
              </a:ext>
            </a:extLst>
          </p:cNvPr>
          <p:cNvSpPr/>
          <p:nvPr/>
        </p:nvSpPr>
        <p:spPr>
          <a:xfrm>
            <a:off x="457200" y="4581128"/>
            <a:ext cx="5482952" cy="504056"/>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화살표: 오른쪽 2">
            <a:extLst>
              <a:ext uri="{FF2B5EF4-FFF2-40B4-BE49-F238E27FC236}">
                <a16:creationId xmlns:a16="http://schemas.microsoft.com/office/drawing/2014/main" id="{FEE80783-0209-599D-49CA-2C831D6D4CD1}"/>
              </a:ext>
            </a:extLst>
          </p:cNvPr>
          <p:cNvSpPr/>
          <p:nvPr/>
        </p:nvSpPr>
        <p:spPr>
          <a:xfrm rot="10800000">
            <a:off x="6043990" y="4578007"/>
            <a:ext cx="978408" cy="484632"/>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4D2D5C81-FA48-0372-B3A9-B75834299EE3}"/>
              </a:ext>
            </a:extLst>
          </p:cNvPr>
          <p:cNvSpPr>
            <a:spLocks noGrp="1" noChangeAspect="1" noChangeArrowheads="1"/>
          </p:cNvSpPr>
          <p:nvPr>
            <p:ph idx="1"/>
          </p:nvPr>
        </p:nvSpPr>
        <p:spPr>
          <a:xfrm>
            <a:off x="457200" y="981075"/>
            <a:ext cx="8229600" cy="5256213"/>
          </a:xfrm>
        </p:spPr>
        <p:txBody>
          <a:bodyPr/>
          <a:lstStyle/>
          <a:p>
            <a:pPr marL="287338" indent="-287338" eaLnBrk="1" hangingPunct="1"/>
            <a:r>
              <a:rPr lang="en-US" altLang="ko-KR" sz="1800" dirty="0"/>
              <a:t>(TODO) Add</a:t>
            </a:r>
            <a:r>
              <a:rPr lang="ko-KR" altLang="en-US" sz="1800" dirty="0"/>
              <a:t> </a:t>
            </a:r>
            <a:r>
              <a:rPr lang="en-US" altLang="ko-KR" sz="1800" u="sng" dirty="0"/>
              <a:t>3 new</a:t>
            </a:r>
            <a:r>
              <a:rPr lang="ko-KR" altLang="en-US" sz="1800" u="sng" dirty="0"/>
              <a:t> </a:t>
            </a:r>
            <a:r>
              <a:rPr lang="en-US" altLang="ko-KR" sz="1800" u="sng" dirty="0"/>
              <a:t>Search Algorithms</a:t>
            </a:r>
            <a:r>
              <a:rPr lang="en-US" altLang="ko-KR" sz="1800" dirty="0"/>
              <a:t> to the existing code: </a:t>
            </a:r>
          </a:p>
          <a:p>
            <a:pPr marL="611338" lvl="1" indent="-287338" eaLnBrk="1" hangingPunct="1"/>
            <a:endParaRPr lang="en-US" altLang="ko-KR" sz="1800" dirty="0">
              <a:solidFill>
                <a:srgbClr val="0033CC"/>
              </a:solidFill>
            </a:endParaRPr>
          </a:p>
          <a:p>
            <a:pPr marL="611338" lvl="1" indent="-287338" eaLnBrk="1" hangingPunct="1"/>
            <a:r>
              <a:rPr lang="en-US" altLang="ko-KR" sz="1800" dirty="0">
                <a:solidFill>
                  <a:srgbClr val="0033CC"/>
                </a:solidFill>
              </a:rPr>
              <a:t>random-restart</a:t>
            </a:r>
          </a:p>
          <a:p>
            <a:pPr marL="611338" lvl="1" indent="-287338" eaLnBrk="1" hangingPunct="1"/>
            <a:r>
              <a:rPr lang="en-US" altLang="ko-KR" sz="1800" dirty="0">
                <a:solidFill>
                  <a:srgbClr val="0033CC"/>
                </a:solidFill>
              </a:rPr>
              <a:t>stochastic hill climbing</a:t>
            </a:r>
          </a:p>
          <a:p>
            <a:pPr marL="611338" lvl="1" indent="-287338" eaLnBrk="1" hangingPunct="1"/>
            <a:r>
              <a:rPr lang="en-US" altLang="ko-KR" sz="1800" dirty="0">
                <a:solidFill>
                  <a:srgbClr val="0033CC"/>
                </a:solidFill>
              </a:rPr>
              <a:t>simulated annealing</a:t>
            </a:r>
          </a:p>
          <a:p>
            <a:pPr marL="611338" lvl="1" indent="-287338" eaLnBrk="1" hangingPunct="1"/>
            <a:endParaRPr lang="en-US" altLang="ko-KR" sz="1800" dirty="0">
              <a:solidFill>
                <a:srgbClr val="0033CC"/>
              </a:solidFill>
            </a:endParaRPr>
          </a:p>
          <a:p>
            <a:pPr marL="287338" indent="-287338" eaLnBrk="1" hangingPunct="1"/>
            <a:r>
              <a:rPr lang="en-US" altLang="ko-KR" sz="1800" dirty="0"/>
              <a:t>(TODO) Also, modify the </a:t>
            </a:r>
            <a:r>
              <a:rPr lang="en-US" altLang="ko-KR" sz="1800" dirty="0">
                <a:solidFill>
                  <a:srgbClr val="0033CC"/>
                </a:solidFill>
              </a:rPr>
              <a:t>class structure</a:t>
            </a:r>
            <a:r>
              <a:rPr lang="en-US" altLang="ko-KR" sz="1800" dirty="0"/>
              <a:t> for expandability/extensibility</a:t>
            </a:r>
          </a:p>
          <a:p>
            <a:pPr marL="611338" lvl="1" indent="-287338" eaLnBrk="1" hangingPunct="1"/>
            <a:r>
              <a:rPr lang="en-US" altLang="ko-KR" sz="1600" dirty="0"/>
              <a:t>To easily add </a:t>
            </a:r>
            <a:r>
              <a:rPr lang="en-US" altLang="ko-KR" sz="1600" dirty="0">
                <a:solidFill>
                  <a:srgbClr val="0033CC"/>
                </a:solidFill>
              </a:rPr>
              <a:t>diverse types of algorithm</a:t>
            </a:r>
          </a:p>
          <a:p>
            <a:pPr marL="611338" lvl="1" indent="-287338" eaLnBrk="1" hangingPunct="1"/>
            <a:endParaRPr lang="en-US" altLang="ko-KR" sz="1800" dirty="0">
              <a:solidFill>
                <a:srgbClr val="0033CC"/>
              </a:solidFill>
            </a:endParaRPr>
          </a:p>
        </p:txBody>
      </p:sp>
      <p:sp>
        <p:nvSpPr>
          <p:cNvPr id="9219" name="Rectangle 2">
            <a:extLst>
              <a:ext uri="{FF2B5EF4-FFF2-40B4-BE49-F238E27FC236}">
                <a16:creationId xmlns:a16="http://schemas.microsoft.com/office/drawing/2014/main" id="{DA1780E7-0B28-7B70-C79F-D3160A7C60F2}"/>
              </a:ext>
            </a:extLst>
          </p:cNvPr>
          <p:cNvSpPr>
            <a:spLocks noGrp="1" noChangeArrowheads="1"/>
          </p:cNvSpPr>
          <p:nvPr>
            <p:ph type="title"/>
          </p:nvPr>
        </p:nvSpPr>
        <p:spPr>
          <a:xfrm>
            <a:off x="457200" y="274638"/>
            <a:ext cx="8229600" cy="633412"/>
          </a:xfrm>
        </p:spPr>
        <p:txBody>
          <a:bodyPr/>
          <a:lstStyle/>
          <a:p>
            <a:r>
              <a:rPr lang="en-US" altLang="ko-KR">
                <a:solidFill>
                  <a:srgbClr val="0033CC"/>
                </a:solidFill>
              </a:rPr>
              <a:t>Adding More Algorithms and Classes</a:t>
            </a:r>
          </a:p>
        </p:txBody>
      </p:sp>
      <p:sp>
        <p:nvSpPr>
          <p:cNvPr id="18434" name="바닥글 개체 틀 4">
            <a:extLst>
              <a:ext uri="{FF2B5EF4-FFF2-40B4-BE49-F238E27FC236}">
                <a16:creationId xmlns:a16="http://schemas.microsoft.com/office/drawing/2014/main" id="{9FB480D7-624C-8623-DFBF-0D27BCB9452B}"/>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9221" name="슬라이드 번호 개체 틀 8">
            <a:extLst>
              <a:ext uri="{FF2B5EF4-FFF2-40B4-BE49-F238E27FC236}">
                <a16:creationId xmlns:a16="http://schemas.microsoft.com/office/drawing/2014/main" id="{BF63E5B7-F6F3-E1D0-8085-43D057CA2F4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B60E5D6-F3AC-45C6-8E6E-C895350FC0C1}" type="slidenum">
              <a:rPr lang="ko-KR" altLang="en-US" sz="1200">
                <a:solidFill>
                  <a:srgbClr val="898989"/>
                </a:solidFill>
                <a:latin typeface="Book Antiqua" panose="02040602050305030304" pitchFamily="18" charset="0"/>
              </a:rPr>
              <a:pPr>
                <a:lnSpc>
                  <a:spcPct val="100000"/>
                </a:lnSpc>
                <a:spcBef>
                  <a:spcPct val="0"/>
                </a:spcBef>
                <a:buFontTx/>
                <a:buNone/>
              </a:pPr>
              <a:t>3</a:t>
            </a:fld>
            <a:endParaRPr lang="en-US" altLang="ko-KR" sz="1200">
              <a:solidFill>
                <a:srgbClr val="898989"/>
              </a:solidFill>
              <a:latin typeface="Book Antiqua" panose="02040602050305030304" pitchFamily="18" charset="0"/>
            </a:endParaRPr>
          </a:p>
        </p:txBody>
      </p:sp>
      <p:sp>
        <p:nvSpPr>
          <p:cNvPr id="3" name="오른쪽 중괄호 2">
            <a:extLst>
              <a:ext uri="{FF2B5EF4-FFF2-40B4-BE49-F238E27FC236}">
                <a16:creationId xmlns:a16="http://schemas.microsoft.com/office/drawing/2014/main" id="{FAE9407A-5910-5DF0-5DE6-E99F7E27F621}"/>
              </a:ext>
            </a:extLst>
          </p:cNvPr>
          <p:cNvSpPr/>
          <p:nvPr/>
        </p:nvSpPr>
        <p:spPr>
          <a:xfrm>
            <a:off x="3707904" y="1916832"/>
            <a:ext cx="144016" cy="864096"/>
          </a:xfrm>
          <a:prstGeom prst="rightBrace">
            <a:avLst>
              <a:gd name="adj1" fmla="val 48016"/>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4E0B1954-9145-D46B-E603-CC61ECAF2B77}"/>
              </a:ext>
            </a:extLst>
          </p:cNvPr>
          <p:cNvSpPr txBox="1"/>
          <p:nvPr/>
        </p:nvSpPr>
        <p:spPr>
          <a:xfrm>
            <a:off x="3856016" y="2118047"/>
            <a:ext cx="1694591" cy="461665"/>
          </a:xfrm>
          <a:prstGeom prst="rect">
            <a:avLst/>
          </a:prstGeom>
          <a:noFill/>
        </p:spPr>
        <p:txBody>
          <a:bodyPr wrap="square">
            <a:spAutoFit/>
          </a:bodyPr>
          <a:lstStyle/>
          <a:p>
            <a:r>
              <a:rPr lang="en-US" altLang="ko-KR" sz="1200" i="1" dirty="0">
                <a:latin typeface="나눔스퀘어_ac" panose="020B0600000101010101" pitchFamily="50" charset="-127"/>
                <a:ea typeface="나눔스퀘어_ac" panose="020B0600000101010101" pitchFamily="50" charset="-127"/>
              </a:rPr>
              <a:t>Code implementation will be covered </a:t>
            </a:r>
            <a:endParaRPr lang="ko-KR" altLang="en-US" sz="1200" dirty="0">
              <a:latin typeface="나눔스퀘어_ac" panose="020B0600000101010101" pitchFamily="50" charset="-127"/>
              <a:ea typeface="나눔스퀘어_ac" panose="020B0600000101010101" pitchFamily="50" charset="-12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161ADA-C196-47BB-97DA-82F9D2409DAF}"/>
              </a:ext>
            </a:extLst>
          </p:cNvPr>
          <p:cNvSpPr>
            <a:spLocks noGrp="1"/>
          </p:cNvSpPr>
          <p:nvPr>
            <p:ph type="title"/>
          </p:nvPr>
        </p:nvSpPr>
        <p:spPr/>
        <p:txBody>
          <a:bodyPr/>
          <a:lstStyle/>
          <a:p>
            <a:r>
              <a:rPr lang="en-US" altLang="ko-KR" dirty="0"/>
              <a:t>Review</a:t>
            </a:r>
            <a:r>
              <a:rPr lang="ko-KR" altLang="en-US" dirty="0"/>
              <a:t> </a:t>
            </a:r>
            <a:r>
              <a:rPr lang="en-US" altLang="ko-KR" dirty="0"/>
              <a:t>(1/2)</a:t>
            </a:r>
            <a:endParaRPr lang="ko-KR" altLang="en-US" dirty="0"/>
          </a:p>
        </p:txBody>
      </p:sp>
      <p:sp>
        <p:nvSpPr>
          <p:cNvPr id="3" name="내용 개체 틀 2">
            <a:extLst>
              <a:ext uri="{FF2B5EF4-FFF2-40B4-BE49-F238E27FC236}">
                <a16:creationId xmlns:a16="http://schemas.microsoft.com/office/drawing/2014/main" id="{42F6CCCF-DF25-46FC-B5BA-C47BC4930B3A}"/>
              </a:ext>
            </a:extLst>
          </p:cNvPr>
          <p:cNvSpPr>
            <a:spLocks noGrp="1"/>
          </p:cNvSpPr>
          <p:nvPr>
            <p:ph idx="1"/>
          </p:nvPr>
        </p:nvSpPr>
        <p:spPr/>
        <p:txBody>
          <a:bodyPr/>
          <a:lstStyle/>
          <a:p>
            <a:r>
              <a:rPr lang="en-US" altLang="ko-KR" sz="1800" dirty="0"/>
              <a:t>From</a:t>
            </a:r>
            <a:r>
              <a:rPr lang="ko-KR" altLang="en-US" sz="1800" dirty="0"/>
              <a:t> </a:t>
            </a:r>
            <a:r>
              <a:rPr lang="en-US" altLang="ko-KR" sz="1800" dirty="0"/>
              <a:t>09 Search Algorithm (A) previously...</a:t>
            </a:r>
          </a:p>
          <a:p>
            <a:pPr lvl="1"/>
            <a:r>
              <a:rPr lang="en-US" altLang="ko-KR" sz="1600" dirty="0"/>
              <a:t>Search algorithms derived from</a:t>
            </a:r>
            <a:r>
              <a:rPr lang="ko-KR" altLang="en-US" sz="1600" dirty="0"/>
              <a:t> </a:t>
            </a:r>
            <a:r>
              <a:rPr lang="en-US" altLang="ko-KR" sz="1600" dirty="0"/>
              <a:t>Hill Climbing (= steepest ascent) :</a:t>
            </a:r>
          </a:p>
          <a:p>
            <a:pPr lvl="2" eaLnBrk="1" hangingPunct="1">
              <a:defRPr/>
            </a:pPr>
            <a:r>
              <a:rPr lang="en-US" altLang="ko-KR" sz="1400" dirty="0">
                <a:solidFill>
                  <a:srgbClr val="990033"/>
                </a:solidFill>
              </a:rPr>
              <a:t>Stochastic hill </a:t>
            </a:r>
            <a:r>
              <a:rPr lang="en-US" altLang="ko-KR" sz="1400" dirty="0">
                <a:solidFill>
                  <a:srgbClr val="9F0F3F"/>
                </a:solidFill>
              </a:rPr>
              <a:t>climbing</a:t>
            </a:r>
            <a:r>
              <a:rPr lang="en-US" altLang="ko-KR" sz="1400" dirty="0"/>
              <a:t>:</a:t>
            </a:r>
          </a:p>
          <a:p>
            <a:pPr lvl="3" eaLnBrk="1" hangingPunct="1">
              <a:defRPr/>
            </a:pPr>
            <a:r>
              <a:rPr lang="en-US" altLang="ko-KR" sz="1200" dirty="0"/>
              <a:t>Chooses at random from among the uphill moves with probability proportional to steepness </a:t>
            </a:r>
          </a:p>
          <a:p>
            <a:pPr lvl="3" eaLnBrk="1" hangingPunct="1">
              <a:defRPr/>
            </a:pPr>
            <a:r>
              <a:rPr lang="en-US" sz="1200" dirty="0"/>
              <a:t>Assigns probability to each candidate state/solution proportional to its steepness (gradient), and selects one based on this </a:t>
            </a:r>
            <a:r>
              <a:rPr lang="en-US" sz="1200" u="sng" dirty="0"/>
              <a:t>probability</a:t>
            </a:r>
            <a:r>
              <a:rPr lang="en-US" sz="1200" dirty="0"/>
              <a:t>.</a:t>
            </a:r>
            <a:endParaRPr lang="en-US" altLang="ko-KR" sz="1200" dirty="0">
              <a:latin typeface="나눔스퀘어_ac" panose="020B0600000101010101" pitchFamily="50" charset="-127"/>
              <a:ea typeface="나눔스퀘어_ac" panose="020B0600000101010101" pitchFamily="50" charset="-127"/>
            </a:endParaRPr>
          </a:p>
          <a:p>
            <a:pPr lvl="3" eaLnBrk="1" hangingPunct="1">
              <a:defRPr/>
            </a:pPr>
            <a:r>
              <a:rPr lang="en-US" altLang="ko-KR" sz="1200" dirty="0"/>
              <a:t>The rest of the process is the same as First-Choice.</a:t>
            </a:r>
          </a:p>
          <a:p>
            <a:pPr lvl="2" eaLnBrk="1" hangingPunct="1">
              <a:defRPr/>
            </a:pPr>
            <a:r>
              <a:rPr lang="en-US" altLang="ko-KR" sz="1400" dirty="0">
                <a:solidFill>
                  <a:srgbClr val="990033"/>
                </a:solidFill>
              </a:rPr>
              <a:t>Random-restart hill climbing</a:t>
            </a:r>
            <a:r>
              <a:rPr lang="en-US" altLang="ko-KR" sz="1400" dirty="0"/>
              <a:t>:</a:t>
            </a:r>
          </a:p>
          <a:p>
            <a:pPr lvl="3" eaLnBrk="1" hangingPunct="1">
              <a:defRPr/>
            </a:pPr>
            <a:r>
              <a:rPr lang="en-US" altLang="ko-KR" sz="1200" dirty="0"/>
              <a:t>Conducts a series of hill-climbing searches from randomly generated initial states</a:t>
            </a:r>
          </a:p>
          <a:p>
            <a:pPr lvl="3" eaLnBrk="1" hangingPunct="1">
              <a:defRPr/>
            </a:pPr>
            <a:r>
              <a:rPr lang="en-US" sz="1200" dirty="0"/>
              <a:t>Repeats hill-climbing multiple times by varying the </a:t>
            </a:r>
            <a:r>
              <a:rPr lang="en-US" sz="1200" i="1" dirty="0"/>
              <a:t>starting point </a:t>
            </a:r>
            <a:r>
              <a:rPr lang="en-US" sz="1200" dirty="0"/>
              <a:t>(initial state), and selects the best solution among them</a:t>
            </a:r>
            <a:endParaRPr lang="en-US" altLang="ko-KR" sz="1200" dirty="0"/>
          </a:p>
          <a:p>
            <a:pPr lvl="2" eaLnBrk="1" hangingPunct="1">
              <a:defRPr/>
            </a:pPr>
            <a:r>
              <a:rPr lang="en-US" altLang="ko-KR" sz="1400" dirty="0">
                <a:solidFill>
                  <a:srgbClr val="990033"/>
                </a:solidFill>
              </a:rPr>
              <a:t>First-choice </a:t>
            </a:r>
            <a:r>
              <a:rPr lang="en-US" altLang="ko-KR" sz="1400" dirty="0">
                <a:solidFill>
                  <a:srgbClr val="0033CC"/>
                </a:solidFill>
              </a:rPr>
              <a:t>(simple)</a:t>
            </a:r>
            <a:r>
              <a:rPr lang="en-US" altLang="ko-KR" sz="1400" dirty="0">
                <a:solidFill>
                  <a:srgbClr val="990033"/>
                </a:solidFill>
              </a:rPr>
              <a:t> hill climbing</a:t>
            </a:r>
            <a:r>
              <a:rPr lang="en-US" altLang="ko-KR" sz="1400" dirty="0"/>
              <a:t>:</a:t>
            </a:r>
          </a:p>
          <a:p>
            <a:pPr lvl="3" eaLnBrk="1" hangingPunct="1">
              <a:defRPr/>
            </a:pPr>
            <a:r>
              <a:rPr lang="en-US" altLang="ko-KR" sz="1200" dirty="0"/>
              <a:t>Generates successors randomly until one is found that is better than the current state</a:t>
            </a:r>
          </a:p>
          <a:p>
            <a:pPr lvl="3" eaLnBrk="1" hangingPunct="1">
              <a:defRPr/>
            </a:pPr>
            <a:r>
              <a:rPr lang="en-US" altLang="ko-KR" sz="1200" u="sng" dirty="0"/>
              <a:t>Randomly selects a candidate state</a:t>
            </a:r>
            <a:r>
              <a:rPr lang="en-US" altLang="ko-KR" sz="1200" dirty="0"/>
              <a:t> and selects it if it is better than the </a:t>
            </a:r>
            <a:r>
              <a:rPr lang="en-US" altLang="ko-KR" sz="1200" dirty="0">
                <a:latin typeface="Consolas" panose="020B0609020204030204" pitchFamily="49" charset="0"/>
              </a:rPr>
              <a:t>current state</a:t>
            </a:r>
            <a:r>
              <a:rPr lang="en-US" altLang="ko-KR" sz="1200" dirty="0"/>
              <a:t> (simple calculation).</a:t>
            </a:r>
          </a:p>
          <a:p>
            <a:pPr lvl="2" eaLnBrk="1" hangingPunct="1">
              <a:defRPr/>
            </a:pPr>
            <a:endParaRPr lang="en-US" altLang="ko-KR" sz="1400" dirty="0"/>
          </a:p>
          <a:p>
            <a:pPr lvl="2"/>
            <a:endParaRPr lang="ko-KR" altLang="en-US" sz="1800" dirty="0"/>
          </a:p>
        </p:txBody>
      </p:sp>
      <p:sp>
        <p:nvSpPr>
          <p:cNvPr id="4" name="바닥글 개체 틀 3">
            <a:extLst>
              <a:ext uri="{FF2B5EF4-FFF2-40B4-BE49-F238E27FC236}">
                <a16:creationId xmlns:a16="http://schemas.microsoft.com/office/drawing/2014/main" id="{2B1804EA-88EC-4C88-BF4A-91DF09235A8E}"/>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5" name="슬라이드 번호 개체 틀 4">
            <a:extLst>
              <a:ext uri="{FF2B5EF4-FFF2-40B4-BE49-F238E27FC236}">
                <a16:creationId xmlns:a16="http://schemas.microsoft.com/office/drawing/2014/main" id="{CB9DFF6B-FCE3-49E9-A644-243B60E56E4D}"/>
              </a:ext>
            </a:extLst>
          </p:cNvPr>
          <p:cNvSpPr>
            <a:spLocks noGrp="1"/>
          </p:cNvSpPr>
          <p:nvPr>
            <p:ph type="sldNum" sz="quarter" idx="11"/>
          </p:nvPr>
        </p:nvSpPr>
        <p:spPr/>
        <p:txBody>
          <a:bodyPr/>
          <a:lstStyle/>
          <a:p>
            <a:fld id="{D23E0CB1-4BC8-4E84-BEA7-51F2FD8D65B1}" type="slidenum">
              <a:rPr lang="ko-KR" altLang="en-US" smtClean="0"/>
              <a:pPr/>
              <a:t>4</a:t>
            </a:fld>
            <a:endParaRPr lang="en-US" altLang="ko-KR"/>
          </a:p>
        </p:txBody>
      </p:sp>
      <p:sp>
        <p:nvSpPr>
          <p:cNvPr id="6" name="직사각형 5">
            <a:extLst>
              <a:ext uri="{FF2B5EF4-FFF2-40B4-BE49-F238E27FC236}">
                <a16:creationId xmlns:a16="http://schemas.microsoft.com/office/drawing/2014/main" id="{6F822233-1E0F-4B1A-825A-279721D2FEC8}"/>
              </a:ext>
            </a:extLst>
          </p:cNvPr>
          <p:cNvSpPr/>
          <p:nvPr/>
        </p:nvSpPr>
        <p:spPr>
          <a:xfrm>
            <a:off x="1033707" y="1729089"/>
            <a:ext cx="7657805" cy="23142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8529344D-2067-4415-A8EE-F297E76738D2}"/>
              </a:ext>
            </a:extLst>
          </p:cNvPr>
          <p:cNvSpPr/>
          <p:nvPr/>
        </p:nvSpPr>
        <p:spPr>
          <a:xfrm>
            <a:off x="105998" y="4091062"/>
            <a:ext cx="852293" cy="634082"/>
          </a:xfrm>
          <a:prstGeom prst="rect">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200" dirty="0">
                <a:solidFill>
                  <a:schemeClr val="tx1"/>
                </a:solidFill>
              </a:rPr>
              <a:t>Already implemented</a:t>
            </a:r>
            <a:endParaRPr lang="ko-KR" altLang="en-US" sz="1200" dirty="0">
              <a:solidFill>
                <a:schemeClr val="tx1"/>
              </a:solidFill>
            </a:endParaRPr>
          </a:p>
        </p:txBody>
      </p:sp>
      <p:sp>
        <p:nvSpPr>
          <p:cNvPr id="8" name="직사각형 7">
            <a:extLst>
              <a:ext uri="{FF2B5EF4-FFF2-40B4-BE49-F238E27FC236}">
                <a16:creationId xmlns:a16="http://schemas.microsoft.com/office/drawing/2014/main" id="{A7C93886-E3E3-423B-BBF4-ABAEBDB11684}"/>
              </a:ext>
            </a:extLst>
          </p:cNvPr>
          <p:cNvSpPr/>
          <p:nvPr/>
        </p:nvSpPr>
        <p:spPr>
          <a:xfrm>
            <a:off x="105998" y="1718853"/>
            <a:ext cx="852293" cy="2314206"/>
          </a:xfrm>
          <a:prstGeom prst="rect">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200" dirty="0">
                <a:solidFill>
                  <a:srgbClr val="FF0000"/>
                </a:solidFill>
              </a:rPr>
              <a:t>New algorithm to be implemented</a:t>
            </a:r>
            <a:endParaRPr lang="ko-KR" altLang="en-US" sz="1200" dirty="0">
              <a:solidFill>
                <a:srgbClr val="FF0000"/>
              </a:solidFill>
            </a:endParaRPr>
          </a:p>
        </p:txBody>
      </p:sp>
    </p:spTree>
    <p:extLst>
      <p:ext uri="{BB962C8B-B14F-4D97-AF65-F5344CB8AC3E}">
        <p14:creationId xmlns:p14="http://schemas.microsoft.com/office/powerpoint/2010/main" val="3909985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161ADA-C196-47BB-97DA-82F9D2409DAF}"/>
              </a:ext>
            </a:extLst>
          </p:cNvPr>
          <p:cNvSpPr>
            <a:spLocks noGrp="1"/>
          </p:cNvSpPr>
          <p:nvPr>
            <p:ph type="title"/>
          </p:nvPr>
        </p:nvSpPr>
        <p:spPr/>
        <p:txBody>
          <a:bodyPr/>
          <a:lstStyle/>
          <a:p>
            <a:r>
              <a:rPr lang="en-US" altLang="ko-KR" dirty="0"/>
              <a:t>Review</a:t>
            </a:r>
            <a:r>
              <a:rPr lang="ko-KR" altLang="en-US" dirty="0"/>
              <a:t> </a:t>
            </a:r>
            <a:r>
              <a:rPr lang="en-US" altLang="ko-KR" dirty="0"/>
              <a:t>(2/2)</a:t>
            </a:r>
            <a:endParaRPr lang="ko-KR" altLang="en-US" dirty="0"/>
          </a:p>
        </p:txBody>
      </p:sp>
      <p:sp>
        <p:nvSpPr>
          <p:cNvPr id="3" name="내용 개체 틀 2">
            <a:extLst>
              <a:ext uri="{FF2B5EF4-FFF2-40B4-BE49-F238E27FC236}">
                <a16:creationId xmlns:a16="http://schemas.microsoft.com/office/drawing/2014/main" id="{42F6CCCF-DF25-46FC-B5BA-C47BC4930B3A}"/>
              </a:ext>
            </a:extLst>
          </p:cNvPr>
          <p:cNvSpPr>
            <a:spLocks noGrp="1"/>
          </p:cNvSpPr>
          <p:nvPr>
            <p:ph idx="1"/>
          </p:nvPr>
        </p:nvSpPr>
        <p:spPr/>
        <p:txBody>
          <a:bodyPr/>
          <a:lstStyle/>
          <a:p>
            <a:pPr latinLnBrk="0"/>
            <a:r>
              <a:rPr lang="en-US" altLang="ko-KR" sz="1800" dirty="0"/>
              <a:t>From</a:t>
            </a:r>
            <a:r>
              <a:rPr lang="ko-KR" altLang="en-US" sz="1800" dirty="0"/>
              <a:t> </a:t>
            </a:r>
            <a:r>
              <a:rPr lang="en-US" altLang="ko-KR" sz="1800" dirty="0"/>
              <a:t>09 Search Algorithm (A) previously...</a:t>
            </a:r>
          </a:p>
          <a:p>
            <a:pPr lvl="1" latinLnBrk="0"/>
            <a:r>
              <a:rPr lang="en-US" altLang="ko-KR" sz="1600" dirty="0">
                <a:solidFill>
                  <a:srgbClr val="990033"/>
                </a:solidFill>
              </a:rPr>
              <a:t>Simulated Annealing Search Algorithm:</a:t>
            </a:r>
          </a:p>
          <a:p>
            <a:pPr lvl="2" latinLnBrk="0"/>
            <a:r>
              <a:rPr lang="en-US" sz="1400" dirty="0"/>
              <a:t>Selects a </a:t>
            </a:r>
            <a:r>
              <a:rPr lang="en-US" sz="1400" i="1" dirty="0"/>
              <a:t>bad solution</a:t>
            </a:r>
            <a:r>
              <a:rPr lang="en-US" sz="1400" dirty="0"/>
              <a:t> with a </a:t>
            </a:r>
            <a:r>
              <a:rPr lang="en-US" sz="1400" b="1" dirty="0"/>
              <a:t>random probability</a:t>
            </a:r>
            <a:r>
              <a:rPr lang="en-US" sz="1400" dirty="0"/>
              <a:t> and, through this, can find a </a:t>
            </a:r>
            <a:r>
              <a:rPr lang="en-US" sz="1400" b="1" dirty="0"/>
              <a:t>better solution</a:t>
            </a:r>
            <a:r>
              <a:rPr lang="en-US" sz="1400" dirty="0"/>
              <a:t>.</a:t>
            </a:r>
          </a:p>
          <a:p>
            <a:pPr lvl="2" latinLnBrk="0"/>
            <a:r>
              <a:rPr lang="en-US" sz="1400" b="1" dirty="0"/>
              <a:t>Note:</a:t>
            </a:r>
            <a:r>
              <a:rPr lang="en-US" sz="1400" dirty="0"/>
              <a:t> </a:t>
            </a:r>
            <a:r>
              <a:rPr lang="en-US" sz="1400" i="1" dirty="0"/>
              <a:t>Gradually reduce</a:t>
            </a:r>
            <a:r>
              <a:rPr lang="en-US" sz="1400" dirty="0"/>
              <a:t> the probability of selecting a bad solution.</a:t>
            </a:r>
            <a:endParaRPr lang="en-US" altLang="ko-KR" sz="1600" dirty="0"/>
          </a:p>
          <a:p>
            <a:pPr lvl="2" eaLnBrk="1" latinLnBrk="0" hangingPunct="1">
              <a:defRPr/>
            </a:pPr>
            <a:endParaRPr lang="en-US" altLang="ko-KR" sz="1400" dirty="0"/>
          </a:p>
          <a:p>
            <a:pPr lvl="2" latinLnBrk="0"/>
            <a:endParaRPr lang="ko-KR" altLang="en-US" sz="1800" dirty="0"/>
          </a:p>
        </p:txBody>
      </p:sp>
      <p:sp>
        <p:nvSpPr>
          <p:cNvPr id="4" name="바닥글 개체 틀 3">
            <a:extLst>
              <a:ext uri="{FF2B5EF4-FFF2-40B4-BE49-F238E27FC236}">
                <a16:creationId xmlns:a16="http://schemas.microsoft.com/office/drawing/2014/main" id="{2B1804EA-88EC-4C88-BF4A-91DF09235A8E}"/>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5" name="슬라이드 번호 개체 틀 4">
            <a:extLst>
              <a:ext uri="{FF2B5EF4-FFF2-40B4-BE49-F238E27FC236}">
                <a16:creationId xmlns:a16="http://schemas.microsoft.com/office/drawing/2014/main" id="{CB9DFF6B-FCE3-49E9-A644-243B60E56E4D}"/>
              </a:ext>
            </a:extLst>
          </p:cNvPr>
          <p:cNvSpPr>
            <a:spLocks noGrp="1"/>
          </p:cNvSpPr>
          <p:nvPr>
            <p:ph type="sldNum" sz="quarter" idx="11"/>
          </p:nvPr>
        </p:nvSpPr>
        <p:spPr/>
        <p:txBody>
          <a:bodyPr/>
          <a:lstStyle/>
          <a:p>
            <a:fld id="{D23E0CB1-4BC8-4E84-BEA7-51F2FD8D65B1}" type="slidenum">
              <a:rPr lang="ko-KR" altLang="en-US" smtClean="0"/>
              <a:pPr/>
              <a:t>5</a:t>
            </a:fld>
            <a:endParaRPr lang="en-US" altLang="ko-KR"/>
          </a:p>
        </p:txBody>
      </p:sp>
      <p:sp>
        <p:nvSpPr>
          <p:cNvPr id="7" name="직사각형 6">
            <a:extLst>
              <a:ext uri="{FF2B5EF4-FFF2-40B4-BE49-F238E27FC236}">
                <a16:creationId xmlns:a16="http://schemas.microsoft.com/office/drawing/2014/main" id="{F02E8646-4789-404F-AE9C-9C159265C55F}"/>
              </a:ext>
            </a:extLst>
          </p:cNvPr>
          <p:cNvSpPr/>
          <p:nvPr/>
        </p:nvSpPr>
        <p:spPr>
          <a:xfrm>
            <a:off x="1033707" y="1729088"/>
            <a:ext cx="7657805" cy="46717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D75A5B41-3EBF-4868-B50D-BF9791936EF3}"/>
              </a:ext>
            </a:extLst>
          </p:cNvPr>
          <p:cNvSpPr/>
          <p:nvPr/>
        </p:nvSpPr>
        <p:spPr>
          <a:xfrm>
            <a:off x="105998" y="1718853"/>
            <a:ext cx="852293" cy="4681946"/>
          </a:xfrm>
          <a:prstGeom prst="rect">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200" dirty="0">
                <a:solidFill>
                  <a:srgbClr val="FF0000"/>
                </a:solidFill>
              </a:rPr>
              <a:t>New algorithm to be implemented</a:t>
            </a:r>
            <a:endParaRPr lang="ko-KR" altLang="en-US" sz="1200" dirty="0">
              <a:solidFill>
                <a:srgbClr val="FF0000"/>
              </a:solidFill>
            </a:endParaRPr>
          </a:p>
        </p:txBody>
      </p:sp>
      <p:pic>
        <p:nvPicPr>
          <p:cNvPr id="10" name="Picture 9">
            <a:extLst>
              <a:ext uri="{FF2B5EF4-FFF2-40B4-BE49-F238E27FC236}">
                <a16:creationId xmlns:a16="http://schemas.microsoft.com/office/drawing/2014/main" id="{B49A7816-343D-B211-BD61-BEE6958E7135}"/>
              </a:ext>
            </a:extLst>
          </p:cNvPr>
          <p:cNvPicPr>
            <a:picLocks noChangeAspect="1"/>
          </p:cNvPicPr>
          <p:nvPr/>
        </p:nvPicPr>
        <p:blipFill>
          <a:blip r:embed="rId2"/>
          <a:stretch>
            <a:fillRect/>
          </a:stretch>
        </p:blipFill>
        <p:spPr>
          <a:xfrm>
            <a:off x="1331714" y="2571848"/>
            <a:ext cx="6480572" cy="3737472"/>
          </a:xfrm>
          <a:prstGeom prst="rect">
            <a:avLst/>
          </a:prstGeom>
        </p:spPr>
      </p:pic>
    </p:spTree>
    <p:extLst>
      <p:ext uri="{BB962C8B-B14F-4D97-AF65-F5344CB8AC3E}">
        <p14:creationId xmlns:p14="http://schemas.microsoft.com/office/powerpoint/2010/main" val="2229294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4D2D5C81-FA48-0372-B3A9-B75834299EE3}"/>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altLang="ko-KR" sz="1600" dirty="0"/>
              <a:t>(TODO) Add</a:t>
            </a:r>
            <a:r>
              <a:rPr lang="ko-KR" altLang="en-US" sz="1600" dirty="0"/>
              <a:t> </a:t>
            </a:r>
            <a:r>
              <a:rPr lang="en-US" altLang="ko-KR" sz="1600" u="sng" dirty="0"/>
              <a:t>3 new</a:t>
            </a:r>
            <a:r>
              <a:rPr lang="ko-KR" altLang="en-US" sz="1600" u="sng" dirty="0"/>
              <a:t> </a:t>
            </a:r>
            <a:r>
              <a:rPr lang="en-US" altLang="ko-KR" sz="1600" u="sng" dirty="0"/>
              <a:t>Search Algorithms</a:t>
            </a:r>
            <a:r>
              <a:rPr lang="en-US" altLang="ko-KR" sz="1600" dirty="0"/>
              <a:t> to the existing code: </a:t>
            </a:r>
            <a:r>
              <a:rPr lang="en-US" altLang="ko-KR" sz="1600" dirty="0">
                <a:solidFill>
                  <a:srgbClr val="0033CC"/>
                </a:solidFill>
              </a:rPr>
              <a:t>stochastic hill climbing</a:t>
            </a:r>
            <a:r>
              <a:rPr lang="en-US" altLang="ko-KR" sz="1600" dirty="0"/>
              <a:t>, </a:t>
            </a:r>
            <a:r>
              <a:rPr lang="en-US" altLang="ko-KR" sz="1600" dirty="0">
                <a:solidFill>
                  <a:srgbClr val="0033CC"/>
                </a:solidFill>
              </a:rPr>
              <a:t>random-restart</a:t>
            </a:r>
            <a:r>
              <a:rPr lang="en-US" altLang="ko-KR" sz="1600" dirty="0"/>
              <a:t>, </a:t>
            </a:r>
            <a:r>
              <a:rPr lang="en-US" altLang="ko-KR" sz="1600" dirty="0">
                <a:solidFill>
                  <a:srgbClr val="0033CC"/>
                </a:solidFill>
              </a:rPr>
              <a:t>simulated annealing</a:t>
            </a:r>
          </a:p>
          <a:p>
            <a:pPr marL="611188" lvl="1" indent="-287338" eaLnBrk="1" latinLnBrk="0" hangingPunct="1"/>
            <a:r>
              <a:rPr lang="en-US" sz="1400" i="1" dirty="0"/>
              <a:t>stochastic HC</a:t>
            </a:r>
            <a:r>
              <a:rPr lang="en-US" sz="1400" dirty="0"/>
              <a:t> and </a:t>
            </a:r>
            <a:r>
              <a:rPr lang="en-US" sz="1400" i="1" dirty="0"/>
              <a:t>random-restart</a:t>
            </a:r>
            <a:r>
              <a:rPr lang="en-US" sz="1400" dirty="0"/>
              <a:t> are algorithms derived from </a:t>
            </a:r>
            <a:r>
              <a:rPr lang="en-US" sz="1400" b="1" dirty="0"/>
              <a:t>Hill Climbing</a:t>
            </a:r>
            <a:r>
              <a:rPr lang="en-US" sz="1400" dirty="0"/>
              <a:t>.</a:t>
            </a:r>
            <a:r>
              <a:rPr lang="en-US" altLang="ko-KR" sz="1400" dirty="0"/>
              <a:t>. </a:t>
            </a:r>
            <a:br>
              <a:rPr lang="en-US" altLang="ko-KR" sz="1400" dirty="0"/>
            </a:br>
            <a:r>
              <a:rPr lang="en-US" altLang="ko-KR" sz="1400" dirty="0"/>
              <a:t>In contrast, </a:t>
            </a:r>
            <a:r>
              <a:rPr lang="en-US" altLang="ko-KR" sz="1400" i="1" dirty="0"/>
              <a:t>simulated annealing</a:t>
            </a:r>
            <a:r>
              <a:rPr lang="en-US" altLang="ko-KR" sz="1400" dirty="0"/>
              <a:t> is a type of Meta-Heuristics algorithm.</a:t>
            </a:r>
          </a:p>
          <a:p>
            <a:pPr marL="899188" lvl="2" indent="-287338" eaLnBrk="1" latinLnBrk="0" hangingPunct="1"/>
            <a:r>
              <a:rPr lang="en-US" altLang="ko-KR" sz="1400" dirty="0"/>
              <a:t>Summary of solution algorithm types:</a:t>
            </a:r>
          </a:p>
          <a:p>
            <a:pPr marL="1079188" lvl="3" indent="-287338" eaLnBrk="1" latinLnBrk="0" hangingPunct="1"/>
            <a:r>
              <a:rPr lang="en-US" altLang="ko-KR" sz="1200" dirty="0" err="1">
                <a:highlight>
                  <a:srgbClr val="FFFF00"/>
                </a:highlight>
              </a:rPr>
              <a:t>HillClimbing</a:t>
            </a:r>
            <a:r>
              <a:rPr lang="en-US" altLang="ko-KR" sz="1200" dirty="0"/>
              <a:t> derived search algo.</a:t>
            </a:r>
            <a:r>
              <a:rPr lang="ko-KR" altLang="en-US" sz="1200" dirty="0"/>
              <a:t> </a:t>
            </a:r>
            <a:r>
              <a:rPr lang="en-US" altLang="ko-KR" sz="1200" dirty="0"/>
              <a:t>: 1) steepest ascent, 2) first-choice, 3) stochastic, 4) random-restart, 5) gradient descent</a:t>
            </a:r>
          </a:p>
          <a:p>
            <a:pPr marL="1079188" lvl="3" indent="-287338" eaLnBrk="1" latinLnBrk="0" hangingPunct="1"/>
            <a:r>
              <a:rPr lang="en-US" altLang="ko-KR" sz="1200" dirty="0" err="1">
                <a:highlight>
                  <a:srgbClr val="FFFF00"/>
                </a:highlight>
              </a:rPr>
              <a:t>MetaHeuristics</a:t>
            </a:r>
            <a:r>
              <a:rPr lang="en-US" altLang="ko-KR" sz="1200" dirty="0"/>
              <a:t> derived</a:t>
            </a:r>
            <a:r>
              <a:rPr lang="ko-KR" altLang="en-US" sz="1200" dirty="0"/>
              <a:t> </a:t>
            </a:r>
            <a:r>
              <a:rPr lang="en-US" altLang="ko-KR" sz="1200" dirty="0"/>
              <a:t>search </a:t>
            </a:r>
            <a:r>
              <a:rPr lang="en-US" altLang="ko-KR" sz="1200" dirty="0" err="1"/>
              <a:t>algo</a:t>
            </a:r>
            <a:r>
              <a:rPr lang="en-US" altLang="ko-KR" sz="1200" dirty="0"/>
              <a:t>. : 1) simulated annealing, 2) GA (</a:t>
            </a:r>
            <a:r>
              <a:rPr lang="en-US" altLang="ko-KR" sz="1200" i="1" dirty="0"/>
              <a:t>next topic</a:t>
            </a:r>
            <a:r>
              <a:rPr lang="en-US" altLang="ko-KR" sz="1200" dirty="0"/>
              <a:t>)</a:t>
            </a:r>
          </a:p>
          <a:p>
            <a:pPr marL="611188" lvl="1" indent="-287338" eaLnBrk="1" latinLnBrk="0" hangingPunct="1"/>
            <a:endParaRPr lang="en-US" altLang="ko-KR" sz="1400" dirty="0"/>
          </a:p>
          <a:p>
            <a:pPr marL="611188" lvl="1" indent="-287338" eaLnBrk="1" latinLnBrk="0" hangingPunct="1"/>
            <a:r>
              <a:rPr lang="en-US" sz="1400" b="1" dirty="0"/>
              <a:t>A more general class hierarchy is needed</a:t>
            </a:r>
            <a:r>
              <a:rPr lang="en-US" sz="1400" dirty="0"/>
              <a:t> to encompass diverse types of search algorithms. </a:t>
            </a:r>
            <a:endParaRPr lang="en-US" altLang="ko-KR" sz="1400" dirty="0"/>
          </a:p>
          <a:p>
            <a:pPr marL="611188" lvl="1" indent="-287338" eaLnBrk="1" latinLnBrk="0" hangingPunct="1"/>
            <a:endParaRPr lang="en-US" altLang="ko-KR" sz="1400" dirty="0"/>
          </a:p>
          <a:p>
            <a:pPr marL="611188" lvl="1" indent="-287338" algn="just" eaLnBrk="1" latinLnBrk="0" hangingPunct="1"/>
            <a:r>
              <a:rPr lang="en-US" sz="1400" b="1" dirty="0"/>
              <a:t>Class Structure Refactoring:</a:t>
            </a:r>
            <a:r>
              <a:rPr lang="en-US" sz="1400" dirty="0"/>
              <a:t> To do this, define a </a:t>
            </a:r>
            <a:r>
              <a:rPr lang="en-US" sz="1400" i="1" dirty="0"/>
              <a:t>new class</a:t>
            </a:r>
            <a:r>
              <a:rPr lang="en-US" sz="1400" dirty="0"/>
              <a:t> called </a:t>
            </a:r>
            <a:r>
              <a:rPr lang="en-US" sz="1400" dirty="0">
                <a:highlight>
                  <a:srgbClr val="FFFF00"/>
                </a:highlight>
              </a:rPr>
              <a:t>Optimizer</a:t>
            </a:r>
            <a:r>
              <a:rPr lang="en-US" sz="1400" dirty="0"/>
              <a:t> and modify the code so that the </a:t>
            </a:r>
            <a:r>
              <a:rPr lang="en-US" sz="1400" i="1" dirty="0"/>
              <a:t>existing</a:t>
            </a:r>
            <a:r>
              <a:rPr lang="en-US" sz="1400" dirty="0"/>
              <a:t> </a:t>
            </a:r>
            <a:r>
              <a:rPr lang="en-US" sz="1400" dirty="0" err="1">
                <a:highlight>
                  <a:srgbClr val="FFFF00"/>
                </a:highlight>
              </a:rPr>
              <a:t>HillClimbing</a:t>
            </a:r>
            <a:r>
              <a:rPr lang="en-US" sz="1400" dirty="0"/>
              <a:t> class and the </a:t>
            </a:r>
            <a:r>
              <a:rPr lang="en-US" sz="1400" i="1" dirty="0"/>
              <a:t>newly defined</a:t>
            </a:r>
            <a:r>
              <a:rPr lang="en-US" sz="1400" dirty="0"/>
              <a:t> </a:t>
            </a:r>
            <a:r>
              <a:rPr lang="en-US" sz="1400" dirty="0" err="1">
                <a:highlight>
                  <a:srgbClr val="FFFF00"/>
                </a:highlight>
              </a:rPr>
              <a:t>MetaHeuristics</a:t>
            </a:r>
            <a:r>
              <a:rPr lang="en-US" sz="1400" dirty="0"/>
              <a:t> class inherit from it.</a:t>
            </a:r>
            <a:endParaRPr lang="en-US" altLang="ko-KR" sz="1400" dirty="0"/>
          </a:p>
          <a:p>
            <a:pPr marL="611188" lvl="1" indent="-287338" eaLnBrk="1" latinLnBrk="0" hangingPunct="1"/>
            <a:endParaRPr lang="en-US" altLang="ko-KR" sz="1400" b="1" dirty="0">
              <a:latin typeface="Courier New" panose="02070309020205020404" pitchFamily="49" charset="0"/>
            </a:endParaRPr>
          </a:p>
        </p:txBody>
      </p:sp>
      <p:sp>
        <p:nvSpPr>
          <p:cNvPr id="9219" name="Rectangle 2">
            <a:extLst>
              <a:ext uri="{FF2B5EF4-FFF2-40B4-BE49-F238E27FC236}">
                <a16:creationId xmlns:a16="http://schemas.microsoft.com/office/drawing/2014/main" id="{DA1780E7-0B28-7B70-C79F-D3160A7C60F2}"/>
              </a:ext>
            </a:extLst>
          </p:cNvPr>
          <p:cNvSpPr>
            <a:spLocks noGrp="1" noChangeArrowheads="1"/>
          </p:cNvSpPr>
          <p:nvPr>
            <p:ph type="title"/>
          </p:nvPr>
        </p:nvSpPr>
        <p:spPr>
          <a:xfrm>
            <a:off x="457200" y="274638"/>
            <a:ext cx="8229600" cy="633412"/>
          </a:xfrm>
        </p:spPr>
        <p:txBody>
          <a:bodyPr/>
          <a:lstStyle/>
          <a:p>
            <a:r>
              <a:rPr lang="en-US" altLang="ko-KR">
                <a:solidFill>
                  <a:srgbClr val="0033CC"/>
                </a:solidFill>
              </a:rPr>
              <a:t>Adding More Algorithms and Classes</a:t>
            </a:r>
          </a:p>
        </p:txBody>
      </p:sp>
      <p:sp>
        <p:nvSpPr>
          <p:cNvPr id="18434" name="바닥글 개체 틀 4">
            <a:extLst>
              <a:ext uri="{FF2B5EF4-FFF2-40B4-BE49-F238E27FC236}">
                <a16:creationId xmlns:a16="http://schemas.microsoft.com/office/drawing/2014/main" id="{9FB480D7-624C-8623-DFBF-0D27BCB9452B}"/>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9221" name="슬라이드 번호 개체 틀 8">
            <a:extLst>
              <a:ext uri="{FF2B5EF4-FFF2-40B4-BE49-F238E27FC236}">
                <a16:creationId xmlns:a16="http://schemas.microsoft.com/office/drawing/2014/main" id="{BF63E5B7-F6F3-E1D0-8085-43D057CA2F4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B60E5D6-F3AC-45C6-8E6E-C895350FC0C1}" type="slidenum">
              <a:rPr lang="ko-KR" altLang="en-US" sz="1200">
                <a:solidFill>
                  <a:srgbClr val="898989"/>
                </a:solidFill>
                <a:latin typeface="Book Antiqua" panose="02040602050305030304" pitchFamily="18" charset="0"/>
              </a:rPr>
              <a:pPr>
                <a:lnSpc>
                  <a:spcPct val="100000"/>
                </a:lnSpc>
                <a:spcBef>
                  <a:spcPct val="0"/>
                </a:spcBef>
                <a:buFontTx/>
                <a:buNone/>
              </a:pPr>
              <a:t>6</a:t>
            </a:fld>
            <a:endParaRPr lang="en-US" altLang="ko-KR" sz="1200">
              <a:solidFill>
                <a:srgbClr val="898989"/>
              </a:solidFill>
              <a:latin typeface="Book Antiqua" panose="02040602050305030304" pitchFamily="18" charset="0"/>
            </a:endParaRPr>
          </a:p>
        </p:txBody>
      </p:sp>
      <p:grpSp>
        <p:nvGrpSpPr>
          <p:cNvPr id="2" name="그룹 1">
            <a:extLst>
              <a:ext uri="{FF2B5EF4-FFF2-40B4-BE49-F238E27FC236}">
                <a16:creationId xmlns:a16="http://schemas.microsoft.com/office/drawing/2014/main" id="{4B28D88F-0710-42B6-B692-17E494B7D411}"/>
              </a:ext>
            </a:extLst>
          </p:cNvPr>
          <p:cNvGrpSpPr/>
          <p:nvPr/>
        </p:nvGrpSpPr>
        <p:grpSpPr>
          <a:xfrm>
            <a:off x="1512093" y="4941168"/>
            <a:ext cx="6119813" cy="1141412"/>
            <a:chOff x="1439862" y="4869160"/>
            <a:chExt cx="6119813" cy="1141412"/>
          </a:xfrm>
        </p:grpSpPr>
        <p:sp>
          <p:nvSpPr>
            <p:cNvPr id="6" name="직사각형 5">
              <a:extLst>
                <a:ext uri="{FF2B5EF4-FFF2-40B4-BE49-F238E27FC236}">
                  <a16:creationId xmlns:a16="http://schemas.microsoft.com/office/drawing/2014/main" id="{C8126EA1-ADEC-42F5-9C0F-1BCDDBCBF39F}"/>
                </a:ext>
              </a:extLst>
            </p:cNvPr>
            <p:cNvSpPr/>
            <p:nvPr/>
          </p:nvSpPr>
          <p:spPr>
            <a:xfrm>
              <a:off x="3455987" y="4869160"/>
              <a:ext cx="223202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sz="1600" b="1" dirty="0">
                  <a:solidFill>
                    <a:schemeClr val="tx1"/>
                  </a:solidFill>
                  <a:latin typeface="Courier New" panose="02070309020205020404" pitchFamily="49" charset="0"/>
                  <a:cs typeface="Courier New" panose="02070309020205020404" pitchFamily="49" charset="0"/>
                </a:rPr>
                <a:t>Optimizer</a:t>
              </a:r>
            </a:p>
          </p:txBody>
        </p:sp>
        <p:cxnSp>
          <p:nvCxnSpPr>
            <p:cNvPr id="7" name="직선 연결선 6">
              <a:extLst>
                <a:ext uri="{FF2B5EF4-FFF2-40B4-BE49-F238E27FC236}">
                  <a16:creationId xmlns:a16="http://schemas.microsoft.com/office/drawing/2014/main" id="{00B1D41F-52B4-4A0A-8E9D-D162EEF0B867}"/>
                </a:ext>
              </a:extLst>
            </p:cNvPr>
            <p:cNvCxnSpPr>
              <a:stCxn id="6" idx="2"/>
              <a:endCxn id="9" idx="0"/>
            </p:cNvCxnSpPr>
            <p:nvPr/>
          </p:nvCxnSpPr>
          <p:spPr>
            <a:xfrm flipH="1">
              <a:off x="2555875" y="5229522"/>
              <a:ext cx="2016125" cy="4206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직선 연결선 7">
              <a:extLst>
                <a:ext uri="{FF2B5EF4-FFF2-40B4-BE49-F238E27FC236}">
                  <a16:creationId xmlns:a16="http://schemas.microsoft.com/office/drawing/2014/main" id="{CCE6F19A-3FB1-45B2-951A-0D6DB64EF561}"/>
                </a:ext>
              </a:extLst>
            </p:cNvPr>
            <p:cNvCxnSpPr>
              <a:stCxn id="6" idx="2"/>
              <a:endCxn id="10" idx="0"/>
            </p:cNvCxnSpPr>
            <p:nvPr/>
          </p:nvCxnSpPr>
          <p:spPr>
            <a:xfrm>
              <a:off x="4572000" y="5229522"/>
              <a:ext cx="1871662" cy="4206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CB51C42C-1D35-491A-9012-E9A8FC3A36A6}"/>
                </a:ext>
              </a:extLst>
            </p:cNvPr>
            <p:cNvSpPr/>
            <p:nvPr/>
          </p:nvSpPr>
          <p:spPr>
            <a:xfrm>
              <a:off x="1439862" y="5650210"/>
              <a:ext cx="223202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sz="1600" b="1" dirty="0" err="1">
                  <a:solidFill>
                    <a:schemeClr val="tx1"/>
                  </a:solidFill>
                  <a:latin typeface="Courier New" panose="02070309020205020404" pitchFamily="49" charset="0"/>
                  <a:cs typeface="Courier New" panose="02070309020205020404" pitchFamily="49" charset="0"/>
                </a:rPr>
                <a:t>HillClimbing</a:t>
              </a:r>
              <a:endParaRPr lang="en-US" altLang="ko-KR" sz="1600" b="1" dirty="0">
                <a:solidFill>
                  <a:schemeClr val="tx1"/>
                </a:solidFill>
                <a:latin typeface="Courier New" panose="02070309020205020404" pitchFamily="49" charset="0"/>
                <a:cs typeface="Courier New" panose="02070309020205020404" pitchFamily="49" charset="0"/>
              </a:endParaRPr>
            </a:p>
          </p:txBody>
        </p:sp>
        <p:sp>
          <p:nvSpPr>
            <p:cNvPr id="10" name="직사각형 9">
              <a:extLst>
                <a:ext uri="{FF2B5EF4-FFF2-40B4-BE49-F238E27FC236}">
                  <a16:creationId xmlns:a16="http://schemas.microsoft.com/office/drawing/2014/main" id="{198CE76D-0E43-4485-87AA-E52DC8DEDDE0}"/>
                </a:ext>
              </a:extLst>
            </p:cNvPr>
            <p:cNvSpPr/>
            <p:nvPr/>
          </p:nvSpPr>
          <p:spPr>
            <a:xfrm>
              <a:off x="5327650" y="5650210"/>
              <a:ext cx="223202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sz="1600" b="1" dirty="0" err="1">
                  <a:solidFill>
                    <a:schemeClr val="tx1"/>
                  </a:solidFill>
                  <a:latin typeface="Courier New" panose="02070309020205020404" pitchFamily="49" charset="0"/>
                  <a:cs typeface="Courier New" panose="02070309020205020404" pitchFamily="49" charset="0"/>
                </a:rPr>
                <a:t>MetaHeuristics</a:t>
              </a:r>
              <a:endParaRPr lang="en-US" altLang="ko-KR" sz="1600" b="1" dirty="0">
                <a:solidFill>
                  <a:schemeClr val="tx1"/>
                </a:solidFill>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3497991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0E6551E-19A9-252B-6884-8A6E615F2114}"/>
            </a:ext>
          </a:extLst>
        </p:cNvPr>
        <p:cNvGrpSpPr/>
        <p:nvPr/>
      </p:nvGrpSpPr>
      <p:grpSpPr>
        <a:xfrm>
          <a:off x="0" y="0"/>
          <a:ext cx="0" cy="0"/>
          <a:chOff x="0" y="0"/>
          <a:chExt cx="0" cy="0"/>
        </a:xfrm>
      </p:grpSpPr>
      <p:sp>
        <p:nvSpPr>
          <p:cNvPr id="9218" name="Rectangle 3">
            <a:extLst>
              <a:ext uri="{FF2B5EF4-FFF2-40B4-BE49-F238E27FC236}">
                <a16:creationId xmlns:a16="http://schemas.microsoft.com/office/drawing/2014/main" id="{947C2A04-FEAE-F06C-A587-A330D2F8C80C}"/>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altLang="ko-KR" sz="1600" dirty="0"/>
              <a:t>(TODO) Add</a:t>
            </a:r>
            <a:r>
              <a:rPr lang="ko-KR" altLang="en-US" sz="1600" dirty="0"/>
              <a:t> </a:t>
            </a:r>
            <a:r>
              <a:rPr lang="en-US" altLang="ko-KR" sz="1600" u="sng" dirty="0"/>
              <a:t>3 new</a:t>
            </a:r>
            <a:r>
              <a:rPr lang="ko-KR" altLang="en-US" sz="1600" u="sng" dirty="0"/>
              <a:t> </a:t>
            </a:r>
            <a:r>
              <a:rPr lang="en-US" altLang="ko-KR" sz="1600" u="sng" dirty="0"/>
              <a:t>Search Algorithms</a:t>
            </a:r>
            <a:r>
              <a:rPr lang="en-US" altLang="ko-KR" sz="1600" dirty="0"/>
              <a:t> to the existing code: </a:t>
            </a:r>
            <a:r>
              <a:rPr lang="en-US" altLang="ko-KR" sz="1600" dirty="0">
                <a:solidFill>
                  <a:srgbClr val="0033CC"/>
                </a:solidFill>
              </a:rPr>
              <a:t>stochastic hill climbing</a:t>
            </a:r>
            <a:r>
              <a:rPr lang="en-US" altLang="ko-KR" sz="1600" dirty="0"/>
              <a:t>, </a:t>
            </a:r>
            <a:r>
              <a:rPr lang="en-US" altLang="ko-KR" sz="1600" dirty="0">
                <a:solidFill>
                  <a:srgbClr val="0033CC"/>
                </a:solidFill>
              </a:rPr>
              <a:t>random-restart</a:t>
            </a:r>
            <a:r>
              <a:rPr lang="en-US" altLang="ko-KR" sz="1600" dirty="0"/>
              <a:t>, </a:t>
            </a:r>
            <a:r>
              <a:rPr lang="en-US" altLang="ko-KR" sz="1600" dirty="0">
                <a:solidFill>
                  <a:srgbClr val="0033CC"/>
                </a:solidFill>
              </a:rPr>
              <a:t>simulated annealing</a:t>
            </a:r>
          </a:p>
          <a:p>
            <a:pPr marL="611188" lvl="1" indent="-287338" algn="just" eaLnBrk="1" latinLnBrk="0" hangingPunct="1"/>
            <a:r>
              <a:rPr lang="en-US" altLang="ko-KR" sz="1400" dirty="0"/>
              <a:t>Since there are 5 algorithms of the </a:t>
            </a:r>
            <a:r>
              <a:rPr lang="en-US" altLang="ko-KR" sz="1400" dirty="0" err="1">
                <a:latin typeface="Consolas" panose="020B0609020204030204" pitchFamily="49" charset="0"/>
              </a:rPr>
              <a:t>HillClimbing</a:t>
            </a:r>
            <a:r>
              <a:rPr lang="en-US" altLang="ko-KR" sz="1400" dirty="0"/>
              <a:t> type, 5 sub-classes can be created, and each can inherit the </a:t>
            </a:r>
            <a:r>
              <a:rPr lang="en-US" altLang="ko-KR" sz="1400" dirty="0" err="1">
                <a:latin typeface="Consolas" panose="020B0609020204030204" pitchFamily="49" charset="0"/>
              </a:rPr>
              <a:t>HillClimbing</a:t>
            </a:r>
            <a:r>
              <a:rPr lang="en-US" altLang="ko-KR" sz="1400" dirty="0"/>
              <a:t> class to be implemented.</a:t>
            </a:r>
          </a:p>
          <a:p>
            <a:pPr marL="611188" lvl="1" indent="-287338" algn="just" eaLnBrk="1" latinLnBrk="0" hangingPunct="1"/>
            <a:r>
              <a:rPr lang="en-US" altLang="ko-KR" sz="1400" dirty="0"/>
              <a:t>However, we can implement only 4 sub-classes and design them so that the random-restart technique is executed by all classes that inherit </a:t>
            </a:r>
            <a:r>
              <a:rPr lang="en-US" altLang="ko-KR" sz="1400" dirty="0" err="1">
                <a:latin typeface="Consolas" panose="020B0609020204030204" pitchFamily="49" charset="0"/>
              </a:rPr>
              <a:t>HillClimbing</a:t>
            </a:r>
            <a:r>
              <a:rPr lang="en-US" altLang="ko-KR" sz="1400" dirty="0"/>
              <a:t> through an implementation within the </a:t>
            </a:r>
            <a:r>
              <a:rPr lang="en-US" altLang="ko-KR" sz="1400" dirty="0" err="1">
                <a:latin typeface="Consolas" panose="020B0609020204030204" pitchFamily="49" charset="0"/>
              </a:rPr>
              <a:t>HillClimbing</a:t>
            </a:r>
            <a:r>
              <a:rPr lang="en-US" altLang="ko-KR" sz="1400" dirty="0"/>
              <a:t> class.</a:t>
            </a:r>
          </a:p>
          <a:p>
            <a:pPr marL="899188" lvl="2" indent="-287338" algn="just" eaLnBrk="1" latinLnBrk="0" hangingPunct="1"/>
            <a:r>
              <a:rPr lang="en-US" sz="1400" dirty="0"/>
              <a:t>The techniques: </a:t>
            </a:r>
            <a:r>
              <a:rPr lang="en-US" sz="1400" b="1" dirty="0">
                <a:latin typeface="Courier New" panose="02070309020205020404" pitchFamily="49" charset="0"/>
                <a:cs typeface="Courier New" panose="02070309020205020404" pitchFamily="49" charset="0"/>
              </a:rPr>
              <a:t>steepest-ascent</a:t>
            </a:r>
            <a:r>
              <a:rPr lang="en-US" sz="1400" b="1" dirty="0"/>
              <a:t>, </a:t>
            </a:r>
            <a:r>
              <a:rPr lang="en-US" sz="1400" b="1" dirty="0">
                <a:latin typeface="Courier New" panose="02070309020205020404" pitchFamily="49" charset="0"/>
                <a:cs typeface="Courier New" panose="02070309020205020404" pitchFamily="49" charset="0"/>
              </a:rPr>
              <a:t>first-choice</a:t>
            </a:r>
            <a:r>
              <a:rPr lang="en-US" sz="1400" b="1" dirty="0"/>
              <a:t>, </a:t>
            </a:r>
            <a:r>
              <a:rPr lang="en-US" sz="1400" b="1" dirty="0">
                <a:latin typeface="Courier New" panose="02070309020205020404" pitchFamily="49" charset="0"/>
                <a:cs typeface="Courier New" panose="02070309020205020404" pitchFamily="49" charset="0"/>
              </a:rPr>
              <a:t>stochastic</a:t>
            </a:r>
            <a:r>
              <a:rPr lang="en-US" sz="1400" b="1" dirty="0"/>
              <a:t>, </a:t>
            </a:r>
            <a:r>
              <a:rPr lang="en-US" sz="1400" b="1" dirty="0">
                <a:latin typeface="Courier New" panose="02070309020205020404" pitchFamily="49" charset="0"/>
                <a:cs typeface="Courier New" panose="02070309020205020404" pitchFamily="49" charset="0"/>
              </a:rPr>
              <a:t>gradient descent</a:t>
            </a:r>
            <a:r>
              <a:rPr lang="en-US" sz="1400" dirty="0"/>
              <a:t> are all algorithms that define how to find the </a:t>
            </a:r>
            <a:r>
              <a:rPr lang="en-US" sz="1400" b="1" dirty="0"/>
              <a:t>next solution</a:t>
            </a:r>
            <a:r>
              <a:rPr lang="en-US" sz="1400" dirty="0"/>
              <a:t> and which one to select among them.</a:t>
            </a:r>
          </a:p>
          <a:p>
            <a:pPr marL="899188" lvl="2" indent="-287338" algn="just" eaLnBrk="1" latinLnBrk="0" hangingPunct="1"/>
            <a:r>
              <a:rPr lang="en-US" altLang="ko-KR" sz="1400" b="1" dirty="0">
                <a:latin typeface="Courier New" panose="02070309020205020404" pitchFamily="49" charset="0"/>
                <a:cs typeface="Courier New" panose="02070309020205020404" pitchFamily="49" charset="0"/>
              </a:rPr>
              <a:t>random-restart</a:t>
            </a:r>
            <a:r>
              <a:rPr lang="en-US" altLang="ko-KR" sz="1400" dirty="0"/>
              <a:t> is a technique that does not define how to find the </a:t>
            </a:r>
            <a:r>
              <a:rPr lang="en-US" altLang="ko-KR" sz="1400" b="1" dirty="0"/>
              <a:t>next solution</a:t>
            </a:r>
            <a:r>
              <a:rPr lang="en-US" altLang="ko-KR" sz="1400" dirty="0"/>
              <a:t>, but rather defines </a:t>
            </a:r>
            <a:r>
              <a:rPr lang="en-US" altLang="ko-KR" sz="1400" u="sng" dirty="0">
                <a:solidFill>
                  <a:srgbClr val="FF0000"/>
                </a:solidFill>
              </a:rPr>
              <a:t>repeatedly performing hill climbing using a random initial solution and selecting the best solution among them</a:t>
            </a:r>
            <a:r>
              <a:rPr lang="en-US" altLang="ko-KR" sz="1400" dirty="0"/>
              <a:t>. Therefore, it can be applied to all 4 remaining search algorithms.</a:t>
            </a:r>
          </a:p>
        </p:txBody>
      </p:sp>
      <p:sp>
        <p:nvSpPr>
          <p:cNvPr id="9219" name="Rectangle 2">
            <a:extLst>
              <a:ext uri="{FF2B5EF4-FFF2-40B4-BE49-F238E27FC236}">
                <a16:creationId xmlns:a16="http://schemas.microsoft.com/office/drawing/2014/main" id="{CF200E5A-E752-8962-5920-813404FA7A5C}"/>
              </a:ext>
            </a:extLst>
          </p:cNvPr>
          <p:cNvSpPr>
            <a:spLocks noGrp="1" noChangeArrowheads="1"/>
          </p:cNvSpPr>
          <p:nvPr>
            <p:ph type="title"/>
          </p:nvPr>
        </p:nvSpPr>
        <p:spPr>
          <a:xfrm>
            <a:off x="457200" y="274638"/>
            <a:ext cx="8229600" cy="633412"/>
          </a:xfrm>
        </p:spPr>
        <p:txBody>
          <a:bodyPr/>
          <a:lstStyle/>
          <a:p>
            <a:r>
              <a:rPr lang="en-US" altLang="ko-KR">
                <a:solidFill>
                  <a:srgbClr val="0033CC"/>
                </a:solidFill>
              </a:rPr>
              <a:t>Adding More Algorithms and Classes</a:t>
            </a:r>
          </a:p>
        </p:txBody>
      </p:sp>
      <p:sp>
        <p:nvSpPr>
          <p:cNvPr id="18434" name="바닥글 개체 틀 4">
            <a:extLst>
              <a:ext uri="{FF2B5EF4-FFF2-40B4-BE49-F238E27FC236}">
                <a16:creationId xmlns:a16="http://schemas.microsoft.com/office/drawing/2014/main" id="{167D1EC1-091E-0498-3078-64FFA19A8D1C}"/>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9221" name="슬라이드 번호 개체 틀 8">
            <a:extLst>
              <a:ext uri="{FF2B5EF4-FFF2-40B4-BE49-F238E27FC236}">
                <a16:creationId xmlns:a16="http://schemas.microsoft.com/office/drawing/2014/main" id="{6993E5C1-8EF5-17FC-7C07-BD20AC6455A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B60E5D6-F3AC-45C6-8E6E-C895350FC0C1}" type="slidenum">
              <a:rPr lang="ko-KR" altLang="en-US" sz="1200">
                <a:solidFill>
                  <a:srgbClr val="898989"/>
                </a:solidFill>
                <a:latin typeface="Book Antiqua" panose="02040602050305030304" pitchFamily="18" charset="0"/>
              </a:rPr>
              <a:pPr>
                <a:lnSpc>
                  <a:spcPct val="100000"/>
                </a:lnSpc>
                <a:spcBef>
                  <a:spcPct val="0"/>
                </a:spcBef>
                <a:buFontTx/>
                <a:buNone/>
              </a:pPr>
              <a:t>7</a:t>
            </a:fld>
            <a:endParaRPr lang="en-US" altLang="ko-KR" sz="1200">
              <a:solidFill>
                <a:srgbClr val="898989"/>
              </a:solidFill>
              <a:latin typeface="Book Antiqua" panose="02040602050305030304" pitchFamily="18" charset="0"/>
            </a:endParaRPr>
          </a:p>
        </p:txBody>
      </p:sp>
    </p:spTree>
    <p:extLst>
      <p:ext uri="{BB962C8B-B14F-4D97-AF65-F5344CB8AC3E}">
        <p14:creationId xmlns:p14="http://schemas.microsoft.com/office/powerpoint/2010/main" val="4042422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4D2D5C81-FA48-0372-B3A9-B75834299EE3}"/>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altLang="ko-KR" sz="1600" dirty="0"/>
              <a:t>(TODO) Add</a:t>
            </a:r>
            <a:r>
              <a:rPr lang="ko-KR" altLang="en-US" sz="1600" dirty="0"/>
              <a:t> </a:t>
            </a:r>
            <a:r>
              <a:rPr lang="en-US" altLang="ko-KR" sz="1600" u="sng" dirty="0"/>
              <a:t>3 new</a:t>
            </a:r>
            <a:r>
              <a:rPr lang="ko-KR" altLang="en-US" sz="1600" u="sng" dirty="0"/>
              <a:t> </a:t>
            </a:r>
            <a:r>
              <a:rPr lang="en-US" altLang="ko-KR" sz="1600" u="sng" dirty="0"/>
              <a:t>Search Algorithms</a:t>
            </a:r>
            <a:r>
              <a:rPr lang="en-US" altLang="ko-KR" sz="1600" dirty="0"/>
              <a:t> to the existing code: </a:t>
            </a:r>
            <a:r>
              <a:rPr lang="en-US" altLang="ko-KR" sz="1600" dirty="0">
                <a:solidFill>
                  <a:srgbClr val="0033CC"/>
                </a:solidFill>
              </a:rPr>
              <a:t>stochastic hill climbing</a:t>
            </a:r>
            <a:r>
              <a:rPr lang="en-US" altLang="ko-KR" sz="1600" dirty="0"/>
              <a:t>, </a:t>
            </a:r>
            <a:r>
              <a:rPr lang="en-US" altLang="ko-KR" sz="1600" dirty="0">
                <a:solidFill>
                  <a:srgbClr val="0033CC"/>
                </a:solidFill>
              </a:rPr>
              <a:t>random-restart</a:t>
            </a:r>
            <a:r>
              <a:rPr lang="en-US" altLang="ko-KR" sz="1600" dirty="0"/>
              <a:t>, </a:t>
            </a:r>
            <a:r>
              <a:rPr lang="en-US" altLang="ko-KR" sz="1600" dirty="0">
                <a:solidFill>
                  <a:srgbClr val="0033CC"/>
                </a:solidFill>
              </a:rPr>
              <a:t>simulated annealing</a:t>
            </a:r>
          </a:p>
          <a:p>
            <a:pPr marL="611188" lvl="1" indent="-287338" algn="just" eaLnBrk="1" latinLnBrk="0" hangingPunct="1"/>
            <a:r>
              <a:rPr lang="en-US" sz="1400" b="1" dirty="0" err="1">
                <a:latin typeface="Consolas" panose="020B0609020204030204" pitchFamily="49" charset="0"/>
              </a:rPr>
              <a:t>MetaHeuristics</a:t>
            </a:r>
            <a:r>
              <a:rPr lang="en-US" sz="1400" dirty="0"/>
              <a:t> will have two sub-classes: </a:t>
            </a:r>
            <a:r>
              <a:rPr lang="en-US" sz="1400" b="1" dirty="0" err="1">
                <a:latin typeface="Courier New" panose="02070309020205020404" pitchFamily="49" charset="0"/>
                <a:cs typeface="Courier New" panose="02070309020205020404" pitchFamily="49" charset="0"/>
              </a:rPr>
              <a:t>SimulatedAnnealing</a:t>
            </a:r>
            <a:r>
              <a:rPr lang="en-US" sz="1400" dirty="0"/>
              <a:t> and </a:t>
            </a:r>
            <a:r>
              <a:rPr lang="en-US" sz="1400" b="1" dirty="0">
                <a:latin typeface="Courier New" panose="02070309020205020404" pitchFamily="49" charset="0"/>
                <a:cs typeface="Courier New" panose="02070309020205020404" pitchFamily="49" charset="0"/>
              </a:rPr>
              <a:t>GA</a:t>
            </a:r>
            <a:r>
              <a:rPr lang="en-US" sz="1400" dirty="0"/>
              <a:t> (Note: GA is a technique we will learn about later).</a:t>
            </a:r>
            <a:endParaRPr lang="en-US" altLang="ko-KR" sz="1400" dirty="0">
              <a:latin typeface="+mn-lt"/>
            </a:endParaRPr>
          </a:p>
          <a:p>
            <a:pPr marL="899188" lvl="2" indent="-287338" algn="just" eaLnBrk="1" latinLnBrk="0" hangingPunct="1"/>
            <a:r>
              <a:rPr lang="en-US" sz="1400" dirty="0"/>
              <a:t>Note: Meta-Heuristics refers to an </a:t>
            </a:r>
            <a:r>
              <a:rPr lang="en-US" sz="1400" b="1" dirty="0">
                <a:solidFill>
                  <a:srgbClr val="0033CC"/>
                </a:solidFill>
              </a:rPr>
              <a:t>"algorithm that can be applied universally to any problem,"</a:t>
            </a:r>
            <a:r>
              <a:rPr lang="en-US" sz="1400" dirty="0"/>
              <a:t> not just limited to a specific problem.</a:t>
            </a:r>
            <a:endParaRPr lang="en-US" altLang="ko-KR" sz="1400" dirty="0">
              <a:latin typeface="+mn-lt"/>
            </a:endParaRPr>
          </a:p>
          <a:p>
            <a:pPr marL="899188" lvl="2" indent="-287338" algn="just" eaLnBrk="1" latinLnBrk="0" hangingPunct="1"/>
            <a:r>
              <a:rPr lang="en-US" sz="1400" dirty="0"/>
              <a:t>Note: A </a:t>
            </a:r>
            <a:r>
              <a:rPr lang="en-US" sz="1400" b="1" dirty="0"/>
              <a:t>Heuristic</a:t>
            </a:r>
            <a:r>
              <a:rPr lang="en-US" sz="1400" dirty="0"/>
              <a:t> algorithm refers to an algorithm designed to solve a given problem </a:t>
            </a:r>
            <a:r>
              <a:rPr lang="en-US" sz="1400" b="1" dirty="0"/>
              <a:t>more quickly and efficiently</a:t>
            </a:r>
            <a:r>
              <a:rPr lang="en-US" sz="1400" dirty="0"/>
              <a:t>, but its accuracy may be lower compared to algorithms based on exhaustive optimization.</a:t>
            </a:r>
            <a:endParaRPr lang="en-US" altLang="ko-KR" sz="1600" dirty="0">
              <a:latin typeface="+mn-lt"/>
            </a:endParaRPr>
          </a:p>
        </p:txBody>
      </p:sp>
      <p:sp>
        <p:nvSpPr>
          <p:cNvPr id="9219" name="Rectangle 2">
            <a:extLst>
              <a:ext uri="{FF2B5EF4-FFF2-40B4-BE49-F238E27FC236}">
                <a16:creationId xmlns:a16="http://schemas.microsoft.com/office/drawing/2014/main" id="{DA1780E7-0B28-7B70-C79F-D3160A7C60F2}"/>
              </a:ext>
            </a:extLst>
          </p:cNvPr>
          <p:cNvSpPr>
            <a:spLocks noGrp="1" noChangeArrowheads="1"/>
          </p:cNvSpPr>
          <p:nvPr>
            <p:ph type="title"/>
          </p:nvPr>
        </p:nvSpPr>
        <p:spPr>
          <a:xfrm>
            <a:off x="457200" y="274638"/>
            <a:ext cx="8229600" cy="633412"/>
          </a:xfrm>
        </p:spPr>
        <p:txBody>
          <a:bodyPr/>
          <a:lstStyle/>
          <a:p>
            <a:r>
              <a:rPr lang="en-US" altLang="ko-KR">
                <a:solidFill>
                  <a:srgbClr val="0033CC"/>
                </a:solidFill>
              </a:rPr>
              <a:t>Adding More Algorithms and Classes</a:t>
            </a:r>
          </a:p>
        </p:txBody>
      </p:sp>
      <p:sp>
        <p:nvSpPr>
          <p:cNvPr id="18434" name="바닥글 개체 틀 4">
            <a:extLst>
              <a:ext uri="{FF2B5EF4-FFF2-40B4-BE49-F238E27FC236}">
                <a16:creationId xmlns:a16="http://schemas.microsoft.com/office/drawing/2014/main" id="{9FB480D7-624C-8623-DFBF-0D27BCB9452B}"/>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9221" name="슬라이드 번호 개체 틀 8">
            <a:extLst>
              <a:ext uri="{FF2B5EF4-FFF2-40B4-BE49-F238E27FC236}">
                <a16:creationId xmlns:a16="http://schemas.microsoft.com/office/drawing/2014/main" id="{BF63E5B7-F6F3-E1D0-8085-43D057CA2F4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B60E5D6-F3AC-45C6-8E6E-C895350FC0C1}" type="slidenum">
              <a:rPr lang="ko-KR" altLang="en-US" sz="1200">
                <a:solidFill>
                  <a:srgbClr val="898989"/>
                </a:solidFill>
                <a:latin typeface="Book Antiqua" panose="02040602050305030304" pitchFamily="18" charset="0"/>
              </a:rPr>
              <a:pPr>
                <a:lnSpc>
                  <a:spcPct val="100000"/>
                </a:lnSpc>
                <a:spcBef>
                  <a:spcPct val="0"/>
                </a:spcBef>
                <a:buFontTx/>
                <a:buNone/>
              </a:pPr>
              <a:t>8</a:t>
            </a:fld>
            <a:endParaRPr lang="en-US" altLang="ko-KR" sz="1200">
              <a:solidFill>
                <a:srgbClr val="898989"/>
              </a:solidFill>
              <a:latin typeface="Book Antiqua" panose="02040602050305030304" pitchFamily="18" charset="0"/>
            </a:endParaRPr>
          </a:p>
        </p:txBody>
      </p:sp>
      <p:pic>
        <p:nvPicPr>
          <p:cNvPr id="1026" name="Picture 2" descr="A novel nature-inspired meta-heuristic algorithm for optimization: bear  smell search algorithm | Soft Computing">
            <a:extLst>
              <a:ext uri="{FF2B5EF4-FFF2-40B4-BE49-F238E27FC236}">
                <a16:creationId xmlns:a16="http://schemas.microsoft.com/office/drawing/2014/main" id="{1C928A4F-9E3F-FB0E-62F1-DA16ACDBBE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4738" y="3501008"/>
            <a:ext cx="5694523" cy="2486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726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9676C5D-244C-B1E9-EA72-7014F7FD7F0B}"/>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8434" name="바닥글 개체 틀 4">
            <a:extLst>
              <a:ext uri="{FF2B5EF4-FFF2-40B4-BE49-F238E27FC236}">
                <a16:creationId xmlns:a16="http://schemas.microsoft.com/office/drawing/2014/main" id="{E5C13B21-C665-CBE2-C6B0-163FC405656E}"/>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11268" name="슬라이드 번호 개체 틀 8">
            <a:extLst>
              <a:ext uri="{FF2B5EF4-FFF2-40B4-BE49-F238E27FC236}">
                <a16:creationId xmlns:a16="http://schemas.microsoft.com/office/drawing/2014/main" id="{6AFC46EF-4416-1714-4526-5A87D515E20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F54071F9-5B2F-4385-9603-F49F9145B761}" type="slidenum">
              <a:rPr lang="ko-KR" altLang="en-US" sz="1200">
                <a:solidFill>
                  <a:srgbClr val="898989"/>
                </a:solidFill>
                <a:latin typeface="Book Antiqua" panose="02040602050305030304" pitchFamily="18" charset="0"/>
              </a:rPr>
              <a:pPr>
                <a:lnSpc>
                  <a:spcPct val="100000"/>
                </a:lnSpc>
                <a:spcBef>
                  <a:spcPct val="0"/>
                </a:spcBef>
                <a:buFontTx/>
                <a:buNone/>
              </a:pPr>
              <a:t>9</a:t>
            </a:fld>
            <a:endParaRPr lang="en-US" altLang="ko-KR" sz="1200">
              <a:solidFill>
                <a:srgbClr val="898989"/>
              </a:solidFill>
              <a:latin typeface="Book Antiqua" panose="02040602050305030304" pitchFamily="18" charset="0"/>
            </a:endParaRPr>
          </a:p>
        </p:txBody>
      </p:sp>
      <p:sp>
        <p:nvSpPr>
          <p:cNvPr id="26" name="직사각형 25">
            <a:extLst>
              <a:ext uri="{FF2B5EF4-FFF2-40B4-BE49-F238E27FC236}">
                <a16:creationId xmlns:a16="http://schemas.microsoft.com/office/drawing/2014/main" id="{61649C51-C318-4A79-90E5-78A26CD82EEE}"/>
              </a:ext>
            </a:extLst>
          </p:cNvPr>
          <p:cNvSpPr/>
          <p:nvPr/>
        </p:nvSpPr>
        <p:spPr>
          <a:xfrm>
            <a:off x="121068" y="1104904"/>
            <a:ext cx="8915428" cy="360358"/>
          </a:xfrm>
          <a:prstGeom prst="rect">
            <a:avLst/>
          </a:prstGeom>
          <a:solidFill>
            <a:schemeClr val="tx2">
              <a:lumMod val="20000"/>
              <a:lumOff val="8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200" dirty="0">
                <a:solidFill>
                  <a:schemeClr val="tx1"/>
                </a:solidFill>
                <a:latin typeface="Consolas" panose="020B0609020204030204" pitchFamily="49" charset="0"/>
              </a:rPr>
              <a:t>optimizer.py </a:t>
            </a:r>
            <a:r>
              <a:rPr lang="en-US" altLang="ko-KR" sz="1200" dirty="0">
                <a:solidFill>
                  <a:schemeClr val="tx1"/>
                </a:solidFill>
              </a:rPr>
              <a:t>: Modified</a:t>
            </a:r>
            <a:r>
              <a:rPr lang="ko-KR" altLang="en-US" sz="1200" dirty="0">
                <a:solidFill>
                  <a:schemeClr val="tx1"/>
                </a:solidFill>
              </a:rPr>
              <a:t> </a:t>
            </a:r>
            <a:r>
              <a:rPr lang="en-US" altLang="ko-KR" sz="1200" dirty="0">
                <a:solidFill>
                  <a:schemeClr val="tx1"/>
                </a:solidFill>
              </a:rPr>
              <a:t>configuration</a:t>
            </a:r>
            <a:endParaRPr lang="ko-KR" altLang="en-US" sz="1200" dirty="0">
              <a:solidFill>
                <a:schemeClr val="tx1"/>
              </a:solidFill>
            </a:endParaRPr>
          </a:p>
        </p:txBody>
      </p:sp>
      <p:grpSp>
        <p:nvGrpSpPr>
          <p:cNvPr id="5" name="그룹 4">
            <a:extLst>
              <a:ext uri="{FF2B5EF4-FFF2-40B4-BE49-F238E27FC236}">
                <a16:creationId xmlns:a16="http://schemas.microsoft.com/office/drawing/2014/main" id="{FA1CC7BB-4C23-4FDF-9DAC-A0A493CF6C44}"/>
              </a:ext>
            </a:extLst>
          </p:cNvPr>
          <p:cNvGrpSpPr/>
          <p:nvPr/>
        </p:nvGrpSpPr>
        <p:grpSpPr>
          <a:xfrm>
            <a:off x="268795" y="1645578"/>
            <a:ext cx="8708978" cy="4464050"/>
            <a:chOff x="327518" y="1845270"/>
            <a:chExt cx="8708978" cy="4464050"/>
          </a:xfrm>
        </p:grpSpPr>
        <p:sp>
          <p:nvSpPr>
            <p:cNvPr id="7" name="직사각형 6">
              <a:extLst>
                <a:ext uri="{FF2B5EF4-FFF2-40B4-BE49-F238E27FC236}">
                  <a16:creationId xmlns:a16="http://schemas.microsoft.com/office/drawing/2014/main" id="{D311138F-7CB9-88A8-98AD-61610C2803A9}"/>
                </a:ext>
              </a:extLst>
            </p:cNvPr>
            <p:cNvSpPr/>
            <p:nvPr/>
          </p:nvSpPr>
          <p:spPr>
            <a:xfrm>
              <a:off x="3853308" y="1845270"/>
              <a:ext cx="223202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a:solidFill>
                    <a:schemeClr val="tx1"/>
                  </a:solidFill>
                  <a:latin typeface="Courier New" panose="02070309020205020404" pitchFamily="49" charset="0"/>
                  <a:cs typeface="Courier New" panose="02070309020205020404" pitchFamily="49" charset="0"/>
                </a:rPr>
                <a:t>Optimizer</a:t>
              </a:r>
            </a:p>
          </p:txBody>
        </p:sp>
        <p:sp>
          <p:nvSpPr>
            <p:cNvPr id="11" name="직사각형 10">
              <a:extLst>
                <a:ext uri="{FF2B5EF4-FFF2-40B4-BE49-F238E27FC236}">
                  <a16:creationId xmlns:a16="http://schemas.microsoft.com/office/drawing/2014/main" id="{6AEEE826-B23C-2D63-F068-A3DE5CAFE606}"/>
                </a:ext>
              </a:extLst>
            </p:cNvPr>
            <p:cNvSpPr/>
            <p:nvPr/>
          </p:nvSpPr>
          <p:spPr>
            <a:xfrm>
              <a:off x="6372671" y="3350220"/>
              <a:ext cx="266382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err="1">
                  <a:solidFill>
                    <a:srgbClr val="0033CC"/>
                  </a:solidFill>
                  <a:latin typeface="Courier New" panose="02070309020205020404" pitchFamily="49" charset="0"/>
                  <a:cs typeface="Courier New" panose="02070309020205020404" pitchFamily="49" charset="0"/>
                </a:rPr>
                <a:t>SimulatedAnnealing</a:t>
              </a:r>
              <a:endParaRPr lang="en-US" altLang="ko-KR" b="1" dirty="0">
                <a:solidFill>
                  <a:srgbClr val="0033CC"/>
                </a:solidFill>
                <a:latin typeface="Courier New" panose="02070309020205020404" pitchFamily="49" charset="0"/>
                <a:cs typeface="Courier New" panose="02070309020205020404" pitchFamily="49" charset="0"/>
              </a:endParaRPr>
            </a:p>
          </p:txBody>
        </p:sp>
        <p:cxnSp>
          <p:nvCxnSpPr>
            <p:cNvPr id="3" name="직선 연결선 2">
              <a:extLst>
                <a:ext uri="{FF2B5EF4-FFF2-40B4-BE49-F238E27FC236}">
                  <a16:creationId xmlns:a16="http://schemas.microsoft.com/office/drawing/2014/main" id="{D44695A4-3F2C-B237-1026-F058CE317C85}"/>
                </a:ext>
              </a:extLst>
            </p:cNvPr>
            <p:cNvCxnSpPr>
              <a:stCxn id="7" idx="2"/>
              <a:endCxn id="9" idx="0"/>
            </p:cNvCxnSpPr>
            <p:nvPr/>
          </p:nvCxnSpPr>
          <p:spPr>
            <a:xfrm flipH="1">
              <a:off x="2953196" y="2205632"/>
              <a:ext cx="2016125" cy="4206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AC404741-081E-7097-A344-01359CD24479}"/>
                </a:ext>
              </a:extLst>
            </p:cNvPr>
            <p:cNvCxnSpPr>
              <a:stCxn id="7" idx="2"/>
              <a:endCxn id="15" idx="0"/>
            </p:cNvCxnSpPr>
            <p:nvPr/>
          </p:nvCxnSpPr>
          <p:spPr>
            <a:xfrm>
              <a:off x="4969321" y="2205632"/>
              <a:ext cx="1871662" cy="4206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직사각형 19">
              <a:extLst>
                <a:ext uri="{FF2B5EF4-FFF2-40B4-BE49-F238E27FC236}">
                  <a16:creationId xmlns:a16="http://schemas.microsoft.com/office/drawing/2014/main" id="{50A029C7-80C2-89EB-D0D1-5C895B8CEE9B}"/>
                </a:ext>
              </a:extLst>
            </p:cNvPr>
            <p:cNvSpPr/>
            <p:nvPr/>
          </p:nvSpPr>
          <p:spPr>
            <a:xfrm>
              <a:off x="6372671" y="4075707"/>
              <a:ext cx="503237" cy="360363"/>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a:solidFill>
                    <a:schemeClr val="bg1">
                      <a:lumMod val="50000"/>
                    </a:schemeClr>
                  </a:solidFill>
                  <a:latin typeface="Courier New" panose="02070309020205020404" pitchFamily="49" charset="0"/>
                  <a:cs typeface="Courier New" panose="02070309020205020404" pitchFamily="49" charset="0"/>
                </a:rPr>
                <a:t>GA</a:t>
              </a:r>
            </a:p>
          </p:txBody>
        </p:sp>
        <p:sp>
          <p:nvSpPr>
            <p:cNvPr id="23" name="직사각형 22">
              <a:extLst>
                <a:ext uri="{FF2B5EF4-FFF2-40B4-BE49-F238E27FC236}">
                  <a16:creationId xmlns:a16="http://schemas.microsoft.com/office/drawing/2014/main" id="{5CCA5267-AFFF-AD01-B6A5-E7C269A38088}"/>
                </a:ext>
              </a:extLst>
            </p:cNvPr>
            <p:cNvSpPr/>
            <p:nvPr/>
          </p:nvSpPr>
          <p:spPr>
            <a:xfrm>
              <a:off x="2556321" y="5228232"/>
              <a:ext cx="2232025" cy="360363"/>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a:solidFill>
                    <a:srgbClr val="0033CC"/>
                  </a:solidFill>
                  <a:latin typeface="Courier New" panose="02070309020205020404" pitchFamily="49" charset="0"/>
                  <a:cs typeface="Courier New" panose="02070309020205020404" pitchFamily="49" charset="0"/>
                </a:rPr>
                <a:t>Stochastic</a:t>
              </a:r>
              <a:endParaRPr lang="en-US" altLang="ko-KR" b="1" dirty="0">
                <a:solidFill>
                  <a:schemeClr val="tx1"/>
                </a:solidFill>
                <a:latin typeface="Courier New" panose="02070309020205020404" pitchFamily="49" charset="0"/>
                <a:cs typeface="Courier New" panose="02070309020205020404" pitchFamily="49" charset="0"/>
              </a:endParaRPr>
            </a:p>
          </p:txBody>
        </p:sp>
        <p:sp>
          <p:nvSpPr>
            <p:cNvPr id="24" name="직사각형 23">
              <a:extLst>
                <a:ext uri="{FF2B5EF4-FFF2-40B4-BE49-F238E27FC236}">
                  <a16:creationId xmlns:a16="http://schemas.microsoft.com/office/drawing/2014/main" id="{96E2629D-18D3-926C-7A18-00E8F49B2288}"/>
                </a:ext>
              </a:extLst>
            </p:cNvPr>
            <p:cNvSpPr/>
            <p:nvPr/>
          </p:nvSpPr>
          <p:spPr>
            <a:xfrm>
              <a:off x="2556321" y="4507507"/>
              <a:ext cx="2232025" cy="360363"/>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err="1">
                  <a:solidFill>
                    <a:schemeClr val="tx1"/>
                  </a:solidFill>
                  <a:latin typeface="Courier New" panose="02070309020205020404" pitchFamily="49" charset="0"/>
                  <a:cs typeface="Courier New" panose="02070309020205020404" pitchFamily="49" charset="0"/>
                </a:rPr>
                <a:t>FirstChoice</a:t>
              </a:r>
              <a:endParaRPr lang="en-US" altLang="ko-KR" b="1" dirty="0">
                <a:solidFill>
                  <a:schemeClr val="tx1"/>
                </a:solidFill>
                <a:latin typeface="Courier New" panose="02070309020205020404" pitchFamily="49" charset="0"/>
                <a:cs typeface="Courier New" panose="02070309020205020404" pitchFamily="49" charset="0"/>
              </a:endParaRPr>
            </a:p>
          </p:txBody>
        </p:sp>
        <p:sp>
          <p:nvSpPr>
            <p:cNvPr id="25" name="직사각형 24">
              <a:extLst>
                <a:ext uri="{FF2B5EF4-FFF2-40B4-BE49-F238E27FC236}">
                  <a16:creationId xmlns:a16="http://schemas.microsoft.com/office/drawing/2014/main" id="{90364BF3-1E78-3C20-3CEB-9F4CE79E92C8}"/>
                </a:ext>
              </a:extLst>
            </p:cNvPr>
            <p:cNvSpPr/>
            <p:nvPr/>
          </p:nvSpPr>
          <p:spPr>
            <a:xfrm>
              <a:off x="2556321" y="5948957"/>
              <a:ext cx="2232025" cy="360363"/>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err="1">
                  <a:solidFill>
                    <a:schemeClr val="tx1"/>
                  </a:solidFill>
                  <a:latin typeface="Courier New" panose="02070309020205020404" pitchFamily="49" charset="0"/>
                  <a:cs typeface="Courier New" panose="02070309020205020404" pitchFamily="49" charset="0"/>
                </a:rPr>
                <a:t>GradientDescent</a:t>
              </a:r>
              <a:endParaRPr lang="en-US" altLang="ko-KR" b="1" dirty="0">
                <a:solidFill>
                  <a:schemeClr val="tx1"/>
                </a:solidFill>
                <a:latin typeface="Courier New" panose="02070309020205020404" pitchFamily="49" charset="0"/>
                <a:cs typeface="Courier New" panose="02070309020205020404" pitchFamily="49" charset="0"/>
              </a:endParaRPr>
            </a:p>
          </p:txBody>
        </p:sp>
        <p:sp>
          <p:nvSpPr>
            <p:cNvPr id="22" name="직사각형 21">
              <a:extLst>
                <a:ext uri="{FF2B5EF4-FFF2-40B4-BE49-F238E27FC236}">
                  <a16:creationId xmlns:a16="http://schemas.microsoft.com/office/drawing/2014/main" id="{D19840F2-203C-8892-E08D-8146147DB6E5}"/>
                </a:ext>
              </a:extLst>
            </p:cNvPr>
            <p:cNvSpPr/>
            <p:nvPr/>
          </p:nvSpPr>
          <p:spPr>
            <a:xfrm>
              <a:off x="2556321" y="3782020"/>
              <a:ext cx="223202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err="1">
                  <a:solidFill>
                    <a:schemeClr val="tx1"/>
                  </a:solidFill>
                  <a:latin typeface="Courier New" panose="02070309020205020404" pitchFamily="49" charset="0"/>
                  <a:cs typeface="Courier New" panose="02070309020205020404" pitchFamily="49" charset="0"/>
                </a:rPr>
                <a:t>SteepestAscent</a:t>
              </a:r>
              <a:endParaRPr lang="en-US" altLang="ko-KR" b="1" dirty="0">
                <a:solidFill>
                  <a:schemeClr val="tx1"/>
                </a:solidFill>
                <a:latin typeface="Courier New" panose="02070309020205020404" pitchFamily="49" charset="0"/>
                <a:cs typeface="Courier New" panose="02070309020205020404" pitchFamily="49" charset="0"/>
              </a:endParaRPr>
            </a:p>
          </p:txBody>
        </p:sp>
        <p:cxnSp>
          <p:nvCxnSpPr>
            <p:cNvPr id="10" name="직선 연결선 9">
              <a:extLst>
                <a:ext uri="{FF2B5EF4-FFF2-40B4-BE49-F238E27FC236}">
                  <a16:creationId xmlns:a16="http://schemas.microsoft.com/office/drawing/2014/main" id="{39779F17-34BC-59C1-37A4-0F418F66101D}"/>
                </a:ext>
              </a:extLst>
            </p:cNvPr>
            <p:cNvCxnSpPr/>
            <p:nvPr/>
          </p:nvCxnSpPr>
          <p:spPr>
            <a:xfrm>
              <a:off x="2195958" y="3397845"/>
              <a:ext cx="0" cy="2735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F7AA622B-DEE6-2D6F-C10C-17DFC6F0437C}"/>
                </a:ext>
              </a:extLst>
            </p:cNvPr>
            <p:cNvCxnSpPr/>
            <p:nvPr/>
          </p:nvCxnSpPr>
          <p:spPr>
            <a:xfrm>
              <a:off x="2195958" y="3955057"/>
              <a:ext cx="3603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4D9051B7-4FA6-3AE0-FB9B-CD4FD057F981}"/>
                </a:ext>
              </a:extLst>
            </p:cNvPr>
            <p:cNvCxnSpPr/>
            <p:nvPr/>
          </p:nvCxnSpPr>
          <p:spPr>
            <a:xfrm>
              <a:off x="2195958" y="4685307"/>
              <a:ext cx="3603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1687AB37-EB77-1362-306A-24D1F8E4D993}"/>
                </a:ext>
              </a:extLst>
            </p:cNvPr>
            <p:cNvCxnSpPr/>
            <p:nvPr/>
          </p:nvCxnSpPr>
          <p:spPr>
            <a:xfrm>
              <a:off x="2195958" y="5413970"/>
              <a:ext cx="3603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7A8ED53B-C5CB-6496-B33C-B656B3695988}"/>
                </a:ext>
              </a:extLst>
            </p:cNvPr>
            <p:cNvCxnSpPr/>
            <p:nvPr/>
          </p:nvCxnSpPr>
          <p:spPr>
            <a:xfrm>
              <a:off x="2195958" y="6129932"/>
              <a:ext cx="3603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2E8B3778-4CC8-C3B1-CD97-AC1E4DFC1AB0}"/>
                </a:ext>
              </a:extLst>
            </p:cNvPr>
            <p:cNvCxnSpPr/>
            <p:nvPr/>
          </p:nvCxnSpPr>
          <p:spPr>
            <a:xfrm>
              <a:off x="6012308" y="2977157"/>
              <a:ext cx="0" cy="1295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58CAEED8-8935-3612-101D-32C18695AFDF}"/>
                </a:ext>
              </a:extLst>
            </p:cNvPr>
            <p:cNvCxnSpPr/>
            <p:nvPr/>
          </p:nvCxnSpPr>
          <p:spPr>
            <a:xfrm>
              <a:off x="6012308" y="3534370"/>
              <a:ext cx="3603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CAF55FEC-AACA-567B-102D-882F64758C97}"/>
                </a:ext>
              </a:extLst>
            </p:cNvPr>
            <p:cNvCxnSpPr/>
            <p:nvPr/>
          </p:nvCxnSpPr>
          <p:spPr>
            <a:xfrm>
              <a:off x="6012308" y="4264620"/>
              <a:ext cx="3603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0BEDC736-BD6E-F895-BDE5-7A289A6CB015}"/>
                </a:ext>
              </a:extLst>
            </p:cNvPr>
            <p:cNvSpPr/>
            <p:nvPr/>
          </p:nvSpPr>
          <p:spPr>
            <a:xfrm>
              <a:off x="1837183" y="2626320"/>
              <a:ext cx="223202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err="1">
                  <a:solidFill>
                    <a:schemeClr val="tx1"/>
                  </a:solidFill>
                  <a:latin typeface="Courier New" panose="02070309020205020404" pitchFamily="49" charset="0"/>
                  <a:cs typeface="Courier New" panose="02070309020205020404" pitchFamily="49" charset="0"/>
                </a:rPr>
                <a:t>HillClimbing</a:t>
              </a:r>
              <a:endParaRPr lang="en-US" altLang="ko-KR" b="1" dirty="0">
                <a:solidFill>
                  <a:schemeClr val="tx1"/>
                </a:solidFill>
                <a:latin typeface="Courier New" panose="02070309020205020404" pitchFamily="49" charset="0"/>
                <a:cs typeface="Courier New" panose="02070309020205020404" pitchFamily="49" charset="0"/>
              </a:endParaRPr>
            </a:p>
          </p:txBody>
        </p:sp>
        <p:sp>
          <p:nvSpPr>
            <p:cNvPr id="15" name="직사각형 14">
              <a:extLst>
                <a:ext uri="{FF2B5EF4-FFF2-40B4-BE49-F238E27FC236}">
                  <a16:creationId xmlns:a16="http://schemas.microsoft.com/office/drawing/2014/main" id="{180995A1-1119-8F21-4E93-B5F042B55E26}"/>
                </a:ext>
              </a:extLst>
            </p:cNvPr>
            <p:cNvSpPr/>
            <p:nvPr/>
          </p:nvSpPr>
          <p:spPr>
            <a:xfrm>
              <a:off x="5724971" y="2626320"/>
              <a:ext cx="223202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err="1">
                  <a:solidFill>
                    <a:schemeClr val="tx1"/>
                  </a:solidFill>
                  <a:latin typeface="Courier New" panose="02070309020205020404" pitchFamily="49" charset="0"/>
                  <a:cs typeface="Courier New" panose="02070309020205020404" pitchFamily="49" charset="0"/>
                </a:rPr>
                <a:t>MetaHeuristics</a:t>
              </a:r>
              <a:endParaRPr lang="en-US" altLang="ko-KR" b="1" dirty="0">
                <a:solidFill>
                  <a:schemeClr val="tx1"/>
                </a:solidFill>
                <a:latin typeface="Courier New" panose="02070309020205020404" pitchFamily="49" charset="0"/>
                <a:cs typeface="Courier New" panose="02070309020205020404" pitchFamily="49" charset="0"/>
              </a:endParaRPr>
            </a:p>
          </p:txBody>
        </p:sp>
        <p:sp>
          <p:nvSpPr>
            <p:cNvPr id="30" name="TextBox 29">
              <a:extLst>
                <a:ext uri="{FF2B5EF4-FFF2-40B4-BE49-F238E27FC236}">
                  <a16:creationId xmlns:a16="http://schemas.microsoft.com/office/drawing/2014/main" id="{3F852FFB-D37A-8ED3-6485-254879D6A0B8}"/>
                </a:ext>
              </a:extLst>
            </p:cNvPr>
            <p:cNvSpPr txBox="1"/>
            <p:nvPr/>
          </p:nvSpPr>
          <p:spPr>
            <a:xfrm>
              <a:off x="1837183" y="3018432"/>
              <a:ext cx="2230438" cy="369888"/>
            </a:xfrm>
            <a:prstGeom prst="rect">
              <a:avLst/>
            </a:prstGeom>
            <a:solidFill>
              <a:schemeClr val="accent3">
                <a:lumMod val="20000"/>
                <a:lumOff val="80000"/>
              </a:schemeClr>
            </a:solidFill>
            <a:ln>
              <a:solidFill>
                <a:schemeClr val="tx1"/>
              </a:solidFill>
            </a:ln>
          </p:spPr>
          <p:txBody>
            <a:bodyPr>
              <a:spAutoFit/>
            </a:bodyPr>
            <a:lstStyle/>
            <a:p>
              <a:pPr algn="ctr">
                <a:defRPr/>
              </a:pPr>
              <a:r>
                <a:rPr lang="en-US" altLang="ko-KR" b="1" dirty="0" err="1">
                  <a:solidFill>
                    <a:srgbClr val="0033CC"/>
                  </a:solidFill>
                  <a:latin typeface="Courier New" panose="02070309020205020404" pitchFamily="49" charset="0"/>
                  <a:cs typeface="Courier New" panose="02070309020205020404" pitchFamily="49" charset="0"/>
                </a:rPr>
                <a:t>randomRestart</a:t>
              </a:r>
              <a:endParaRPr lang="en-US" altLang="ko-KR" b="1" dirty="0">
                <a:solidFill>
                  <a:srgbClr val="0033CC"/>
                </a:solidFill>
                <a:latin typeface="Courier New" panose="02070309020205020404" pitchFamily="49" charset="0"/>
                <a:cs typeface="Courier New" panose="02070309020205020404" pitchFamily="49" charset="0"/>
              </a:endParaRPr>
            </a:p>
          </p:txBody>
        </p:sp>
        <p:sp>
          <p:nvSpPr>
            <p:cNvPr id="2" name="설명선: 선 1">
              <a:extLst>
                <a:ext uri="{FF2B5EF4-FFF2-40B4-BE49-F238E27FC236}">
                  <a16:creationId xmlns:a16="http://schemas.microsoft.com/office/drawing/2014/main" id="{002AA71C-1232-4E62-8CC5-3E6A4B6DD14E}"/>
                </a:ext>
              </a:extLst>
            </p:cNvPr>
            <p:cNvSpPr/>
            <p:nvPr/>
          </p:nvSpPr>
          <p:spPr>
            <a:xfrm>
              <a:off x="327518" y="3709089"/>
              <a:ext cx="1613742" cy="726981"/>
            </a:xfrm>
            <a:prstGeom prst="borderCallout1">
              <a:avLst>
                <a:gd name="adj1" fmla="val 286"/>
                <a:gd name="adj2" fmla="val 67023"/>
                <a:gd name="adj3" fmla="val -61105"/>
                <a:gd name="adj4" fmla="val 106769"/>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Helvetica" pitchFamily="2" charset="0"/>
                  <a:ea typeface="나눔스퀘어_ac" panose="020B0600000101010101" pitchFamily="50" charset="-127"/>
                </a:rPr>
                <a:t>Implemented as function inside </a:t>
              </a:r>
              <a:r>
                <a:rPr lang="en-US" altLang="ko-KR" sz="1200" dirty="0" err="1">
                  <a:solidFill>
                    <a:schemeClr val="tx1"/>
                  </a:solidFill>
                  <a:latin typeface="Helvetica" pitchFamily="2" charset="0"/>
                  <a:ea typeface="나눔스퀘어_ac" panose="020B0600000101010101" pitchFamily="50" charset="-127"/>
                </a:rPr>
                <a:t>HillClimbing</a:t>
              </a:r>
              <a:r>
                <a:rPr lang="en-US" altLang="ko-KR" sz="1200" dirty="0">
                  <a:solidFill>
                    <a:schemeClr val="tx1"/>
                  </a:solidFill>
                  <a:latin typeface="Helvetica" pitchFamily="2" charset="0"/>
                  <a:ea typeface="나눔스퀘어_ac" panose="020B0600000101010101" pitchFamily="50" charset="-127"/>
                </a:rPr>
                <a:t> class (method)</a:t>
              </a:r>
              <a:endParaRPr lang="ko-KR" altLang="en-US" sz="1200" dirty="0">
                <a:solidFill>
                  <a:schemeClr val="tx1"/>
                </a:solidFill>
                <a:latin typeface="Helvetica" pitchFamily="2" charset="0"/>
                <a:ea typeface="나눔스퀘어_ac" panose="020B0600000101010101" pitchFamily="50" charset="-127"/>
              </a:endParaRPr>
            </a:p>
          </p:txBody>
        </p:sp>
      </p:grpSp>
      <p:sp>
        <p:nvSpPr>
          <p:cNvPr id="4" name="설명선: 선 3">
            <a:extLst>
              <a:ext uri="{FF2B5EF4-FFF2-40B4-BE49-F238E27FC236}">
                <a16:creationId xmlns:a16="http://schemas.microsoft.com/office/drawing/2014/main" id="{572420D1-9C3A-2CDA-F430-903B53691B31}"/>
              </a:ext>
            </a:extLst>
          </p:cNvPr>
          <p:cNvSpPr/>
          <p:nvPr/>
        </p:nvSpPr>
        <p:spPr>
          <a:xfrm>
            <a:off x="6383703" y="4558994"/>
            <a:ext cx="1246124" cy="358384"/>
          </a:xfrm>
          <a:prstGeom prst="borderCallout1">
            <a:avLst>
              <a:gd name="adj1" fmla="val 286"/>
              <a:gd name="adj2" fmla="val 67023"/>
              <a:gd name="adj3" fmla="val -97925"/>
              <a:gd name="adj4" fmla="val 21285"/>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Helvetica" pitchFamily="2" charset="0"/>
                <a:ea typeface="나눔스퀘어_ac" panose="020B0600000101010101" pitchFamily="50" charset="-127"/>
              </a:rPr>
              <a:t>Topic for later lectures</a:t>
            </a:r>
            <a:endParaRPr lang="ko-KR" altLang="en-US" sz="1200" dirty="0">
              <a:solidFill>
                <a:schemeClr val="tx1"/>
              </a:solidFill>
              <a:latin typeface="Helvetica" pitchFamily="2" charset="0"/>
              <a:ea typeface="나눔스퀘어_ac" panose="020B0600000101010101" pitchFamily="50"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0D65F9C0-F94A-4E82-DC7C-04F76B359698}"/>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sz="1400" dirty="0"/>
              <a:t>All </a:t>
            </a:r>
            <a:r>
              <a:rPr lang="en-US" sz="1400" b="1" dirty="0"/>
              <a:t>Hill-Climbing</a:t>
            </a:r>
            <a:r>
              <a:rPr lang="en-US" sz="1400" dirty="0"/>
              <a:t> algorithms are fundamentally executed through </a:t>
            </a:r>
            <a:r>
              <a:rPr lang="en-US" sz="1400" b="1" dirty="0" err="1"/>
              <a:t>randomRestart</a:t>
            </a:r>
            <a:r>
              <a:rPr lang="en-US" sz="1400" dirty="0"/>
              <a:t>, and they operate by repeating the execution of the selected algorithm for a specified number of times </a:t>
            </a:r>
            <a:r>
              <a:rPr lang="en-US" sz="1200" dirty="0"/>
              <a:t>(e.g., repeating the execution a number of times influences the initial solution generated randomly) </a:t>
            </a:r>
            <a:r>
              <a:rPr lang="en-US" sz="1400" dirty="0"/>
              <a:t>and selecting the best solution among them.</a:t>
            </a:r>
            <a:endParaRPr lang="en-US" altLang="ko-KR" sz="1400" dirty="0"/>
          </a:p>
          <a:p>
            <a:pPr marL="611188" lvl="1" indent="-287338" eaLnBrk="1" latinLnBrk="0" hangingPunct="1"/>
            <a:r>
              <a:rPr lang="en-US" sz="1400" dirty="0"/>
              <a:t>Each hill climbing algorithm itself has its own </a:t>
            </a:r>
            <a:r>
              <a:rPr lang="en-US" sz="1400" b="1" dirty="0"/>
              <a:t>run</a:t>
            </a:r>
            <a:r>
              <a:rPr lang="en-US" sz="1400" dirty="0"/>
              <a:t> method, but if the </a:t>
            </a:r>
            <a:r>
              <a:rPr lang="en-US" sz="1400" b="1" dirty="0" err="1">
                <a:latin typeface="Consolas" panose="020B0609020204030204" pitchFamily="49" charset="0"/>
              </a:rPr>
              <a:t>randomRestart</a:t>
            </a:r>
            <a:r>
              <a:rPr lang="en-US" sz="1400" dirty="0"/>
              <a:t> method is executed, inherited from the </a:t>
            </a:r>
            <a:r>
              <a:rPr lang="en-US" sz="1400" dirty="0" err="1">
                <a:latin typeface="Consolas" panose="020B0609020204030204" pitchFamily="49" charset="0"/>
              </a:rPr>
              <a:t>HillClimbing</a:t>
            </a:r>
            <a:r>
              <a:rPr lang="en-US" sz="1400" dirty="0"/>
              <a:t> class, the </a:t>
            </a:r>
            <a:r>
              <a:rPr lang="en-US" sz="1400" dirty="0" err="1">
                <a:latin typeface="Consolas" panose="020B0609020204030204" pitchFamily="49" charset="0"/>
              </a:rPr>
              <a:t>randomRestart</a:t>
            </a:r>
            <a:r>
              <a:rPr lang="en-US" sz="1400" dirty="0"/>
              <a:t> method operates by executing the </a:t>
            </a:r>
            <a:r>
              <a:rPr lang="en-US" sz="1400" b="1" dirty="0"/>
              <a:t>run</a:t>
            </a:r>
            <a:r>
              <a:rPr lang="en-US" sz="1400" dirty="0"/>
              <a:t> method defined in the algorithm selected by the user.</a:t>
            </a:r>
            <a:endParaRPr lang="en-US" altLang="ko-KR" sz="1400" dirty="0"/>
          </a:p>
          <a:p>
            <a:pPr marL="611188" lvl="1" indent="-287338" eaLnBrk="1" latinLnBrk="0" hangingPunct="1"/>
            <a:r>
              <a:rPr lang="en-US" sz="1400" dirty="0"/>
              <a:t>Therefore, the </a:t>
            </a:r>
            <a:r>
              <a:rPr lang="en-US" sz="1400" b="1" dirty="0" err="1">
                <a:latin typeface="Consolas" panose="020B0609020204030204" pitchFamily="49" charset="0"/>
              </a:rPr>
              <a:t>randomRestart</a:t>
            </a:r>
            <a:r>
              <a:rPr lang="en-US" sz="1400" dirty="0"/>
              <a:t> method, which is commonly used by a number of solution algorithms, is implemented in the </a:t>
            </a:r>
            <a:r>
              <a:rPr lang="en-US" sz="1400" b="1" dirty="0" err="1">
                <a:latin typeface="Consolas" panose="020B0609020204030204" pitchFamily="49" charset="0"/>
              </a:rPr>
              <a:t>HillClimbing</a:t>
            </a:r>
            <a:r>
              <a:rPr lang="en-US" sz="1400" dirty="0"/>
              <a:t> class (which is the superclass of all hill-climbing algorithms) and is inherited by the sub-classes.</a:t>
            </a:r>
            <a:endParaRPr lang="en-US" altLang="ko-KR" sz="1400" dirty="0"/>
          </a:p>
        </p:txBody>
      </p:sp>
      <p:sp>
        <p:nvSpPr>
          <p:cNvPr id="13315" name="Rectangle 2">
            <a:extLst>
              <a:ext uri="{FF2B5EF4-FFF2-40B4-BE49-F238E27FC236}">
                <a16:creationId xmlns:a16="http://schemas.microsoft.com/office/drawing/2014/main" id="{E515E6D0-8B9D-C424-2A75-8ADDE588FD6D}"/>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3317" name="슬라이드 번호 개체 틀 8">
            <a:extLst>
              <a:ext uri="{FF2B5EF4-FFF2-40B4-BE49-F238E27FC236}">
                <a16:creationId xmlns:a16="http://schemas.microsoft.com/office/drawing/2014/main" id="{80A60E9F-DE53-E1B6-AE1E-2FE0FDD114EC}"/>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7D76BC87-A4F2-484B-9895-982B70024CC4}" type="slidenum">
              <a:rPr lang="ko-KR" altLang="en-US" sz="1200">
                <a:solidFill>
                  <a:srgbClr val="898989"/>
                </a:solidFill>
                <a:latin typeface="Book Antiqua" panose="02040602050305030304" pitchFamily="18" charset="0"/>
              </a:rPr>
              <a:pPr>
                <a:lnSpc>
                  <a:spcPct val="100000"/>
                </a:lnSpc>
                <a:spcBef>
                  <a:spcPct val="0"/>
                </a:spcBef>
                <a:buFontTx/>
                <a:buNone/>
              </a:pPr>
              <a:t>10</a:t>
            </a:fld>
            <a:endParaRPr lang="en-US" altLang="ko-KR" sz="1200">
              <a:solidFill>
                <a:srgbClr val="898989"/>
              </a:solidFill>
              <a:latin typeface="Book Antiqua" panose="02040602050305030304" pitchFamily="18" charset="0"/>
            </a:endParaRPr>
          </a:p>
        </p:txBody>
      </p:sp>
      <p:pic>
        <p:nvPicPr>
          <p:cNvPr id="2" name="그림 1">
            <a:extLst>
              <a:ext uri="{FF2B5EF4-FFF2-40B4-BE49-F238E27FC236}">
                <a16:creationId xmlns:a16="http://schemas.microsoft.com/office/drawing/2014/main" id="{3A7A5D7C-4338-4BE5-93CC-F20F13408134}"/>
              </a:ext>
            </a:extLst>
          </p:cNvPr>
          <p:cNvPicPr>
            <a:picLocks noChangeAspect="1"/>
          </p:cNvPicPr>
          <p:nvPr/>
        </p:nvPicPr>
        <p:blipFill>
          <a:blip r:embed="rId3"/>
          <a:stretch>
            <a:fillRect/>
          </a:stretch>
        </p:blipFill>
        <p:spPr>
          <a:xfrm>
            <a:off x="350031" y="3889492"/>
            <a:ext cx="3781531" cy="1136986"/>
          </a:xfrm>
          <a:prstGeom prst="rect">
            <a:avLst/>
          </a:prstGeom>
        </p:spPr>
      </p:pic>
      <p:pic>
        <p:nvPicPr>
          <p:cNvPr id="3" name="그림 2">
            <a:extLst>
              <a:ext uri="{FF2B5EF4-FFF2-40B4-BE49-F238E27FC236}">
                <a16:creationId xmlns:a16="http://schemas.microsoft.com/office/drawing/2014/main" id="{983CB277-C28E-423B-BB36-7E68BA5A1555}"/>
              </a:ext>
            </a:extLst>
          </p:cNvPr>
          <p:cNvPicPr>
            <a:picLocks noChangeAspect="1"/>
          </p:cNvPicPr>
          <p:nvPr/>
        </p:nvPicPr>
        <p:blipFill>
          <a:blip r:embed="rId4"/>
          <a:stretch>
            <a:fillRect/>
          </a:stretch>
        </p:blipFill>
        <p:spPr>
          <a:xfrm>
            <a:off x="350031" y="5382905"/>
            <a:ext cx="2316081" cy="892744"/>
          </a:xfrm>
          <a:prstGeom prst="rect">
            <a:avLst/>
          </a:prstGeom>
        </p:spPr>
      </p:pic>
      <p:pic>
        <p:nvPicPr>
          <p:cNvPr id="10" name="그림 9">
            <a:extLst>
              <a:ext uri="{FF2B5EF4-FFF2-40B4-BE49-F238E27FC236}">
                <a16:creationId xmlns:a16="http://schemas.microsoft.com/office/drawing/2014/main" id="{6E0D4142-1942-40EE-8678-7098F0AA524F}"/>
              </a:ext>
            </a:extLst>
          </p:cNvPr>
          <p:cNvPicPr>
            <a:picLocks noChangeAspect="1"/>
          </p:cNvPicPr>
          <p:nvPr/>
        </p:nvPicPr>
        <p:blipFill>
          <a:blip r:embed="rId5"/>
          <a:stretch>
            <a:fillRect/>
          </a:stretch>
        </p:blipFill>
        <p:spPr>
          <a:xfrm>
            <a:off x="5358573" y="3695900"/>
            <a:ext cx="3730997" cy="1827599"/>
          </a:xfrm>
          <a:prstGeom prst="rect">
            <a:avLst/>
          </a:prstGeom>
        </p:spPr>
      </p:pic>
      <p:sp>
        <p:nvSpPr>
          <p:cNvPr id="20" name="설명선: 선 19">
            <a:extLst>
              <a:ext uri="{FF2B5EF4-FFF2-40B4-BE49-F238E27FC236}">
                <a16:creationId xmlns:a16="http://schemas.microsoft.com/office/drawing/2014/main" id="{441BD513-ED73-4809-89B9-F9F8BBA1CD3C}"/>
              </a:ext>
            </a:extLst>
          </p:cNvPr>
          <p:cNvSpPr/>
          <p:nvPr/>
        </p:nvSpPr>
        <p:spPr>
          <a:xfrm>
            <a:off x="6012160" y="5743702"/>
            <a:ext cx="2299810" cy="612648"/>
          </a:xfrm>
          <a:prstGeom prst="borderCallout1">
            <a:avLst>
              <a:gd name="adj1" fmla="val -2"/>
              <a:gd name="adj2" fmla="val -1087"/>
              <a:gd name="adj3" fmla="val 100435"/>
              <a:gd name="adj4" fmla="val -1045"/>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000" dirty="0">
                <a:solidFill>
                  <a:schemeClr val="tx1"/>
                </a:solidFill>
                <a:latin typeface="consolas" panose="020B0609020204030204" pitchFamily="49" charset="0"/>
              </a:rPr>
              <a:t>In </a:t>
            </a:r>
            <a:r>
              <a:rPr lang="en-US" altLang="ko-KR" sz="1000" dirty="0" err="1">
                <a:solidFill>
                  <a:schemeClr val="tx1"/>
                </a:solidFill>
                <a:latin typeface="consolas" panose="020B0609020204030204" pitchFamily="49" charset="0"/>
              </a:rPr>
              <a:t>alg</a:t>
            </a:r>
            <a:r>
              <a:rPr lang="en-US" altLang="ko-KR" sz="1000" dirty="0">
                <a:solidFill>
                  <a:schemeClr val="tx1"/>
                </a:solidFill>
                <a:latin typeface="consolas" panose="020B0609020204030204" pitchFamily="49" charset="0"/>
              </a:rPr>
              <a:t>=</a:t>
            </a:r>
            <a:r>
              <a:rPr lang="en-US" altLang="ko-KR" sz="1000" dirty="0" err="1">
                <a:solidFill>
                  <a:schemeClr val="tx1"/>
                </a:solidFill>
                <a:latin typeface="consolas" panose="020B0609020204030204" pitchFamily="49" charset="0"/>
              </a:rPr>
              <a:t>SteepestAscent</a:t>
            </a:r>
            <a:r>
              <a:rPr lang="en-US" altLang="ko-KR" sz="1000" dirty="0">
                <a:solidFill>
                  <a:schemeClr val="tx1"/>
                </a:solidFill>
                <a:latin typeface="consolas" panose="020B0609020204030204" pitchFamily="49" charset="0"/>
              </a:rPr>
              <a:t>()</a:t>
            </a:r>
            <a:r>
              <a:rPr lang="en-US" altLang="ko-KR" sz="1000" dirty="0">
                <a:solidFill>
                  <a:schemeClr val="tx1"/>
                </a:solidFill>
              </a:rPr>
              <a:t>, </a:t>
            </a:r>
            <a:r>
              <a:rPr lang="en-US" altLang="ko-KR" sz="1000" dirty="0">
                <a:solidFill>
                  <a:schemeClr val="tx1"/>
                </a:solidFill>
                <a:latin typeface="consolas" panose="020B0609020204030204" pitchFamily="49" charset="0"/>
              </a:rPr>
              <a:t>run</a:t>
            </a:r>
            <a:r>
              <a:rPr lang="en-US" altLang="ko-KR" sz="1000" dirty="0">
                <a:solidFill>
                  <a:schemeClr val="tx1"/>
                </a:solidFill>
              </a:rPr>
              <a:t> method</a:t>
            </a:r>
            <a:r>
              <a:rPr lang="ko-KR" altLang="en-US" sz="1000" dirty="0">
                <a:solidFill>
                  <a:schemeClr val="tx1"/>
                </a:solidFill>
              </a:rPr>
              <a:t> </a:t>
            </a:r>
            <a:r>
              <a:rPr lang="en-US" altLang="ko-KR" sz="1000" dirty="0">
                <a:solidFill>
                  <a:schemeClr val="tx1"/>
                </a:solidFill>
              </a:rPr>
              <a:t>under </a:t>
            </a:r>
            <a:r>
              <a:rPr lang="en-US" altLang="ko-KR" sz="1000" dirty="0" err="1">
                <a:solidFill>
                  <a:schemeClr val="tx1"/>
                </a:solidFill>
                <a:latin typeface="consolas" panose="020B0609020204030204" pitchFamily="49" charset="0"/>
              </a:rPr>
              <a:t>SteepestAscent</a:t>
            </a:r>
            <a:r>
              <a:rPr lang="en-US" altLang="ko-KR" sz="1000" dirty="0">
                <a:solidFill>
                  <a:schemeClr val="tx1"/>
                </a:solidFill>
                <a:latin typeface="consolas" panose="020B0609020204030204" pitchFamily="49" charset="0"/>
              </a:rPr>
              <a:t> class is</a:t>
            </a:r>
            <a:r>
              <a:rPr lang="ko-KR" altLang="en-US" sz="1000" dirty="0">
                <a:solidFill>
                  <a:schemeClr val="tx1"/>
                </a:solidFill>
              </a:rPr>
              <a:t> </a:t>
            </a:r>
            <a:r>
              <a:rPr lang="en-US" altLang="ko-KR" sz="1000" dirty="0" err="1">
                <a:solidFill>
                  <a:schemeClr val="tx1"/>
                </a:solidFill>
              </a:rPr>
              <a:t>extecuted</a:t>
            </a:r>
            <a:endParaRPr lang="ko-KR" altLang="en-US" sz="1000" dirty="0">
              <a:solidFill>
                <a:schemeClr val="tx1"/>
              </a:solidFill>
            </a:endParaRPr>
          </a:p>
        </p:txBody>
      </p:sp>
      <p:sp>
        <p:nvSpPr>
          <p:cNvPr id="21" name="직사각형 20">
            <a:extLst>
              <a:ext uri="{FF2B5EF4-FFF2-40B4-BE49-F238E27FC236}">
                <a16:creationId xmlns:a16="http://schemas.microsoft.com/office/drawing/2014/main" id="{2AE315AF-0D36-4AC2-8289-E21D467C834E}"/>
              </a:ext>
            </a:extLst>
          </p:cNvPr>
          <p:cNvSpPr/>
          <p:nvPr/>
        </p:nvSpPr>
        <p:spPr>
          <a:xfrm>
            <a:off x="3008201" y="4979876"/>
            <a:ext cx="2686655" cy="360358"/>
          </a:xfrm>
          <a:prstGeom prst="rect">
            <a:avLst/>
          </a:prstGeom>
          <a:solidFill>
            <a:schemeClr val="accent6">
              <a:lumMod val="20000"/>
              <a:lumOff val="8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200" dirty="0" err="1">
                <a:solidFill>
                  <a:schemeClr val="tx1"/>
                </a:solidFill>
                <a:latin typeface="consolas" panose="020B0609020204030204" pitchFamily="49" charset="0"/>
              </a:rPr>
              <a:t>HillClimbing</a:t>
            </a:r>
            <a:r>
              <a:rPr lang="en-US" altLang="ko-KR" sz="1200" dirty="0">
                <a:solidFill>
                  <a:schemeClr val="tx1"/>
                </a:solidFill>
              </a:rPr>
              <a:t> Class</a:t>
            </a:r>
            <a:endParaRPr lang="ko-KR" altLang="en-US" sz="1200" dirty="0">
              <a:solidFill>
                <a:schemeClr val="tx1"/>
              </a:solidFill>
            </a:endParaRPr>
          </a:p>
        </p:txBody>
      </p:sp>
      <p:pic>
        <p:nvPicPr>
          <p:cNvPr id="7" name="그림 6">
            <a:extLst>
              <a:ext uri="{FF2B5EF4-FFF2-40B4-BE49-F238E27FC236}">
                <a16:creationId xmlns:a16="http://schemas.microsoft.com/office/drawing/2014/main" id="{3EB51AC8-709A-4279-8740-C02EA70CACF0}"/>
              </a:ext>
            </a:extLst>
          </p:cNvPr>
          <p:cNvPicPr>
            <a:picLocks noChangeAspect="1"/>
          </p:cNvPicPr>
          <p:nvPr/>
        </p:nvPicPr>
        <p:blipFill>
          <a:blip r:embed="rId6"/>
          <a:stretch>
            <a:fillRect/>
          </a:stretch>
        </p:blipFill>
        <p:spPr>
          <a:xfrm>
            <a:off x="3008201" y="5330924"/>
            <a:ext cx="2681931" cy="1527105"/>
          </a:xfrm>
          <a:prstGeom prst="rect">
            <a:avLst/>
          </a:prstGeom>
        </p:spPr>
      </p:pic>
      <p:cxnSp>
        <p:nvCxnSpPr>
          <p:cNvPr id="6" name="직선 화살표 연결선 5">
            <a:extLst>
              <a:ext uri="{FF2B5EF4-FFF2-40B4-BE49-F238E27FC236}">
                <a16:creationId xmlns:a16="http://schemas.microsoft.com/office/drawing/2014/main" id="{0CF7073B-1A50-479A-8316-A5F6824A290E}"/>
              </a:ext>
            </a:extLst>
          </p:cNvPr>
          <p:cNvCxnSpPr>
            <a:cxnSpLocks/>
          </p:cNvCxnSpPr>
          <p:nvPr/>
        </p:nvCxnSpPr>
        <p:spPr>
          <a:xfrm flipV="1">
            <a:off x="2555776" y="5488670"/>
            <a:ext cx="501281" cy="172578"/>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6A6F5CCC-4FDF-403C-8716-E0E69C08D68C}"/>
              </a:ext>
            </a:extLst>
          </p:cNvPr>
          <p:cNvCxnSpPr>
            <a:cxnSpLocks/>
          </p:cNvCxnSpPr>
          <p:nvPr/>
        </p:nvCxnSpPr>
        <p:spPr>
          <a:xfrm flipV="1">
            <a:off x="4271262" y="5413259"/>
            <a:ext cx="1740898" cy="424008"/>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0FC73511-8780-4DC9-9A83-35C6E73CA0AB}"/>
              </a:ext>
            </a:extLst>
          </p:cNvPr>
          <p:cNvCxnSpPr>
            <a:cxnSpLocks/>
          </p:cNvCxnSpPr>
          <p:nvPr/>
        </p:nvCxnSpPr>
        <p:spPr>
          <a:xfrm flipV="1">
            <a:off x="4550662" y="5549181"/>
            <a:ext cx="856767" cy="1227886"/>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589E0EE-0439-74EB-9F16-BE4A7713A143}"/>
              </a:ext>
            </a:extLst>
          </p:cNvPr>
          <p:cNvSpPr txBox="1"/>
          <p:nvPr/>
        </p:nvSpPr>
        <p:spPr>
          <a:xfrm rot="5400000">
            <a:off x="695130" y="5030316"/>
            <a:ext cx="576064" cy="461665"/>
          </a:xfrm>
          <a:prstGeom prst="rect">
            <a:avLst/>
          </a:prstGeom>
          <a:noFill/>
        </p:spPr>
        <p:txBody>
          <a:bodyPr wrap="square">
            <a:spAutoFit/>
          </a:bodyPr>
          <a:lstStyle/>
          <a:p>
            <a:r>
              <a:rPr lang="en-US" altLang="ko-KR" sz="2400" dirty="0"/>
              <a:t>…</a:t>
            </a:r>
            <a:endParaRPr lang="ko-KR"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3">
            <a:extLst>
              <a:ext uri="{FF2B5EF4-FFF2-40B4-BE49-F238E27FC236}">
                <a16:creationId xmlns:a16="http://schemas.microsoft.com/office/drawing/2014/main" id="{C2D8FE83-7A64-FFD4-3F43-CE80EE38C14C}"/>
              </a:ext>
            </a:extLst>
          </p:cNvPr>
          <p:cNvSpPr>
            <a:spLocks noGrp="1" noChangeAspect="1" noChangeArrowheads="1"/>
          </p:cNvSpPr>
          <p:nvPr>
            <p:ph idx="1"/>
          </p:nvPr>
        </p:nvSpPr>
        <p:spPr>
          <a:xfrm>
            <a:off x="457200" y="981075"/>
            <a:ext cx="5076786" cy="5256213"/>
          </a:xfrm>
        </p:spPr>
        <p:txBody>
          <a:bodyPr/>
          <a:lstStyle/>
          <a:p>
            <a:pPr marL="287338" indent="-287338" eaLnBrk="1" latinLnBrk="0" hangingPunct="1"/>
            <a:r>
              <a:rPr lang="en-US" sz="1800" dirty="0"/>
              <a:t>When a </a:t>
            </a:r>
            <a:r>
              <a:rPr lang="en-US" sz="1800" b="1" dirty="0"/>
              <a:t>hill-climbing algorithm</a:t>
            </a:r>
            <a:r>
              <a:rPr lang="en-US" sz="1800" dirty="0"/>
              <a:t> is arbitrarily selected and executed</a:t>
            </a:r>
            <a:r>
              <a:rPr lang="en-US" altLang="ko-KR" sz="1800" dirty="0"/>
              <a:t>:</a:t>
            </a:r>
          </a:p>
          <a:p>
            <a:pPr marL="611188" lvl="1" indent="-287338" eaLnBrk="1" latinLnBrk="0" hangingPunct="1"/>
            <a:r>
              <a:rPr lang="en-US" sz="1600" dirty="0"/>
              <a:t>A </a:t>
            </a:r>
            <a:r>
              <a:rPr lang="en-US" sz="1600" b="1" dirty="0"/>
              <a:t>class instance </a:t>
            </a:r>
            <a:r>
              <a:rPr lang="en-US" sz="1600" dirty="0"/>
              <a:t>corresponding to the algorithm selected by the user is created and stored in </a:t>
            </a:r>
            <a:r>
              <a:rPr lang="en-US" sz="1600" b="1" dirty="0">
                <a:latin typeface="Courier New" panose="02070309020205020404" pitchFamily="49" charset="0"/>
                <a:cs typeface="Courier New" panose="02070309020205020404" pitchFamily="49" charset="0"/>
              </a:rPr>
              <a:t>alg</a:t>
            </a:r>
            <a:r>
              <a:rPr lang="en-US" sz="1600" dirty="0"/>
              <a:t>.</a:t>
            </a:r>
            <a:endParaRPr lang="en-US" altLang="ko-KR" sz="1600" dirty="0"/>
          </a:p>
          <a:p>
            <a:pPr marL="611188" lvl="1" indent="-287338" eaLnBrk="1" latinLnBrk="0" hangingPunct="1"/>
            <a:r>
              <a:rPr lang="en-US" altLang="ko-KR" sz="1600" dirty="0"/>
              <a:t>next, </a:t>
            </a:r>
            <a:r>
              <a:rPr lang="en-US" altLang="ko-KR" sz="1600" b="1" dirty="0" err="1">
                <a:latin typeface="Courier New" panose="02070309020205020404" pitchFamily="49" charset="0"/>
              </a:rPr>
              <a:t>alg.randomRestart</a:t>
            </a:r>
            <a:r>
              <a:rPr lang="ko-KR" altLang="en-US" sz="1600" dirty="0">
                <a:latin typeface="Courier New" panose="02070309020205020404" pitchFamily="49" charset="0"/>
              </a:rPr>
              <a:t> </a:t>
            </a:r>
            <a:r>
              <a:rPr lang="en-US" altLang="ko-KR" sz="1600" dirty="0"/>
              <a:t>is executed, calling</a:t>
            </a:r>
            <a:r>
              <a:rPr lang="ko-KR" altLang="en-US" sz="1600" dirty="0"/>
              <a:t> </a:t>
            </a:r>
            <a:r>
              <a:rPr lang="en-US" altLang="ko-KR" sz="1600" dirty="0" err="1">
                <a:latin typeface="consolas" panose="020B0609020204030204" pitchFamily="49" charset="0"/>
              </a:rPr>
              <a:t>randomRestart</a:t>
            </a:r>
            <a:r>
              <a:rPr lang="en-US" altLang="ko-KR" sz="1600" dirty="0">
                <a:latin typeface="consolas" panose="020B0609020204030204" pitchFamily="49" charset="0"/>
              </a:rPr>
              <a:t>.</a:t>
            </a:r>
            <a:endParaRPr lang="en-US" altLang="ko-KR" sz="1800" dirty="0"/>
          </a:p>
          <a:p>
            <a:pPr marL="611188" lvl="1" indent="-287338" eaLnBrk="1" latinLnBrk="0" hangingPunct="1"/>
            <a:r>
              <a:rPr lang="en-US" sz="1600" dirty="0"/>
              <a:t>The </a:t>
            </a:r>
            <a:r>
              <a:rPr lang="en-US" sz="1600" dirty="0" err="1">
                <a:latin typeface="Consolas" panose="020B0609020204030204" pitchFamily="49" charset="0"/>
              </a:rPr>
              <a:t>randomRestart</a:t>
            </a:r>
            <a:r>
              <a:rPr lang="en-US" sz="1600" dirty="0"/>
              <a:t> method works by repeatedly executing the </a:t>
            </a:r>
            <a:r>
              <a:rPr lang="en-US" sz="1600" b="1" dirty="0" err="1">
                <a:latin typeface="Courier New" panose="02070309020205020404" pitchFamily="49" charset="0"/>
                <a:cs typeface="Courier New" panose="02070309020205020404" pitchFamily="49" charset="0"/>
              </a:rPr>
              <a:t>self.run</a:t>
            </a:r>
            <a:r>
              <a:rPr lang="en-US" sz="1600" b="1" dirty="0">
                <a:latin typeface="Courier New" panose="02070309020205020404" pitchFamily="49" charset="0"/>
                <a:cs typeface="Courier New" panose="02070309020205020404" pitchFamily="49" charset="0"/>
              </a:rPr>
              <a:t> </a:t>
            </a:r>
            <a:r>
              <a:rPr lang="en-US" sz="1600" dirty="0"/>
              <a:t>method of the </a:t>
            </a:r>
            <a:r>
              <a:rPr lang="en-US" sz="1600" dirty="0">
                <a:solidFill>
                  <a:srgbClr val="0033CC"/>
                </a:solidFill>
              </a:rPr>
              <a:t>selected hill-climbing algorithm</a:t>
            </a:r>
            <a:r>
              <a:rPr lang="en-US" sz="1600" dirty="0"/>
              <a:t> (using a different random initial value each time).</a:t>
            </a:r>
            <a:endParaRPr lang="en-US" altLang="ko-KR" sz="1600" dirty="0"/>
          </a:p>
          <a:p>
            <a:pPr marL="287338" indent="-287338" eaLnBrk="1" latinLnBrk="0" hangingPunct="1"/>
            <a:endParaRPr lang="en-US" altLang="ko-KR" sz="1800" dirty="0"/>
          </a:p>
          <a:p>
            <a:pPr marL="287338" indent="-287338" eaLnBrk="1" latinLnBrk="0" hangingPunct="1"/>
            <a:r>
              <a:rPr lang="en-US" sz="1800" dirty="0"/>
              <a:t>Conversely, in the case of </a:t>
            </a:r>
            <a:r>
              <a:rPr lang="en-US" sz="1800" b="1" dirty="0"/>
              <a:t>metaheuristic</a:t>
            </a:r>
            <a:r>
              <a:rPr lang="en-US" sz="1800" dirty="0"/>
              <a:t> objects, they operate by creating an object of the selected class and immediately executing the </a:t>
            </a:r>
            <a:r>
              <a:rPr lang="en-US" sz="1800" b="1" dirty="0">
                <a:latin typeface="Courier New" panose="02070309020205020404" pitchFamily="49" charset="0"/>
                <a:cs typeface="Courier New" panose="02070309020205020404" pitchFamily="49" charset="0"/>
              </a:rPr>
              <a:t>run</a:t>
            </a:r>
            <a:r>
              <a:rPr lang="en-US" sz="1800" dirty="0"/>
              <a:t> method.</a:t>
            </a:r>
            <a:endParaRPr lang="en-US" altLang="ko-KR" sz="1800" dirty="0"/>
          </a:p>
        </p:txBody>
      </p:sp>
      <p:sp>
        <p:nvSpPr>
          <p:cNvPr id="15363" name="Rectangle 2">
            <a:extLst>
              <a:ext uri="{FF2B5EF4-FFF2-40B4-BE49-F238E27FC236}">
                <a16:creationId xmlns:a16="http://schemas.microsoft.com/office/drawing/2014/main" id="{ECD334AE-6BB1-A298-9786-F47767E6AFF5}"/>
              </a:ext>
            </a:extLst>
          </p:cNvPr>
          <p:cNvSpPr>
            <a:spLocks noGrp="1" noChangeArrowheads="1"/>
          </p:cNvSpPr>
          <p:nvPr>
            <p:ph type="title"/>
          </p:nvPr>
        </p:nvSpPr>
        <p:spPr>
          <a:xfrm>
            <a:off x="457200" y="274638"/>
            <a:ext cx="8229600" cy="633412"/>
          </a:xfrm>
        </p:spPr>
        <p:txBody>
          <a:bodyPr/>
          <a:lstStyle/>
          <a:p>
            <a:r>
              <a:rPr lang="en-US" altLang="ko-KR" dirty="0">
                <a:solidFill>
                  <a:srgbClr val="99CCFF"/>
                </a:solidFill>
              </a:rPr>
              <a:t>Adding More Algorithms and Classes</a:t>
            </a:r>
          </a:p>
        </p:txBody>
      </p:sp>
      <p:sp>
        <p:nvSpPr>
          <p:cNvPr id="18434" name="바닥글 개체 틀 4">
            <a:extLst>
              <a:ext uri="{FF2B5EF4-FFF2-40B4-BE49-F238E27FC236}">
                <a16:creationId xmlns:a16="http://schemas.microsoft.com/office/drawing/2014/main" id="{EA0D8523-AC72-8090-BD27-4FE6B2C0C5FE}"/>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15365" name="슬라이드 번호 개체 틀 8">
            <a:extLst>
              <a:ext uri="{FF2B5EF4-FFF2-40B4-BE49-F238E27FC236}">
                <a16:creationId xmlns:a16="http://schemas.microsoft.com/office/drawing/2014/main" id="{2E29CA97-CD0B-D7F4-38C3-B7F3C17C93C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FD65FA7C-91BF-4894-A77F-DAC029849D9A}" type="slidenum">
              <a:rPr lang="ko-KR" altLang="en-US" sz="1200">
                <a:solidFill>
                  <a:srgbClr val="898989"/>
                </a:solidFill>
                <a:latin typeface="Book Antiqua" panose="02040602050305030304" pitchFamily="18" charset="0"/>
              </a:rPr>
              <a:pPr>
                <a:lnSpc>
                  <a:spcPct val="100000"/>
                </a:lnSpc>
                <a:spcBef>
                  <a:spcPct val="0"/>
                </a:spcBef>
                <a:buFontTx/>
                <a:buNone/>
              </a:pPr>
              <a:t>11</a:t>
            </a:fld>
            <a:endParaRPr lang="en-US" altLang="ko-KR" sz="1200">
              <a:solidFill>
                <a:srgbClr val="898989"/>
              </a:solidFill>
              <a:latin typeface="Book Antiqua" panose="02040602050305030304" pitchFamily="18" charset="0"/>
            </a:endParaRPr>
          </a:p>
        </p:txBody>
      </p:sp>
      <p:pic>
        <p:nvPicPr>
          <p:cNvPr id="6" name="그림 5">
            <a:extLst>
              <a:ext uri="{FF2B5EF4-FFF2-40B4-BE49-F238E27FC236}">
                <a16:creationId xmlns:a16="http://schemas.microsoft.com/office/drawing/2014/main" id="{9A0763F0-597F-49B0-86D9-D0CCB86CC83F}"/>
              </a:ext>
            </a:extLst>
          </p:cNvPr>
          <p:cNvPicPr>
            <a:picLocks noChangeAspect="1"/>
          </p:cNvPicPr>
          <p:nvPr/>
        </p:nvPicPr>
        <p:blipFill>
          <a:blip r:embed="rId3"/>
          <a:stretch>
            <a:fillRect/>
          </a:stretch>
        </p:blipFill>
        <p:spPr>
          <a:xfrm>
            <a:off x="5940152" y="1170419"/>
            <a:ext cx="3024336" cy="909322"/>
          </a:xfrm>
          <a:prstGeom prst="rect">
            <a:avLst/>
          </a:prstGeom>
        </p:spPr>
      </p:pic>
      <p:pic>
        <p:nvPicPr>
          <p:cNvPr id="7" name="그림 6">
            <a:extLst>
              <a:ext uri="{FF2B5EF4-FFF2-40B4-BE49-F238E27FC236}">
                <a16:creationId xmlns:a16="http://schemas.microsoft.com/office/drawing/2014/main" id="{6EA65D1F-418A-450F-95DA-139FFAD4AD9C}"/>
              </a:ext>
            </a:extLst>
          </p:cNvPr>
          <p:cNvPicPr>
            <a:picLocks noChangeAspect="1"/>
          </p:cNvPicPr>
          <p:nvPr/>
        </p:nvPicPr>
        <p:blipFill>
          <a:blip r:embed="rId4"/>
          <a:stretch>
            <a:fillRect/>
          </a:stretch>
        </p:blipFill>
        <p:spPr>
          <a:xfrm>
            <a:off x="6282557" y="4998982"/>
            <a:ext cx="2338289" cy="901304"/>
          </a:xfrm>
          <a:prstGeom prst="rect">
            <a:avLst/>
          </a:prstGeom>
        </p:spPr>
      </p:pic>
      <p:sp>
        <p:nvSpPr>
          <p:cNvPr id="2" name="설명선: 선 1">
            <a:extLst>
              <a:ext uri="{FF2B5EF4-FFF2-40B4-BE49-F238E27FC236}">
                <a16:creationId xmlns:a16="http://schemas.microsoft.com/office/drawing/2014/main" id="{31581F6D-91CA-9CB1-03F3-C8BD29332037}"/>
              </a:ext>
            </a:extLst>
          </p:cNvPr>
          <p:cNvSpPr/>
          <p:nvPr/>
        </p:nvSpPr>
        <p:spPr>
          <a:xfrm>
            <a:off x="5940152" y="2190872"/>
            <a:ext cx="2882289" cy="612648"/>
          </a:xfrm>
          <a:prstGeom prst="borderCallout1">
            <a:avLst>
              <a:gd name="adj1" fmla="val -75099"/>
              <a:gd name="adj2" fmla="val 28049"/>
              <a:gd name="adj3" fmla="val 57"/>
              <a:gd name="adj4" fmla="val 349"/>
            </a:avLst>
          </a:prstGeom>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Defined in the form of a Dictionary Value, which can be passed as an argument to the Python eval function to create a class instance (by calling the class constructor).</a:t>
            </a:r>
            <a:endParaRPr lang="ko-KR" altLang="en-US" sz="1000" dirty="0">
              <a:latin typeface="나눔스퀘어_ac" panose="020B0600000101010101" pitchFamily="50" charset="-127"/>
              <a:ea typeface="나눔스퀘어_ac" panose="020B0600000101010101" pitchFamily="50" charset="-127"/>
            </a:endParaRPr>
          </a:p>
        </p:txBody>
      </p:sp>
      <p:sp>
        <p:nvSpPr>
          <p:cNvPr id="3" name="직사각형 2">
            <a:extLst>
              <a:ext uri="{FF2B5EF4-FFF2-40B4-BE49-F238E27FC236}">
                <a16:creationId xmlns:a16="http://schemas.microsoft.com/office/drawing/2014/main" id="{9F8252B6-45D8-B220-2A9C-32FFF40123C0}"/>
              </a:ext>
            </a:extLst>
          </p:cNvPr>
          <p:cNvSpPr/>
          <p:nvPr/>
        </p:nvSpPr>
        <p:spPr>
          <a:xfrm>
            <a:off x="6786002" y="1145381"/>
            <a:ext cx="2026914" cy="9501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 name="그림 3">
            <a:extLst>
              <a:ext uri="{FF2B5EF4-FFF2-40B4-BE49-F238E27FC236}">
                <a16:creationId xmlns:a16="http://schemas.microsoft.com/office/drawing/2014/main" id="{FDB4DF70-A617-4E83-A537-B10A0E1CAD01}"/>
              </a:ext>
            </a:extLst>
          </p:cNvPr>
          <p:cNvPicPr>
            <a:picLocks noChangeAspect="1"/>
          </p:cNvPicPr>
          <p:nvPr/>
        </p:nvPicPr>
        <p:blipFill>
          <a:blip r:embed="rId5"/>
          <a:stretch>
            <a:fillRect/>
          </a:stretch>
        </p:blipFill>
        <p:spPr>
          <a:xfrm>
            <a:off x="6282557" y="3052829"/>
            <a:ext cx="2681931" cy="1527105"/>
          </a:xfrm>
          <a:prstGeom prst="rect">
            <a:avLst/>
          </a:prstGeom>
        </p:spPr>
      </p:pic>
      <p:cxnSp>
        <p:nvCxnSpPr>
          <p:cNvPr id="9" name="직선 연결선 8">
            <a:extLst>
              <a:ext uri="{FF2B5EF4-FFF2-40B4-BE49-F238E27FC236}">
                <a16:creationId xmlns:a16="http://schemas.microsoft.com/office/drawing/2014/main" id="{7AE30ECC-1352-FFA4-915C-E0D8E684CAAB}"/>
              </a:ext>
            </a:extLst>
          </p:cNvPr>
          <p:cNvCxnSpPr>
            <a:cxnSpLocks/>
          </p:cNvCxnSpPr>
          <p:nvPr/>
        </p:nvCxnSpPr>
        <p:spPr>
          <a:xfrm>
            <a:off x="3733801" y="2924944"/>
            <a:ext cx="2943224" cy="2385244"/>
          </a:xfrm>
          <a:prstGeom prst="line">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36E65281-0689-05B8-B328-867D6E29C41E}"/>
              </a:ext>
            </a:extLst>
          </p:cNvPr>
          <p:cNvCxnSpPr>
            <a:cxnSpLocks/>
          </p:cNvCxnSpPr>
          <p:nvPr/>
        </p:nvCxnSpPr>
        <p:spPr>
          <a:xfrm>
            <a:off x="5410200" y="5260181"/>
            <a:ext cx="1273969" cy="533400"/>
          </a:xfrm>
          <a:prstGeom prst="line">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BA73569E-18B1-AD01-2A02-B11F3A42B3BB}"/>
              </a:ext>
            </a:extLst>
          </p:cNvPr>
          <p:cNvCxnSpPr>
            <a:cxnSpLocks/>
          </p:cNvCxnSpPr>
          <p:nvPr/>
        </p:nvCxnSpPr>
        <p:spPr>
          <a:xfrm flipH="1" flipV="1">
            <a:off x="7620000" y="3290888"/>
            <a:ext cx="521494" cy="1938312"/>
          </a:xfrm>
          <a:prstGeom prst="line">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023B3F75-3E64-9F32-2F6D-A084F771C47D}"/>
              </a:ext>
            </a:extLst>
          </p:cNvPr>
          <p:cNvCxnSpPr>
            <a:cxnSpLocks/>
          </p:cNvCxnSpPr>
          <p:nvPr/>
        </p:nvCxnSpPr>
        <p:spPr>
          <a:xfrm>
            <a:off x="7164288" y="3290888"/>
            <a:ext cx="298550" cy="1112043"/>
          </a:xfrm>
          <a:prstGeom prst="line">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9E56AB29-09B9-DBF2-5889-6334097AD5B6}"/>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sz="1600" b="1" dirty="0"/>
              <a:t>Modifying the User Interface</a:t>
            </a:r>
            <a:r>
              <a:rPr lang="en-US" sz="1600" dirty="0"/>
              <a:t> as the number of algorithm types and associated parameters increases.</a:t>
            </a:r>
            <a:endParaRPr lang="en-US" altLang="ko-KR" sz="1600" dirty="0"/>
          </a:p>
          <a:p>
            <a:pPr marL="611338" lvl="1" indent="-287338" eaLnBrk="1" latinLnBrk="0" hangingPunct="1"/>
            <a:r>
              <a:rPr lang="en-US" sz="1400" b="1" dirty="0"/>
              <a:t>Existing User Interface,</a:t>
            </a:r>
            <a:r>
              <a:rPr lang="en-US" sz="1400" dirty="0"/>
              <a:t> the user inputs the following </a:t>
            </a:r>
            <a:r>
              <a:rPr lang="en-US" sz="1400" b="1" dirty="0"/>
              <a:t>3 pieces of information</a:t>
            </a:r>
            <a:r>
              <a:rPr lang="en-US" sz="1400" dirty="0"/>
              <a:t> in the terminal:</a:t>
            </a:r>
            <a:endParaRPr lang="en-US" altLang="ko-KR" sz="1400" dirty="0"/>
          </a:p>
          <a:p>
            <a:pPr marL="899338" lvl="2" indent="-287338" eaLnBrk="1" latinLnBrk="0" hangingPunct="1"/>
            <a:r>
              <a:rPr lang="en-US" altLang="ko-KR" sz="1200" dirty="0"/>
              <a:t>Problem</a:t>
            </a:r>
            <a:r>
              <a:rPr lang="ko-KR" altLang="en-US" sz="1200" dirty="0"/>
              <a:t> </a:t>
            </a:r>
            <a:r>
              <a:rPr lang="en-US" altLang="ko-KR" sz="1200" dirty="0"/>
              <a:t>type: </a:t>
            </a:r>
            <a:r>
              <a:rPr lang="en-US" altLang="ko-KR" sz="1200" dirty="0">
                <a:latin typeface="Consolas" panose="020B0609020204030204" pitchFamily="49" charset="0"/>
              </a:rPr>
              <a:t>Numeric / TSP</a:t>
            </a:r>
          </a:p>
          <a:p>
            <a:pPr marL="899338" lvl="2" indent="-287338" eaLnBrk="1" latinLnBrk="0" hangingPunct="1"/>
            <a:r>
              <a:rPr lang="en-US" altLang="ko-KR" sz="1200" dirty="0"/>
              <a:t>Solution Algorithm: </a:t>
            </a:r>
            <a:r>
              <a:rPr lang="en-US" altLang="ko-KR" sz="1200" dirty="0">
                <a:latin typeface="Consolas" panose="020B0609020204030204" pitchFamily="49" charset="0"/>
              </a:rPr>
              <a:t>SA / FC / </a:t>
            </a:r>
            <a:r>
              <a:rPr lang="en-US" altLang="ko-KR" sz="1200" dirty="0" err="1">
                <a:latin typeface="Consolas" panose="020B0609020204030204" pitchFamily="49" charset="0"/>
              </a:rPr>
              <a:t>GradDesc</a:t>
            </a:r>
            <a:endParaRPr lang="en-US" altLang="ko-KR" sz="1200" dirty="0">
              <a:latin typeface="Consolas" panose="020B0609020204030204" pitchFamily="49" charset="0"/>
            </a:endParaRPr>
          </a:p>
          <a:p>
            <a:pPr marL="899338" lvl="2" indent="-287338" eaLnBrk="1" latinLnBrk="0" hangingPunct="1"/>
            <a:r>
              <a:rPr lang="en-US" altLang="ko-KR" sz="1200" dirty="0"/>
              <a:t>Filename where the problem is defined: </a:t>
            </a:r>
            <a:r>
              <a:rPr lang="en-US" altLang="ko-KR" sz="1200" dirty="0">
                <a:latin typeface="Consolas" panose="020B0609020204030204" pitchFamily="49" charset="0"/>
              </a:rPr>
              <a:t>problem/xxx.txt</a:t>
            </a:r>
          </a:p>
          <a:p>
            <a:pPr marL="611338" lvl="1" indent="-287338" eaLnBrk="1" latinLnBrk="0" hangingPunct="1"/>
            <a:endParaRPr lang="en-US" altLang="ko-KR" sz="1400" dirty="0"/>
          </a:p>
          <a:p>
            <a:pPr marL="611338" lvl="1" indent="-287338" eaLnBrk="1" latinLnBrk="0" hangingPunct="1"/>
            <a:r>
              <a:rPr lang="en-US" sz="1400" b="1" dirty="0"/>
              <a:t>Modified User Interface,</a:t>
            </a:r>
            <a:r>
              <a:rPr lang="en-US" sz="1400" dirty="0"/>
              <a:t> the user inputs the following </a:t>
            </a:r>
            <a:r>
              <a:rPr lang="en-US" sz="1400" b="1" dirty="0"/>
              <a:t>1 piece of information</a:t>
            </a:r>
            <a:r>
              <a:rPr lang="en-US" sz="1400" dirty="0"/>
              <a:t> in the terminal:</a:t>
            </a:r>
            <a:endParaRPr lang="en-US" altLang="ko-KR" sz="1400" dirty="0"/>
          </a:p>
          <a:p>
            <a:pPr marL="899338" lvl="2" indent="-287338" eaLnBrk="1" latinLnBrk="0" hangingPunct="1"/>
            <a:r>
              <a:rPr lang="en-US" sz="1200" b="1" u="sng" dirty="0">
                <a:solidFill>
                  <a:srgbClr val="FF0000"/>
                </a:solidFill>
              </a:rPr>
              <a:t>The name of the text file</a:t>
            </a:r>
            <a:r>
              <a:rPr lang="en-US" sz="1200" b="1" dirty="0">
                <a:solidFill>
                  <a:srgbClr val="FF0000"/>
                </a:solidFill>
              </a:rPr>
              <a:t> </a:t>
            </a:r>
            <a:r>
              <a:rPr lang="en-US" sz="1200" dirty="0"/>
              <a:t>where all parameters related to algorithm execution (= setup information) are defined.</a:t>
            </a:r>
            <a:endParaRPr lang="en-US" altLang="ko-KR" sz="1200" dirty="0"/>
          </a:p>
          <a:p>
            <a:pPr marL="899338" lvl="2" indent="-287338" eaLnBrk="1" latinLnBrk="0" hangingPunct="1"/>
            <a:endParaRPr lang="en-US" altLang="ko-KR" sz="1200" dirty="0"/>
          </a:p>
          <a:p>
            <a:pPr marL="899338" lvl="2" indent="-287338" eaLnBrk="1" latinLnBrk="0" hangingPunct="1"/>
            <a:endParaRPr lang="en-US" altLang="ko-KR" sz="1200" dirty="0"/>
          </a:p>
          <a:p>
            <a:pPr marL="899338" lvl="2" indent="-287338" eaLnBrk="1" latinLnBrk="0" hangingPunct="1"/>
            <a:endParaRPr lang="en-US" altLang="ko-KR" sz="1200" dirty="0"/>
          </a:p>
          <a:p>
            <a:pPr marL="899338" lvl="2" indent="-287338" eaLnBrk="1" latinLnBrk="0" hangingPunct="1"/>
            <a:r>
              <a:rPr lang="en-US" sz="1200" dirty="0"/>
              <a:t>Contents to be included in the text file:</a:t>
            </a:r>
            <a:endParaRPr lang="en-US" altLang="ko-KR" sz="1200" dirty="0"/>
          </a:p>
          <a:p>
            <a:pPr marL="1079338" lvl="3" indent="-287338" eaLnBrk="1" latinLnBrk="0" hangingPunct="1"/>
            <a:r>
              <a:rPr lang="en-US" altLang="ko-KR" sz="1200" dirty="0"/>
              <a:t>Problem Type</a:t>
            </a:r>
          </a:p>
          <a:p>
            <a:pPr marL="1079338" lvl="3" indent="-287338" eaLnBrk="1" latinLnBrk="0" hangingPunct="1"/>
            <a:r>
              <a:rPr lang="en-US" altLang="ko-KR" sz="1200" dirty="0"/>
              <a:t>Solution Algorithm</a:t>
            </a:r>
          </a:p>
          <a:p>
            <a:pPr marL="1079338" lvl="3" indent="-287338" eaLnBrk="1" latinLnBrk="0" hangingPunct="1"/>
            <a:r>
              <a:rPr lang="en-US" altLang="ko-KR" sz="1200" dirty="0"/>
              <a:t>Filename where the problem is defined</a:t>
            </a:r>
          </a:p>
          <a:p>
            <a:pPr marL="1079338" lvl="3" indent="-287338" eaLnBrk="1" latinLnBrk="0" hangingPunct="1"/>
            <a:r>
              <a:rPr lang="en-US" altLang="ko-KR" sz="1200" dirty="0"/>
              <a:t>Parameter Values: </a:t>
            </a:r>
            <a:r>
              <a:rPr lang="en-US" altLang="ko-KR" sz="1200" dirty="0">
                <a:latin typeface="Consolas" panose="020B0609020204030204" pitchFamily="49" charset="0"/>
              </a:rPr>
              <a:t>delta, </a:t>
            </a:r>
            <a:r>
              <a:rPr lang="en-US" altLang="ko-KR" sz="1200" dirty="0" err="1">
                <a:latin typeface="Consolas" panose="020B0609020204030204" pitchFamily="49" charset="0"/>
              </a:rPr>
              <a:t>limitStuck</a:t>
            </a:r>
            <a:r>
              <a:rPr lang="en-US" altLang="ko-KR" sz="1200" dirty="0">
                <a:latin typeface="Consolas" panose="020B0609020204030204" pitchFamily="49" charset="0"/>
              </a:rPr>
              <a:t>, dx, </a:t>
            </a:r>
            <a:r>
              <a:rPr lang="en-US" altLang="ko-KR" sz="1200" dirty="0" err="1">
                <a:latin typeface="Consolas" panose="020B0609020204030204" pitchFamily="49" charset="0"/>
              </a:rPr>
              <a:t>numRestart</a:t>
            </a:r>
            <a:r>
              <a:rPr lang="en-US" altLang="ko-KR" sz="1200" dirty="0">
                <a:latin typeface="Consolas" panose="020B0609020204030204" pitchFamily="49" charset="0"/>
              </a:rPr>
              <a:t>, </a:t>
            </a:r>
            <a:r>
              <a:rPr lang="en-US" altLang="ko-KR" sz="1200" dirty="0" err="1">
                <a:latin typeface="Consolas" panose="020B0609020204030204" pitchFamily="49" charset="0"/>
              </a:rPr>
              <a:t>limitEval</a:t>
            </a:r>
            <a:r>
              <a:rPr lang="en-US" altLang="ko-KR" sz="1200" dirty="0">
                <a:latin typeface="Consolas" panose="020B0609020204030204" pitchFamily="49" charset="0"/>
              </a:rPr>
              <a:t>, </a:t>
            </a:r>
            <a:r>
              <a:rPr lang="en-US" altLang="ko-KR" sz="1200" dirty="0" err="1">
                <a:latin typeface="Consolas" panose="020B0609020204030204" pitchFamily="49" charset="0"/>
              </a:rPr>
              <a:t>numExp</a:t>
            </a:r>
            <a:endParaRPr lang="en-US" altLang="ko-KR" sz="1200" dirty="0">
              <a:latin typeface="Consolas" panose="020B0609020204030204" pitchFamily="49" charset="0"/>
            </a:endParaRPr>
          </a:p>
          <a:p>
            <a:pPr marL="1079338" lvl="3" indent="-287338" eaLnBrk="1" latinLnBrk="0" hangingPunct="1"/>
            <a:r>
              <a:rPr lang="en-US" altLang="ko-KR" sz="1200" dirty="0"/>
              <a:t>(File example: next slide...)</a:t>
            </a:r>
          </a:p>
          <a:p>
            <a:pPr marL="287338" indent="-287338" eaLnBrk="1" latinLnBrk="0" hangingPunct="1"/>
            <a:endParaRPr lang="en-US" altLang="ko-KR" sz="1600" dirty="0"/>
          </a:p>
          <a:p>
            <a:pPr marL="287338" indent="-287338" eaLnBrk="1" latinLnBrk="0" hangingPunct="1"/>
            <a:endParaRPr lang="en-US" altLang="ko-KR" sz="1400" dirty="0"/>
          </a:p>
        </p:txBody>
      </p:sp>
      <p:sp>
        <p:nvSpPr>
          <p:cNvPr id="17411" name="Rectangle 2">
            <a:extLst>
              <a:ext uri="{FF2B5EF4-FFF2-40B4-BE49-F238E27FC236}">
                <a16:creationId xmlns:a16="http://schemas.microsoft.com/office/drawing/2014/main" id="{BC51FF49-6644-94F6-A1CE-7124B041AD86}"/>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8434" name="바닥글 개체 틀 4">
            <a:extLst>
              <a:ext uri="{FF2B5EF4-FFF2-40B4-BE49-F238E27FC236}">
                <a16:creationId xmlns:a16="http://schemas.microsoft.com/office/drawing/2014/main" id="{1E8EA2B2-EABC-27B3-29BC-F76920084456}"/>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17413" name="슬라이드 번호 개체 틀 8">
            <a:extLst>
              <a:ext uri="{FF2B5EF4-FFF2-40B4-BE49-F238E27FC236}">
                <a16:creationId xmlns:a16="http://schemas.microsoft.com/office/drawing/2014/main" id="{F5684AC8-ADFB-0782-5645-63A502927A0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3F0FB7D3-4003-4807-9C2D-7BCD5C3FBE24}" type="slidenum">
              <a:rPr lang="ko-KR" altLang="en-US" sz="1200">
                <a:solidFill>
                  <a:srgbClr val="898989"/>
                </a:solidFill>
                <a:latin typeface="Book Antiqua" panose="02040602050305030304" pitchFamily="18" charset="0"/>
              </a:rPr>
              <a:pPr>
                <a:lnSpc>
                  <a:spcPct val="100000"/>
                </a:lnSpc>
                <a:spcBef>
                  <a:spcPct val="0"/>
                </a:spcBef>
                <a:buFontTx/>
                <a:buNone/>
              </a:pPr>
              <a:t>12</a:t>
            </a:fld>
            <a:endParaRPr lang="en-US" altLang="ko-KR" sz="1200">
              <a:solidFill>
                <a:srgbClr val="898989"/>
              </a:solidFill>
              <a:latin typeface="Book Antiqua" panose="02040602050305030304" pitchFamily="18" charset="0"/>
            </a:endParaRPr>
          </a:p>
        </p:txBody>
      </p:sp>
      <p:pic>
        <p:nvPicPr>
          <p:cNvPr id="3" name="그림 2">
            <a:extLst>
              <a:ext uri="{FF2B5EF4-FFF2-40B4-BE49-F238E27FC236}">
                <a16:creationId xmlns:a16="http://schemas.microsoft.com/office/drawing/2014/main" id="{313DD250-2D53-45C8-8765-37A938E8242B}"/>
              </a:ext>
            </a:extLst>
          </p:cNvPr>
          <p:cNvPicPr>
            <a:picLocks noChangeAspect="1"/>
          </p:cNvPicPr>
          <p:nvPr/>
        </p:nvPicPr>
        <p:blipFill>
          <a:blip r:embed="rId3"/>
          <a:stretch>
            <a:fillRect/>
          </a:stretch>
        </p:blipFill>
        <p:spPr>
          <a:xfrm>
            <a:off x="1475656" y="3789040"/>
            <a:ext cx="6782376" cy="720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9E56AB29-09B9-DBF2-5889-6334097AD5B6}"/>
              </a:ext>
            </a:extLst>
          </p:cNvPr>
          <p:cNvSpPr>
            <a:spLocks noGrp="1" noChangeAspect="1" noChangeArrowheads="1"/>
          </p:cNvSpPr>
          <p:nvPr>
            <p:ph idx="1"/>
          </p:nvPr>
        </p:nvSpPr>
        <p:spPr>
          <a:xfrm>
            <a:off x="457200" y="981075"/>
            <a:ext cx="8229600" cy="5256213"/>
          </a:xfrm>
        </p:spPr>
        <p:txBody>
          <a:bodyPr/>
          <a:lstStyle/>
          <a:p>
            <a:pPr marL="287338" indent="-287338" eaLnBrk="1" hangingPunct="1"/>
            <a:r>
              <a:rPr lang="en-US" sz="1600" b="1" dirty="0"/>
              <a:t>Modifying the User Interface</a:t>
            </a:r>
            <a:r>
              <a:rPr lang="en-US" sz="1600" dirty="0"/>
              <a:t> as the number of algorithm types and associated parameters increases.</a:t>
            </a:r>
            <a:endParaRPr lang="en-US" altLang="ko-KR" sz="1600" dirty="0"/>
          </a:p>
          <a:p>
            <a:pPr marL="611338" lvl="1" indent="-287338" eaLnBrk="1" hangingPunct="1"/>
            <a:r>
              <a:rPr lang="en-US" sz="1400" b="1" dirty="0"/>
              <a:t>Modified User Interface,</a:t>
            </a:r>
            <a:r>
              <a:rPr lang="en-US" sz="1400" dirty="0"/>
              <a:t> the user inputs the following </a:t>
            </a:r>
            <a:r>
              <a:rPr lang="en-US" sz="1400" b="1" dirty="0"/>
              <a:t>1 piece of information</a:t>
            </a:r>
            <a:r>
              <a:rPr lang="en-US" sz="1400" dirty="0"/>
              <a:t> in the terminal </a:t>
            </a:r>
          </a:p>
          <a:p>
            <a:pPr marL="899338" lvl="2" indent="-287338" eaLnBrk="1" hangingPunct="1"/>
            <a:r>
              <a:rPr lang="en-US" sz="1200" b="1" u="sng" dirty="0">
                <a:solidFill>
                  <a:srgbClr val="FF0000"/>
                </a:solidFill>
              </a:rPr>
              <a:t>The name of the text file</a:t>
            </a:r>
            <a:r>
              <a:rPr lang="en-US" sz="1200" b="1" dirty="0">
                <a:solidFill>
                  <a:srgbClr val="FF0000"/>
                </a:solidFill>
              </a:rPr>
              <a:t> </a:t>
            </a:r>
            <a:r>
              <a:rPr lang="en-US" sz="1200" dirty="0"/>
              <a:t>where all setup information are defined.</a:t>
            </a:r>
            <a:endParaRPr lang="en-US" altLang="ko-KR" sz="1200" dirty="0"/>
          </a:p>
          <a:p>
            <a:pPr marL="899338" lvl="2" indent="-287338" eaLnBrk="1" hangingPunct="1"/>
            <a:r>
              <a:rPr lang="en-US" altLang="ko-KR" sz="1200" dirty="0"/>
              <a:t>Example text files (“#”</a:t>
            </a:r>
            <a:r>
              <a:rPr lang="ko-KR" altLang="en-US" sz="1200" dirty="0"/>
              <a:t> </a:t>
            </a:r>
            <a:r>
              <a:rPr lang="en-US" altLang="ko-KR" sz="1200" dirty="0"/>
              <a:t>line is a comment and will not be read):</a:t>
            </a:r>
          </a:p>
          <a:p>
            <a:pPr marL="899338" lvl="2" indent="-287338" eaLnBrk="1" hangingPunct="1"/>
            <a:endParaRPr lang="en-US" altLang="ko-KR" sz="1200" dirty="0"/>
          </a:p>
          <a:p>
            <a:pPr marL="899338" lvl="2" indent="-287338" eaLnBrk="1" hangingPunct="1"/>
            <a:endParaRPr lang="en-US" altLang="ko-KR" sz="1200" dirty="0"/>
          </a:p>
          <a:p>
            <a:pPr marL="287338" indent="-287338" eaLnBrk="1" hangingPunct="1"/>
            <a:endParaRPr lang="en-US" altLang="ko-KR" sz="1600" dirty="0"/>
          </a:p>
          <a:p>
            <a:pPr marL="287338" indent="-287338" eaLnBrk="1" hangingPunct="1"/>
            <a:endParaRPr lang="en-US" altLang="ko-KR" sz="1400" dirty="0"/>
          </a:p>
        </p:txBody>
      </p:sp>
      <p:sp>
        <p:nvSpPr>
          <p:cNvPr id="17411" name="Rectangle 2">
            <a:extLst>
              <a:ext uri="{FF2B5EF4-FFF2-40B4-BE49-F238E27FC236}">
                <a16:creationId xmlns:a16="http://schemas.microsoft.com/office/drawing/2014/main" id="{BC51FF49-6644-94F6-A1CE-7124B041AD86}"/>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7413" name="슬라이드 번호 개체 틀 8">
            <a:extLst>
              <a:ext uri="{FF2B5EF4-FFF2-40B4-BE49-F238E27FC236}">
                <a16:creationId xmlns:a16="http://schemas.microsoft.com/office/drawing/2014/main" id="{F5684AC8-ADFB-0782-5645-63A502927A0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3F0FB7D3-4003-4807-9C2D-7BCD5C3FBE24}" type="slidenum">
              <a:rPr lang="ko-KR" altLang="en-US" sz="1200">
                <a:solidFill>
                  <a:srgbClr val="898989"/>
                </a:solidFill>
                <a:latin typeface="Book Antiqua" panose="02040602050305030304" pitchFamily="18" charset="0"/>
              </a:rPr>
              <a:pPr>
                <a:lnSpc>
                  <a:spcPct val="100000"/>
                </a:lnSpc>
                <a:spcBef>
                  <a:spcPct val="0"/>
                </a:spcBef>
                <a:buFontTx/>
                <a:buNone/>
              </a:pPr>
              <a:t>13</a:t>
            </a:fld>
            <a:endParaRPr lang="en-US" altLang="ko-KR" sz="1200">
              <a:solidFill>
                <a:srgbClr val="898989"/>
              </a:solidFill>
              <a:latin typeface="Book Antiqua" panose="02040602050305030304" pitchFamily="18" charset="0"/>
            </a:endParaRPr>
          </a:p>
        </p:txBody>
      </p:sp>
      <p:pic>
        <p:nvPicPr>
          <p:cNvPr id="9" name="그림 8">
            <a:extLst>
              <a:ext uri="{FF2B5EF4-FFF2-40B4-BE49-F238E27FC236}">
                <a16:creationId xmlns:a16="http://schemas.microsoft.com/office/drawing/2014/main" id="{D39FB974-1044-40D9-9F1E-101938FB59E0}"/>
              </a:ext>
            </a:extLst>
          </p:cNvPr>
          <p:cNvPicPr>
            <a:picLocks noChangeAspect="1"/>
          </p:cNvPicPr>
          <p:nvPr/>
        </p:nvPicPr>
        <p:blipFill rotWithShape="1">
          <a:blip r:embed="rId3"/>
          <a:srcRect b="52104"/>
          <a:stretch/>
        </p:blipFill>
        <p:spPr>
          <a:xfrm>
            <a:off x="166809" y="2448518"/>
            <a:ext cx="5053263" cy="3284738"/>
          </a:xfrm>
          <a:prstGeom prst="rect">
            <a:avLst/>
          </a:prstGeom>
          <a:ln>
            <a:solidFill>
              <a:srgbClr val="FF0000"/>
            </a:solidFill>
          </a:ln>
        </p:spPr>
      </p:pic>
      <p:pic>
        <p:nvPicPr>
          <p:cNvPr id="14" name="그림 13">
            <a:extLst>
              <a:ext uri="{FF2B5EF4-FFF2-40B4-BE49-F238E27FC236}">
                <a16:creationId xmlns:a16="http://schemas.microsoft.com/office/drawing/2014/main" id="{E9774D3D-FC41-43CB-9B39-2337764B6A4D}"/>
              </a:ext>
            </a:extLst>
          </p:cNvPr>
          <p:cNvPicPr>
            <a:picLocks noChangeAspect="1"/>
          </p:cNvPicPr>
          <p:nvPr/>
        </p:nvPicPr>
        <p:blipFill rotWithShape="1">
          <a:blip r:embed="rId3"/>
          <a:srcRect t="47677"/>
          <a:stretch/>
        </p:blipFill>
        <p:spPr>
          <a:xfrm>
            <a:off x="3923928" y="3140968"/>
            <a:ext cx="5053263" cy="3588304"/>
          </a:xfrm>
          <a:prstGeom prst="rect">
            <a:avLst/>
          </a:prstGeom>
          <a:ln>
            <a:solidFill>
              <a:srgbClr val="FF0000"/>
            </a:solidFill>
          </a:ln>
        </p:spPr>
      </p:pic>
      <p:sp>
        <p:nvSpPr>
          <p:cNvPr id="2" name="직사각형 1">
            <a:extLst>
              <a:ext uri="{FF2B5EF4-FFF2-40B4-BE49-F238E27FC236}">
                <a16:creationId xmlns:a16="http://schemas.microsoft.com/office/drawing/2014/main" id="{E2E7D2A5-E188-7FBC-95FD-DB80F666A497}"/>
              </a:ext>
            </a:extLst>
          </p:cNvPr>
          <p:cNvSpPr/>
          <p:nvPr/>
        </p:nvSpPr>
        <p:spPr>
          <a:xfrm>
            <a:off x="611560" y="2876550"/>
            <a:ext cx="1915740" cy="18415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2702DD0F-2672-5EE8-397D-25964BF7CFFE}"/>
              </a:ext>
            </a:extLst>
          </p:cNvPr>
          <p:cNvSpPr/>
          <p:nvPr/>
        </p:nvSpPr>
        <p:spPr>
          <a:xfrm>
            <a:off x="636960" y="3917950"/>
            <a:ext cx="2988890" cy="18415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38F88A2E-E045-2A4E-75A7-2551CD16A080}"/>
              </a:ext>
            </a:extLst>
          </p:cNvPr>
          <p:cNvSpPr/>
          <p:nvPr/>
        </p:nvSpPr>
        <p:spPr>
          <a:xfrm>
            <a:off x="624605" y="5404443"/>
            <a:ext cx="1915395" cy="18415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A7A5A62F-6564-ED87-99D6-EFD24012E6CD}"/>
              </a:ext>
            </a:extLst>
          </p:cNvPr>
          <p:cNvSpPr/>
          <p:nvPr/>
        </p:nvSpPr>
        <p:spPr>
          <a:xfrm>
            <a:off x="4407570" y="3425031"/>
            <a:ext cx="2108646" cy="18415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E5A7A28F-8C4B-E104-9AF8-B9B163B51DB0}"/>
              </a:ext>
            </a:extLst>
          </p:cNvPr>
          <p:cNvSpPr/>
          <p:nvPr/>
        </p:nvSpPr>
        <p:spPr>
          <a:xfrm>
            <a:off x="4420126" y="4017645"/>
            <a:ext cx="3116054" cy="18415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24354D56-45E4-046F-BCCA-D569FBA50C0A}"/>
              </a:ext>
            </a:extLst>
          </p:cNvPr>
          <p:cNvSpPr/>
          <p:nvPr/>
        </p:nvSpPr>
        <p:spPr>
          <a:xfrm>
            <a:off x="4407570" y="4648754"/>
            <a:ext cx="3441030" cy="29662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06E5B4BE-C115-A8B9-9387-6B7AEC514010}"/>
              </a:ext>
            </a:extLst>
          </p:cNvPr>
          <p:cNvSpPr/>
          <p:nvPr/>
        </p:nvSpPr>
        <p:spPr>
          <a:xfrm>
            <a:off x="4407570" y="5528109"/>
            <a:ext cx="2351370" cy="156411"/>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498E665C-DDEF-CCB6-0F54-445B828DD6C5}"/>
              </a:ext>
            </a:extLst>
          </p:cNvPr>
          <p:cNvSpPr/>
          <p:nvPr/>
        </p:nvSpPr>
        <p:spPr>
          <a:xfrm>
            <a:off x="4326290" y="6125009"/>
            <a:ext cx="2417410" cy="161491"/>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E5F40475-E08E-F2C6-FF74-C53163BECAC3}"/>
              </a:ext>
            </a:extLst>
          </p:cNvPr>
          <p:cNvSpPr/>
          <p:nvPr/>
        </p:nvSpPr>
        <p:spPr>
          <a:xfrm>
            <a:off x="4364390" y="6582209"/>
            <a:ext cx="2417410" cy="161491"/>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20619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9E56AB29-09B9-DBF2-5889-6334097AD5B6}"/>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sz="1600" dirty="0"/>
              <a:t>The following </a:t>
            </a:r>
            <a:r>
              <a:rPr lang="en-US" sz="1600" b="1" dirty="0"/>
              <a:t>4 variables</a:t>
            </a:r>
            <a:r>
              <a:rPr lang="en-US" sz="1600" dirty="0"/>
              <a:t> were added to the </a:t>
            </a:r>
            <a:r>
              <a:rPr lang="en-US" sz="1600" i="1" dirty="0"/>
              <a:t>Optimizer</a:t>
            </a:r>
            <a:r>
              <a:rPr lang="en-US" sz="1600" dirty="0"/>
              <a:t> class or its sub-classes:</a:t>
            </a:r>
            <a:endParaRPr lang="en-US" altLang="ko-KR" sz="1600" dirty="0"/>
          </a:p>
          <a:p>
            <a:pPr marL="611188" lvl="1" indent="-287338" eaLnBrk="1" latinLnBrk="0" hangingPunct="1"/>
            <a:r>
              <a:rPr lang="en-US" altLang="ko-KR" sz="1400" b="1" dirty="0">
                <a:latin typeface="consolas" panose="020B0609020204030204" pitchFamily="49" charset="0"/>
                <a:cs typeface="Courier New" panose="02070309020205020404" pitchFamily="49" charset="0"/>
              </a:rPr>
              <a:t>(1) </a:t>
            </a:r>
            <a:r>
              <a:rPr lang="en-US" altLang="ko-KR" sz="1400" b="1" dirty="0" err="1">
                <a:latin typeface="consolas" panose="020B0609020204030204" pitchFamily="49" charset="0"/>
                <a:cs typeface="Courier New" panose="02070309020205020404" pitchFamily="49" charset="0"/>
              </a:rPr>
              <a:t>numExp</a:t>
            </a:r>
            <a:r>
              <a:rPr lang="en-US" altLang="ko-KR" sz="1400" dirty="0">
                <a:latin typeface="consolas" panose="020B0609020204030204" pitchFamily="49" charset="0"/>
              </a:rPr>
              <a:t>: </a:t>
            </a:r>
          </a:p>
          <a:p>
            <a:pPr marL="899188" lvl="2" indent="-287338" eaLnBrk="1" latinLnBrk="0" hangingPunct="1"/>
            <a:r>
              <a:rPr lang="en-US" altLang="ko-KR" sz="1400" dirty="0"/>
              <a:t>total number of experiments </a:t>
            </a:r>
            <a:r>
              <a:rPr lang="en-US" altLang="ko-KR" sz="1400" u="sng" dirty="0"/>
              <a:t>to be conducted.</a:t>
            </a:r>
            <a:endParaRPr lang="en-US" altLang="ko-KR" sz="1400" dirty="0"/>
          </a:p>
          <a:p>
            <a:pPr marL="899188" lvl="2" indent="-287338" eaLnBrk="1" latinLnBrk="0" hangingPunct="1"/>
            <a:r>
              <a:rPr lang="en-US" sz="1400" dirty="0"/>
              <a:t>added to the</a:t>
            </a:r>
            <a:r>
              <a:rPr lang="ko-KR" altLang="en-US" sz="1400" dirty="0">
                <a:latin typeface="consolas" panose="020B0609020204030204" pitchFamily="49" charset="0"/>
              </a:rPr>
              <a:t> </a:t>
            </a:r>
            <a:r>
              <a:rPr lang="en-US" altLang="ko-KR" sz="1400" b="1" dirty="0">
                <a:latin typeface="consolas" panose="020B0609020204030204" pitchFamily="49" charset="0"/>
              </a:rPr>
              <a:t>Optimizer</a:t>
            </a:r>
            <a:r>
              <a:rPr lang="en-US" altLang="ko-KR" sz="1400" b="1" dirty="0"/>
              <a:t> </a:t>
            </a:r>
            <a:r>
              <a:rPr lang="en-US" altLang="ko-KR" sz="1400" dirty="0"/>
              <a:t>s</a:t>
            </a:r>
            <a:r>
              <a:rPr lang="en-US" sz="1400" dirty="0"/>
              <a:t>ince it is commonly applied to all solution algorithms.</a:t>
            </a:r>
            <a:endParaRPr lang="en-US" altLang="ko-KR" sz="1400" dirty="0"/>
          </a:p>
          <a:p>
            <a:pPr marL="899188" lvl="2" indent="-287338" eaLnBrk="1" latinLnBrk="0" hangingPunct="1"/>
            <a:r>
              <a:rPr lang="en-US" altLang="ko-KR" sz="1400" dirty="0"/>
              <a:t>In hill-climbing techniques it determines </a:t>
            </a:r>
            <a:r>
              <a:rPr lang="en-US" altLang="ko-KR" sz="1400" dirty="0" err="1">
                <a:latin typeface="consolas" panose="020B0609020204030204" pitchFamily="49" charset="0"/>
              </a:rPr>
              <a:t>randomRestart</a:t>
            </a:r>
            <a:r>
              <a:rPr lang="ko-KR" altLang="en-US" sz="1400" dirty="0"/>
              <a:t> </a:t>
            </a:r>
            <a:r>
              <a:rPr lang="en-US" altLang="ko-KR" sz="1400" dirty="0"/>
              <a:t>method execution, in meta-heuristics it determines</a:t>
            </a:r>
            <a:r>
              <a:rPr lang="ko-KR" altLang="en-US" sz="1400" dirty="0"/>
              <a:t> </a:t>
            </a:r>
            <a:r>
              <a:rPr lang="en-US" altLang="ko-KR" sz="1400" dirty="0">
                <a:latin typeface="consolas" panose="020B0609020204030204" pitchFamily="49" charset="0"/>
              </a:rPr>
              <a:t>run</a:t>
            </a:r>
            <a:r>
              <a:rPr lang="en-US" altLang="ko-KR" sz="1400" dirty="0"/>
              <a:t> method execution</a:t>
            </a:r>
          </a:p>
          <a:p>
            <a:pPr marL="1079188" lvl="3" indent="-287338" eaLnBrk="1" latinLnBrk="0" hangingPunct="1"/>
            <a:r>
              <a:rPr lang="en-US" altLang="ko-KR" sz="1200" dirty="0">
                <a:latin typeface="나눔스퀘어" panose="020B0600000101010101" pitchFamily="50" charset="-127"/>
                <a:ea typeface="나눔스퀘어" panose="020B0600000101010101" pitchFamily="50" charset="-127"/>
              </a:rPr>
              <a:t>Hill-Climbing : </a:t>
            </a:r>
            <a:r>
              <a:rPr lang="en-US" sz="1200" dirty="0"/>
              <a:t>Decides how many times the </a:t>
            </a:r>
            <a:r>
              <a:rPr lang="en-US" sz="1200" i="1" dirty="0" err="1"/>
              <a:t>randomRestart</a:t>
            </a:r>
            <a:r>
              <a:rPr lang="en-US" sz="1200" dirty="0"/>
              <a:t> method is called. The number of </a:t>
            </a:r>
            <a:r>
              <a:rPr lang="en-US" sz="1200" b="1" dirty="0"/>
              <a:t>random restarts</a:t>
            </a:r>
            <a:r>
              <a:rPr lang="en-US" sz="1200" dirty="0"/>
              <a:t> performed after </a:t>
            </a:r>
            <a:r>
              <a:rPr lang="en-US" sz="1200" i="1" dirty="0" err="1"/>
              <a:t>randomRestart</a:t>
            </a:r>
            <a:r>
              <a:rPr lang="en-US" sz="1200" dirty="0"/>
              <a:t> is called is determined by </a:t>
            </a:r>
            <a:r>
              <a:rPr lang="en-US" sz="1200" i="1" dirty="0" err="1"/>
              <a:t>self.numRestart</a:t>
            </a:r>
            <a:r>
              <a:rPr lang="en-US" sz="1200" dirty="0"/>
              <a:t>.</a:t>
            </a:r>
            <a:endParaRPr lang="en-US" altLang="ko-KR" sz="1200" dirty="0">
              <a:latin typeface="나눔스퀘어" panose="020B0600000101010101" pitchFamily="50" charset="-127"/>
              <a:ea typeface="나눔스퀘어" panose="020B0600000101010101" pitchFamily="50" charset="-127"/>
            </a:endParaRPr>
          </a:p>
          <a:p>
            <a:pPr marL="1079188" lvl="3" indent="-287338" eaLnBrk="1" latinLnBrk="0" hangingPunct="1"/>
            <a:r>
              <a:rPr lang="en-US" altLang="ko-KR" sz="1200" dirty="0">
                <a:latin typeface="나눔스퀘어" panose="020B0600000101010101" pitchFamily="50" charset="-127"/>
                <a:ea typeface="나눔스퀘어" panose="020B0600000101010101" pitchFamily="50" charset="-127"/>
              </a:rPr>
              <a:t>Meta-Heuristics : </a:t>
            </a:r>
            <a:r>
              <a:rPr lang="en-US" sz="1200" dirty="0"/>
              <a:t>Decides how many times the </a:t>
            </a:r>
            <a:r>
              <a:rPr lang="en-US" sz="1200" i="1" dirty="0"/>
              <a:t>run</a:t>
            </a:r>
            <a:r>
              <a:rPr lang="en-US" sz="1200" dirty="0"/>
              <a:t> method is called.</a:t>
            </a:r>
            <a:endParaRPr lang="en-US" altLang="ko-KR" sz="1200" dirty="0">
              <a:latin typeface="나눔스퀘어" panose="020B0600000101010101" pitchFamily="50" charset="-127"/>
              <a:ea typeface="나눔스퀘어" panose="020B0600000101010101" pitchFamily="50" charset="-127"/>
            </a:endParaRPr>
          </a:p>
          <a:p>
            <a:pPr marL="899188" lvl="2" indent="-287338" eaLnBrk="1" latinLnBrk="0" hangingPunct="1"/>
            <a:endParaRPr lang="en-US" altLang="ko-KR" sz="1400" dirty="0">
              <a:latin typeface="Courier New" panose="02070309020205020404" pitchFamily="49" charset="0"/>
            </a:endParaRPr>
          </a:p>
          <a:p>
            <a:pPr marL="899188" lvl="2" indent="-287338" eaLnBrk="1" latinLnBrk="0" hangingPunct="1"/>
            <a:r>
              <a:rPr lang="en-US" altLang="ko-KR" sz="1400" dirty="0"/>
              <a:t>In the </a:t>
            </a:r>
            <a:r>
              <a:rPr lang="en-US" altLang="ko-KR" sz="1400" dirty="0">
                <a:latin typeface="Courier New" panose="02070309020205020404" pitchFamily="49" charset="0"/>
              </a:rPr>
              <a:t>main.py</a:t>
            </a:r>
            <a:r>
              <a:rPr lang="en-US" altLang="ko-KR" sz="1400" dirty="0"/>
              <a:t> code</a:t>
            </a:r>
            <a:r>
              <a:rPr lang="en-US" altLang="ko-KR" sz="1400" dirty="0">
                <a:latin typeface="+mn-lt"/>
              </a:rPr>
              <a:t>...</a:t>
            </a:r>
          </a:p>
          <a:p>
            <a:pPr marL="611188" lvl="1" indent="-287338" eaLnBrk="1" latinLnBrk="0" hangingPunct="1"/>
            <a:endParaRPr lang="en-US" altLang="ko-KR" sz="1400" dirty="0"/>
          </a:p>
        </p:txBody>
      </p:sp>
      <p:sp>
        <p:nvSpPr>
          <p:cNvPr id="17411" name="Rectangle 2">
            <a:extLst>
              <a:ext uri="{FF2B5EF4-FFF2-40B4-BE49-F238E27FC236}">
                <a16:creationId xmlns:a16="http://schemas.microsoft.com/office/drawing/2014/main" id="{BC51FF49-6644-94F6-A1CE-7124B041AD86}"/>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8434" name="바닥글 개체 틀 4">
            <a:extLst>
              <a:ext uri="{FF2B5EF4-FFF2-40B4-BE49-F238E27FC236}">
                <a16:creationId xmlns:a16="http://schemas.microsoft.com/office/drawing/2014/main" id="{1E8EA2B2-EABC-27B3-29BC-F76920084456}"/>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17413" name="슬라이드 번호 개체 틀 8">
            <a:extLst>
              <a:ext uri="{FF2B5EF4-FFF2-40B4-BE49-F238E27FC236}">
                <a16:creationId xmlns:a16="http://schemas.microsoft.com/office/drawing/2014/main" id="{F5684AC8-ADFB-0782-5645-63A502927A0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3F0FB7D3-4003-4807-9C2D-7BCD5C3FBE24}" type="slidenum">
              <a:rPr lang="ko-KR" altLang="en-US" sz="1200">
                <a:solidFill>
                  <a:srgbClr val="898989"/>
                </a:solidFill>
                <a:latin typeface="Book Antiqua" panose="02040602050305030304" pitchFamily="18" charset="0"/>
              </a:rPr>
              <a:pPr>
                <a:lnSpc>
                  <a:spcPct val="100000"/>
                </a:lnSpc>
                <a:spcBef>
                  <a:spcPct val="0"/>
                </a:spcBef>
                <a:buFontTx/>
                <a:buNone/>
              </a:pPr>
              <a:t>14</a:t>
            </a:fld>
            <a:endParaRPr lang="en-US" altLang="ko-KR" sz="1200">
              <a:solidFill>
                <a:srgbClr val="898989"/>
              </a:solidFill>
              <a:latin typeface="Book Antiqua" panose="02040602050305030304" pitchFamily="18" charset="0"/>
            </a:endParaRPr>
          </a:p>
        </p:txBody>
      </p:sp>
      <p:grpSp>
        <p:nvGrpSpPr>
          <p:cNvPr id="5" name="그룹 4">
            <a:extLst>
              <a:ext uri="{FF2B5EF4-FFF2-40B4-BE49-F238E27FC236}">
                <a16:creationId xmlns:a16="http://schemas.microsoft.com/office/drawing/2014/main" id="{9F7F5DFC-D906-8065-1359-BA2D12556E79}"/>
              </a:ext>
            </a:extLst>
          </p:cNvPr>
          <p:cNvGrpSpPr/>
          <p:nvPr/>
        </p:nvGrpSpPr>
        <p:grpSpPr>
          <a:xfrm>
            <a:off x="1403648" y="4077072"/>
            <a:ext cx="7344816" cy="1994329"/>
            <a:chOff x="1403648" y="3140968"/>
            <a:chExt cx="7344816" cy="1994329"/>
          </a:xfrm>
        </p:grpSpPr>
        <p:pic>
          <p:nvPicPr>
            <p:cNvPr id="3" name="그림 2">
              <a:extLst>
                <a:ext uri="{FF2B5EF4-FFF2-40B4-BE49-F238E27FC236}">
                  <a16:creationId xmlns:a16="http://schemas.microsoft.com/office/drawing/2014/main" id="{699D94EC-91F6-4259-8762-490FA8F5FCF0}"/>
                </a:ext>
              </a:extLst>
            </p:cNvPr>
            <p:cNvPicPr>
              <a:picLocks noChangeAspect="1"/>
            </p:cNvPicPr>
            <p:nvPr/>
          </p:nvPicPr>
          <p:blipFill>
            <a:blip r:embed="rId3"/>
            <a:stretch>
              <a:fillRect/>
            </a:stretch>
          </p:blipFill>
          <p:spPr>
            <a:xfrm>
              <a:off x="1403648" y="3252961"/>
              <a:ext cx="3286125" cy="1400175"/>
            </a:xfrm>
            <a:prstGeom prst="rect">
              <a:avLst/>
            </a:prstGeom>
          </p:spPr>
        </p:pic>
        <p:sp>
          <p:nvSpPr>
            <p:cNvPr id="4" name="TextBox 3">
              <a:extLst>
                <a:ext uri="{FF2B5EF4-FFF2-40B4-BE49-F238E27FC236}">
                  <a16:creationId xmlns:a16="http://schemas.microsoft.com/office/drawing/2014/main" id="{B3BE19B1-23AC-885B-E970-A7B63435FCF9}"/>
                </a:ext>
              </a:extLst>
            </p:cNvPr>
            <p:cNvSpPr txBox="1"/>
            <p:nvPr/>
          </p:nvSpPr>
          <p:spPr>
            <a:xfrm>
              <a:off x="4716016" y="3140968"/>
              <a:ext cx="4032448" cy="199432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Because the </a:t>
              </a:r>
              <a:r>
                <a:rPr lang="en-US" sz="1200" b="1" dirty="0">
                  <a:latin typeface="Arial" panose="020B0604020202020204" pitchFamily="34" charset="0"/>
                  <a:cs typeface="Arial" panose="020B0604020202020204" pitchFamily="34" charset="0"/>
                </a:rPr>
                <a:t>first experiment (</a:t>
              </a:r>
              <a:r>
                <a:rPr lang="en-US" sz="1200" b="1" dirty="0" err="1">
                  <a:latin typeface="Arial" panose="020B0604020202020204" pitchFamily="34" charset="0"/>
                  <a:cs typeface="Arial" panose="020B0604020202020204" pitchFamily="34" charset="0"/>
                </a:rPr>
                <a:t>i</a:t>
              </a:r>
              <a:r>
                <a:rPr lang="en-US" sz="1200" b="1"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 is handled separately, the </a:t>
              </a:r>
              <a:r>
                <a:rPr lang="en-US" sz="1200" b="1" dirty="0">
                  <a:latin typeface="Courier New" panose="02070309020205020404" pitchFamily="49" charset="0"/>
                  <a:cs typeface="Courier New" panose="02070309020205020404" pitchFamily="49" charset="0"/>
                </a:rPr>
                <a:t>for</a:t>
              </a:r>
              <a:r>
                <a:rPr lang="en-US" sz="1200" dirty="0">
                  <a:latin typeface="Arial" panose="020B0604020202020204" pitchFamily="34" charset="0"/>
                  <a:cs typeface="Arial" panose="020B0604020202020204" pitchFamily="34" charset="0"/>
                </a:rPr>
                <a:t> loop executes only </a:t>
              </a:r>
              <a:r>
                <a:rPr lang="en-US" sz="1200" b="1" i="1" dirty="0" err="1">
                  <a:latin typeface="Courier New" panose="02070309020205020404" pitchFamily="49" charset="0"/>
                  <a:cs typeface="Courier New" panose="02070309020205020404" pitchFamily="49" charset="0"/>
                </a:rPr>
                <a:t>numExp</a:t>
              </a:r>
              <a:r>
                <a:rPr lang="en-US" sz="1200" b="1" dirty="0">
                  <a:latin typeface="Courier New" panose="02070309020205020404" pitchFamily="49" charset="0"/>
                  <a:cs typeface="Courier New" panose="02070309020205020404" pitchFamily="49" charset="0"/>
                </a:rPr>
                <a:t> - 1</a:t>
              </a:r>
              <a:r>
                <a:rPr lang="en-US" sz="1200" dirty="0">
                  <a:latin typeface="Arial" panose="020B0604020202020204" pitchFamily="34" charset="0"/>
                  <a:cs typeface="Arial" panose="020B0604020202020204" pitchFamily="34" charset="0"/>
                </a:rPr>
                <a:t> times</a:t>
              </a:r>
              <a:endParaRPr lang="en-US" altLang="ko-KR" sz="1200" dirty="0">
                <a:latin typeface="Arial" panose="020B0604020202020204" pitchFamily="34" charset="0"/>
                <a:ea typeface="나눔스퀘어_ac" panose="020B0600000101010101" pitchFamily="50" charset="-127"/>
                <a:cs typeface="Arial" panose="020B0604020202020204" pitchFamily="34" charset="0"/>
              </a:endParaRP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The </a:t>
              </a:r>
              <a:r>
                <a:rPr lang="en-US" sz="1200" b="1" dirty="0" err="1">
                  <a:latin typeface="Arial" panose="020B0604020202020204" pitchFamily="34" charset="0"/>
                  <a:cs typeface="Arial" panose="020B0604020202020204" pitchFamily="34" charset="0"/>
                </a:rPr>
                <a:t>randomRestart</a:t>
              </a:r>
              <a:r>
                <a:rPr lang="en-US" sz="1200" dirty="0">
                  <a:latin typeface="Arial" panose="020B0604020202020204" pitchFamily="34" charset="0"/>
                  <a:cs typeface="Arial" panose="020B0604020202020204" pitchFamily="34" charset="0"/>
                </a:rPr>
                <a:t> function executes the algorithm repeatedly for </a:t>
              </a:r>
              <a:r>
                <a:rPr lang="en-US" sz="1200" b="1" dirty="0" err="1">
                  <a:latin typeface="Courier New" panose="02070309020205020404" pitchFamily="49" charset="0"/>
                  <a:cs typeface="Courier New" panose="02070309020205020404" pitchFamily="49" charset="0"/>
                </a:rPr>
                <a:t>self.numRestart</a:t>
              </a:r>
              <a:r>
                <a:rPr lang="en-US" sz="1200" dirty="0">
                  <a:latin typeface="Arial" panose="020B0604020202020204" pitchFamily="34" charset="0"/>
                  <a:cs typeface="Arial" panose="020B0604020202020204" pitchFamily="34" charset="0"/>
                </a:rPr>
                <a:t> times. Therefore, the </a:t>
              </a:r>
              <a:r>
                <a:rPr lang="en-US" sz="1200" b="1" dirty="0">
                  <a:latin typeface="Arial" panose="020B0604020202020204" pitchFamily="34" charset="0"/>
                  <a:cs typeface="Arial" panose="020B0604020202020204" pitchFamily="34" charset="0"/>
                </a:rPr>
                <a:t>Hill Climbing</a:t>
              </a:r>
              <a:r>
                <a:rPr lang="en-US" sz="1200" dirty="0">
                  <a:latin typeface="Arial" panose="020B0604020202020204" pitchFamily="34" charset="0"/>
                  <a:cs typeface="Arial" panose="020B0604020202020204" pitchFamily="34" charset="0"/>
                </a:rPr>
                <a:t> technique is executed a total of </a:t>
              </a:r>
              <a:r>
                <a:rPr lang="en-US" sz="1200" b="1" dirty="0" err="1">
                  <a:latin typeface="Courier New" panose="02070309020205020404" pitchFamily="49" charset="0"/>
                  <a:cs typeface="Courier New" panose="02070309020205020404" pitchFamily="49" charset="0"/>
                </a:rPr>
                <a:t>numExp</a:t>
              </a:r>
              <a:r>
                <a:rPr lang="en-US" sz="1200" b="1" dirty="0">
                  <a:latin typeface="Courier New" panose="02070309020205020404" pitchFamily="49" charset="0"/>
                  <a:cs typeface="Courier New" panose="02070309020205020404" pitchFamily="49" charset="0"/>
                </a:rPr>
                <a:t> * </a:t>
              </a:r>
              <a:r>
                <a:rPr lang="en-US" sz="1200" b="1" dirty="0" err="1">
                  <a:latin typeface="Courier New" panose="02070309020205020404" pitchFamily="49" charset="0"/>
                  <a:cs typeface="Courier New" panose="02070309020205020404" pitchFamily="49" charset="0"/>
                </a:rPr>
                <a:t>self.numRestart</a:t>
              </a:r>
              <a:r>
                <a:rPr lang="en-US" sz="1200" b="1" dirty="0">
                  <a:latin typeface="Courier New" panose="02070309020205020404" pitchFamily="49" charset="0"/>
                  <a:cs typeface="Courier New" panose="02070309020205020404" pitchFamily="49" charset="0"/>
                </a:rPr>
                <a:t> </a:t>
              </a:r>
              <a:r>
                <a:rPr lang="en-US" sz="1200" dirty="0">
                  <a:latin typeface="Arial" panose="020B0604020202020204" pitchFamily="34" charset="0"/>
                  <a:cs typeface="Arial" panose="020B0604020202020204" pitchFamily="34" charset="0"/>
                </a:rPr>
                <a:t>times.</a:t>
              </a:r>
              <a:endParaRPr lang="ko-KR" altLang="en-US" sz="1200" dirty="0">
                <a:latin typeface="Arial" panose="020B0604020202020204" pitchFamily="34" charset="0"/>
                <a:ea typeface="나눔스퀘어_ac" panose="020B0600000101010101" pitchFamily="50" charset="-127"/>
                <a:cs typeface="Arial" panose="020B0604020202020204" pitchFamily="34" charset="0"/>
              </a:endParaRPr>
            </a:p>
          </p:txBody>
        </p:sp>
      </p:grpSp>
      <p:sp>
        <p:nvSpPr>
          <p:cNvPr id="2" name="왼쪽 중괄호 1">
            <a:extLst>
              <a:ext uri="{FF2B5EF4-FFF2-40B4-BE49-F238E27FC236}">
                <a16:creationId xmlns:a16="http://schemas.microsoft.com/office/drawing/2014/main" id="{1A52617F-B477-7519-4835-1BB3E1983CBF}"/>
              </a:ext>
            </a:extLst>
          </p:cNvPr>
          <p:cNvSpPr/>
          <p:nvPr/>
        </p:nvSpPr>
        <p:spPr>
          <a:xfrm>
            <a:off x="971600" y="2780928"/>
            <a:ext cx="288032" cy="720080"/>
          </a:xfrm>
          <a:prstGeom prst="leftBrace">
            <a:avLst>
              <a:gd name="adj1" fmla="val 41434"/>
              <a:gd name="adj2" fmla="val 50000"/>
            </a:avLst>
          </a:prstGeom>
          <a:ln>
            <a:solidFill>
              <a:srgbClr val="FF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727D649D-F969-AA4E-3AB7-D26861D2A8BB}"/>
              </a:ext>
            </a:extLst>
          </p:cNvPr>
          <p:cNvSpPr txBox="1"/>
          <p:nvPr/>
        </p:nvSpPr>
        <p:spPr>
          <a:xfrm>
            <a:off x="362473" y="2910135"/>
            <a:ext cx="674948" cy="461665"/>
          </a:xfrm>
          <a:prstGeom prst="rect">
            <a:avLst/>
          </a:prstGeom>
          <a:noFill/>
        </p:spPr>
        <p:txBody>
          <a:bodyPr wrap="square">
            <a:spAutoFit/>
          </a:bodyPr>
          <a:lstStyle/>
          <a:p>
            <a:r>
              <a:rPr lang="en-US" altLang="ko-KR" sz="1200" dirty="0">
                <a:solidFill>
                  <a:srgbClr val="FF0000"/>
                </a:solidFill>
                <a:latin typeface="나눔스퀘어" panose="020B0600000101010101" pitchFamily="50" charset="-127"/>
                <a:ea typeface="나눔스퀘어" panose="020B0600000101010101" pitchFamily="50" charset="-127"/>
              </a:rPr>
              <a:t>Added</a:t>
            </a:r>
            <a:br>
              <a:rPr lang="en-US" altLang="ko-KR" sz="1200" dirty="0">
                <a:solidFill>
                  <a:srgbClr val="FF0000"/>
                </a:solidFill>
                <a:latin typeface="나눔스퀘어" panose="020B0600000101010101" pitchFamily="50" charset="-127"/>
                <a:ea typeface="나눔스퀘어" panose="020B0600000101010101" pitchFamily="50" charset="-127"/>
              </a:rPr>
            </a:br>
            <a:r>
              <a:rPr lang="en-US" altLang="ko-KR" sz="1200" dirty="0">
                <a:solidFill>
                  <a:srgbClr val="FF0000"/>
                </a:solidFill>
                <a:latin typeface="나눔스퀘어" panose="020B0600000101010101" pitchFamily="50" charset="-127"/>
                <a:ea typeface="나눔스퀘어" panose="020B0600000101010101" pitchFamily="50" charset="-127"/>
              </a:rPr>
              <a:t>Details</a:t>
            </a:r>
          </a:p>
        </p:txBody>
      </p:sp>
    </p:spTree>
    <p:extLst>
      <p:ext uri="{BB962C8B-B14F-4D97-AF65-F5344CB8AC3E}">
        <p14:creationId xmlns:p14="http://schemas.microsoft.com/office/powerpoint/2010/main" val="3546927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9E56AB29-09B9-DBF2-5889-6334097AD5B6}"/>
              </a:ext>
            </a:extLst>
          </p:cNvPr>
          <p:cNvSpPr>
            <a:spLocks noGrp="1" noChangeAspect="1" noChangeArrowheads="1"/>
          </p:cNvSpPr>
          <p:nvPr>
            <p:ph idx="1"/>
          </p:nvPr>
        </p:nvSpPr>
        <p:spPr>
          <a:xfrm>
            <a:off x="457200" y="981075"/>
            <a:ext cx="8229600" cy="5256213"/>
          </a:xfrm>
        </p:spPr>
        <p:txBody>
          <a:bodyPr/>
          <a:lstStyle/>
          <a:p>
            <a:pPr marL="287338" indent="-287338" eaLnBrk="1" hangingPunct="1"/>
            <a:r>
              <a:rPr lang="en-US" sz="1600" dirty="0"/>
              <a:t>The following </a:t>
            </a:r>
            <a:r>
              <a:rPr lang="en-US" sz="1600" b="1" dirty="0"/>
              <a:t>4 variables</a:t>
            </a:r>
            <a:r>
              <a:rPr lang="en-US" sz="1600" dirty="0"/>
              <a:t> were added to the </a:t>
            </a:r>
            <a:r>
              <a:rPr lang="en-US" sz="1600" i="1" dirty="0"/>
              <a:t>Optimizer</a:t>
            </a:r>
            <a:r>
              <a:rPr lang="en-US" sz="1600" dirty="0"/>
              <a:t> class or its sub-classes:</a:t>
            </a:r>
            <a:endParaRPr lang="en-US" altLang="ko-KR" sz="1600" dirty="0"/>
          </a:p>
          <a:p>
            <a:pPr marL="611188" lvl="1" indent="-287338" eaLnBrk="1" hangingPunct="1"/>
            <a:r>
              <a:rPr lang="en-US" altLang="ko-KR" sz="1400" b="1" dirty="0">
                <a:latin typeface="consolas" panose="020B0609020204030204" pitchFamily="49" charset="0"/>
              </a:rPr>
              <a:t>(2) </a:t>
            </a:r>
            <a:r>
              <a:rPr lang="en-US" altLang="ko-KR" sz="1400" b="1" dirty="0" err="1">
                <a:latin typeface="consolas" panose="020B0609020204030204" pitchFamily="49" charset="0"/>
              </a:rPr>
              <a:t>limitEval</a:t>
            </a:r>
            <a:r>
              <a:rPr lang="en-US" altLang="ko-KR" sz="1600" dirty="0"/>
              <a:t>: </a:t>
            </a:r>
          </a:p>
          <a:p>
            <a:pPr marL="899188" lvl="2" indent="-287338" eaLnBrk="1" hangingPunct="1"/>
            <a:r>
              <a:rPr lang="en-US" altLang="ko-KR" sz="1400" u="sng" dirty="0"/>
              <a:t>maximum number of evaluations </a:t>
            </a:r>
            <a:r>
              <a:rPr lang="en-US" altLang="ko-KR" sz="1400" dirty="0"/>
              <a:t>until termination for metaheuristic algorithms </a:t>
            </a:r>
            <a:br>
              <a:rPr lang="en-US" altLang="ko-KR" sz="1400" dirty="0"/>
            </a:br>
            <a:r>
              <a:rPr lang="en-US" altLang="ko-KR" sz="1400" dirty="0"/>
              <a:t>(Added to the </a:t>
            </a:r>
            <a:r>
              <a:rPr lang="en-US" altLang="ko-KR" sz="1400" b="1" dirty="0" err="1">
                <a:latin typeface="consolas" panose="020B0609020204030204" pitchFamily="49" charset="0"/>
              </a:rPr>
              <a:t>MetaHeuristics</a:t>
            </a:r>
            <a:r>
              <a:rPr lang="en-US" altLang="ko-KR" sz="1400" dirty="0"/>
              <a:t> class)</a:t>
            </a:r>
          </a:p>
          <a:p>
            <a:pPr marL="899188" lvl="2" indent="-287338" eaLnBrk="1" hangingPunct="1"/>
            <a:endParaRPr lang="en-US" altLang="ko-KR" sz="1400" dirty="0">
              <a:latin typeface="Courier New" panose="02070309020205020404" pitchFamily="49" charset="0"/>
            </a:endParaRPr>
          </a:p>
          <a:p>
            <a:pPr marL="899188" lvl="2" indent="-287338" eaLnBrk="1" hangingPunct="1"/>
            <a:r>
              <a:rPr lang="en-US" altLang="ko-KR" sz="1400" dirty="0">
                <a:latin typeface="Courier New" panose="02070309020205020404" pitchFamily="49" charset="0"/>
              </a:rPr>
              <a:t>run</a:t>
            </a:r>
            <a:r>
              <a:rPr lang="en-US" altLang="ko-KR" sz="1400" dirty="0"/>
              <a:t> method in </a:t>
            </a:r>
            <a:r>
              <a:rPr lang="en-US" altLang="ko-KR" sz="1400" dirty="0" err="1">
                <a:latin typeface="Courier New" panose="02070309020205020404" pitchFamily="49" charset="0"/>
              </a:rPr>
              <a:t>simulatedAnnealing</a:t>
            </a:r>
            <a:r>
              <a:rPr lang="en-US" altLang="ko-KR" sz="1400" dirty="0"/>
              <a:t> class</a:t>
            </a:r>
            <a:r>
              <a:rPr lang="en-US" altLang="ko-KR" sz="1400" dirty="0">
                <a:latin typeface="Courier New" panose="02070309020205020404" pitchFamily="49" charset="0"/>
              </a:rPr>
              <a:t>...</a:t>
            </a:r>
          </a:p>
        </p:txBody>
      </p:sp>
      <p:sp>
        <p:nvSpPr>
          <p:cNvPr id="17411" name="Rectangle 2">
            <a:extLst>
              <a:ext uri="{FF2B5EF4-FFF2-40B4-BE49-F238E27FC236}">
                <a16:creationId xmlns:a16="http://schemas.microsoft.com/office/drawing/2014/main" id="{BC51FF49-6644-94F6-A1CE-7124B041AD86}"/>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8434" name="바닥글 개체 틀 4">
            <a:extLst>
              <a:ext uri="{FF2B5EF4-FFF2-40B4-BE49-F238E27FC236}">
                <a16:creationId xmlns:a16="http://schemas.microsoft.com/office/drawing/2014/main" id="{1E8EA2B2-EABC-27B3-29BC-F76920084456}"/>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17413" name="슬라이드 번호 개체 틀 8">
            <a:extLst>
              <a:ext uri="{FF2B5EF4-FFF2-40B4-BE49-F238E27FC236}">
                <a16:creationId xmlns:a16="http://schemas.microsoft.com/office/drawing/2014/main" id="{F5684AC8-ADFB-0782-5645-63A502927A0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3F0FB7D3-4003-4807-9C2D-7BCD5C3FBE24}" type="slidenum">
              <a:rPr lang="ko-KR" altLang="en-US" sz="1200">
                <a:solidFill>
                  <a:srgbClr val="898989"/>
                </a:solidFill>
                <a:latin typeface="Book Antiqua" panose="02040602050305030304" pitchFamily="18" charset="0"/>
              </a:rPr>
              <a:pPr>
                <a:lnSpc>
                  <a:spcPct val="100000"/>
                </a:lnSpc>
                <a:spcBef>
                  <a:spcPct val="0"/>
                </a:spcBef>
                <a:buFontTx/>
                <a:buNone/>
              </a:pPr>
              <a:t>15</a:t>
            </a:fld>
            <a:endParaRPr lang="en-US" altLang="ko-KR" sz="1200">
              <a:solidFill>
                <a:srgbClr val="898989"/>
              </a:solidFill>
              <a:latin typeface="Book Antiqua" panose="02040602050305030304" pitchFamily="18" charset="0"/>
            </a:endParaRPr>
          </a:p>
        </p:txBody>
      </p:sp>
      <p:grpSp>
        <p:nvGrpSpPr>
          <p:cNvPr id="2" name="그룹 1">
            <a:extLst>
              <a:ext uri="{FF2B5EF4-FFF2-40B4-BE49-F238E27FC236}">
                <a16:creationId xmlns:a16="http://schemas.microsoft.com/office/drawing/2014/main" id="{FD26984E-CF69-A58C-0AC3-933C8770E46F}"/>
              </a:ext>
            </a:extLst>
          </p:cNvPr>
          <p:cNvGrpSpPr/>
          <p:nvPr/>
        </p:nvGrpSpPr>
        <p:grpSpPr>
          <a:xfrm>
            <a:off x="1446996" y="2947774"/>
            <a:ext cx="5843005" cy="2353434"/>
            <a:chOff x="1446996" y="2947774"/>
            <a:chExt cx="5843005" cy="2353434"/>
          </a:xfrm>
        </p:grpSpPr>
        <p:pic>
          <p:nvPicPr>
            <p:cNvPr id="3" name="그림 2">
              <a:extLst>
                <a:ext uri="{FF2B5EF4-FFF2-40B4-BE49-F238E27FC236}">
                  <a16:creationId xmlns:a16="http://schemas.microsoft.com/office/drawing/2014/main" id="{72E9C531-4014-4758-8761-C7DE1F554031}"/>
                </a:ext>
              </a:extLst>
            </p:cNvPr>
            <p:cNvPicPr>
              <a:picLocks noChangeAspect="1"/>
            </p:cNvPicPr>
            <p:nvPr/>
          </p:nvPicPr>
          <p:blipFill rotWithShape="1">
            <a:blip r:embed="rId3"/>
            <a:srcRect b="88886"/>
            <a:stretch/>
          </p:blipFill>
          <p:spPr>
            <a:xfrm>
              <a:off x="1446996" y="2947774"/>
              <a:ext cx="5838825" cy="258291"/>
            </a:xfrm>
            <a:prstGeom prst="rect">
              <a:avLst/>
            </a:prstGeom>
          </p:spPr>
        </p:pic>
        <p:pic>
          <p:nvPicPr>
            <p:cNvPr id="8" name="그림 7">
              <a:extLst>
                <a:ext uri="{FF2B5EF4-FFF2-40B4-BE49-F238E27FC236}">
                  <a16:creationId xmlns:a16="http://schemas.microsoft.com/office/drawing/2014/main" id="{133FA1AA-31ED-47C3-9CF0-66EBEBC2147A}"/>
                </a:ext>
              </a:extLst>
            </p:cNvPr>
            <p:cNvPicPr>
              <a:picLocks noChangeAspect="1"/>
            </p:cNvPicPr>
            <p:nvPr/>
          </p:nvPicPr>
          <p:blipFill rotWithShape="1">
            <a:blip r:embed="rId3"/>
            <a:srcRect t="60326"/>
            <a:stretch/>
          </p:blipFill>
          <p:spPr>
            <a:xfrm>
              <a:off x="1451176" y="3737949"/>
              <a:ext cx="5838825" cy="922065"/>
            </a:xfrm>
            <a:prstGeom prst="rect">
              <a:avLst/>
            </a:prstGeom>
          </p:spPr>
        </p:pic>
        <p:sp>
          <p:nvSpPr>
            <p:cNvPr id="10" name="TextBox 9">
              <a:extLst>
                <a:ext uri="{FF2B5EF4-FFF2-40B4-BE49-F238E27FC236}">
                  <a16:creationId xmlns:a16="http://schemas.microsoft.com/office/drawing/2014/main" id="{49A88A3C-4830-44BA-BCCA-33D204BCA5E8}"/>
                </a:ext>
              </a:extLst>
            </p:cNvPr>
            <p:cNvSpPr txBox="1"/>
            <p:nvPr/>
          </p:nvSpPr>
          <p:spPr>
            <a:xfrm rot="5400000">
              <a:off x="1715887" y="3281397"/>
              <a:ext cx="773832" cy="369332"/>
            </a:xfrm>
            <a:prstGeom prst="rect">
              <a:avLst/>
            </a:prstGeom>
            <a:noFill/>
          </p:spPr>
          <p:txBody>
            <a:bodyPr wrap="square">
              <a:spAutoFit/>
            </a:bodyPr>
            <a:lstStyle/>
            <a:p>
              <a:pPr algn="ctr"/>
              <a:r>
                <a:rPr lang="en-US" altLang="ko-KR" sz="1800" b="1" dirty="0">
                  <a:latin typeface="consolas" panose="020B0609020204030204" pitchFamily="49" charset="0"/>
                </a:rPr>
                <a:t>...</a:t>
              </a:r>
              <a:endParaRPr lang="ko-KR" altLang="en-US" dirty="0"/>
            </a:p>
          </p:txBody>
        </p:sp>
        <p:sp>
          <p:nvSpPr>
            <p:cNvPr id="11" name="TextBox 10">
              <a:extLst>
                <a:ext uri="{FF2B5EF4-FFF2-40B4-BE49-F238E27FC236}">
                  <a16:creationId xmlns:a16="http://schemas.microsoft.com/office/drawing/2014/main" id="{F727775E-90C7-4630-9043-B53664C4AB57}"/>
                </a:ext>
              </a:extLst>
            </p:cNvPr>
            <p:cNvSpPr txBox="1"/>
            <p:nvPr/>
          </p:nvSpPr>
          <p:spPr>
            <a:xfrm rot="5400000">
              <a:off x="1715887" y="4729626"/>
              <a:ext cx="773832" cy="369332"/>
            </a:xfrm>
            <a:prstGeom prst="rect">
              <a:avLst/>
            </a:prstGeom>
            <a:noFill/>
          </p:spPr>
          <p:txBody>
            <a:bodyPr wrap="square">
              <a:spAutoFit/>
            </a:bodyPr>
            <a:lstStyle/>
            <a:p>
              <a:pPr algn="ctr"/>
              <a:r>
                <a:rPr lang="en-US" altLang="ko-KR" sz="1800" b="1" dirty="0">
                  <a:latin typeface="consolas" panose="020B0609020204030204" pitchFamily="49" charset="0"/>
                </a:rPr>
                <a:t>...</a:t>
              </a:r>
              <a:endParaRPr lang="ko-KR" altLang="en-US" dirty="0"/>
            </a:p>
          </p:txBody>
        </p:sp>
      </p:grpSp>
      <p:sp>
        <p:nvSpPr>
          <p:cNvPr id="4" name="설명선: 선 3">
            <a:extLst>
              <a:ext uri="{FF2B5EF4-FFF2-40B4-BE49-F238E27FC236}">
                <a16:creationId xmlns:a16="http://schemas.microsoft.com/office/drawing/2014/main" id="{C43B40BB-69F8-3525-3A78-70319773C5C5}"/>
              </a:ext>
            </a:extLst>
          </p:cNvPr>
          <p:cNvSpPr/>
          <p:nvPr/>
        </p:nvSpPr>
        <p:spPr>
          <a:xfrm>
            <a:off x="4283968" y="5160786"/>
            <a:ext cx="3344544" cy="860502"/>
          </a:xfrm>
          <a:prstGeom prst="borderCallout1">
            <a:avLst>
              <a:gd name="adj1" fmla="val -89888"/>
              <a:gd name="adj2" fmla="val 14748"/>
              <a:gd name="adj3" fmla="val 57"/>
              <a:gd name="adj4" fmla="val 349"/>
            </a:avLst>
          </a:prstGeom>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The temperature (</a:t>
            </a:r>
            <a:r>
              <a:rPr lang="en-US" sz="1000" dirty="0">
                <a:latin typeface="Consolas" panose="020B0609020204030204" pitchFamily="49" charset="0"/>
              </a:rPr>
              <a:t>t</a:t>
            </a:r>
            <a:r>
              <a:rPr lang="en-US" sz="1000" dirty="0"/>
              <a:t>) is set to decrease gradually, but since it takes too long to reach 0 or may not reach 0 if set too aggressively, this variable (</a:t>
            </a:r>
            <a:r>
              <a:rPr lang="en-US" sz="1000" dirty="0" err="1">
                <a:latin typeface="Consolas" panose="020B0609020204030204" pitchFamily="49" charset="0"/>
              </a:rPr>
              <a:t>limitEval</a:t>
            </a:r>
            <a:r>
              <a:rPr lang="en-US" sz="1000" dirty="0"/>
              <a:t>) is added to </a:t>
            </a:r>
            <a:r>
              <a:rPr lang="en-US" sz="1000" b="1" dirty="0"/>
              <a:t>limit the number of algorithm executions</a:t>
            </a:r>
            <a:r>
              <a:rPr lang="en-US" sz="1000" dirty="0"/>
              <a:t> when the temperature is very close to 0.</a:t>
            </a:r>
            <a:endParaRPr lang="ko-KR" altLang="en-US" sz="1000" dirty="0">
              <a:latin typeface="나눔스퀘어_ac" panose="020B0600000101010101" pitchFamily="50" charset="-127"/>
              <a:ea typeface="나눔스퀘어_ac" panose="020B0600000101010101" pitchFamily="50" charset="-127"/>
            </a:endParaRPr>
          </a:p>
        </p:txBody>
      </p:sp>
      <p:pic>
        <p:nvPicPr>
          <p:cNvPr id="6" name="그림 5">
            <a:extLst>
              <a:ext uri="{FF2B5EF4-FFF2-40B4-BE49-F238E27FC236}">
                <a16:creationId xmlns:a16="http://schemas.microsoft.com/office/drawing/2014/main" id="{6504BD74-25AA-1F6E-A8BA-C573B011C2FB}"/>
              </a:ext>
            </a:extLst>
          </p:cNvPr>
          <p:cNvPicPr>
            <a:picLocks noChangeAspect="1"/>
          </p:cNvPicPr>
          <p:nvPr/>
        </p:nvPicPr>
        <p:blipFill>
          <a:blip r:embed="rId4"/>
          <a:stretch>
            <a:fillRect/>
          </a:stretch>
        </p:blipFill>
        <p:spPr>
          <a:xfrm>
            <a:off x="1446996" y="5586335"/>
            <a:ext cx="2462213" cy="647700"/>
          </a:xfrm>
          <a:prstGeom prst="rect">
            <a:avLst/>
          </a:prstGeom>
        </p:spPr>
      </p:pic>
      <p:sp>
        <p:nvSpPr>
          <p:cNvPr id="7" name="설명선: 선 6">
            <a:extLst>
              <a:ext uri="{FF2B5EF4-FFF2-40B4-BE49-F238E27FC236}">
                <a16:creationId xmlns:a16="http://schemas.microsoft.com/office/drawing/2014/main" id="{50C66C61-C647-D8C5-10CC-BB58ADE45228}"/>
              </a:ext>
            </a:extLst>
          </p:cNvPr>
          <p:cNvSpPr/>
          <p:nvPr/>
        </p:nvSpPr>
        <p:spPr>
          <a:xfrm>
            <a:off x="719720" y="6307061"/>
            <a:ext cx="1656184" cy="392338"/>
          </a:xfrm>
          <a:prstGeom prst="borderCallout1">
            <a:avLst>
              <a:gd name="adj1" fmla="val -155311"/>
              <a:gd name="adj2" fmla="val 45043"/>
              <a:gd name="adj3" fmla="val 57"/>
              <a:gd name="adj4" fmla="val 349"/>
            </a:avLst>
          </a:prstGeom>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나눔스퀘어_ac" panose="020B0600000101010101" pitchFamily="50" charset="-127"/>
                <a:ea typeface="나눔스퀘어_ac" panose="020B0600000101010101" pitchFamily="50" charset="-127"/>
              </a:rPr>
              <a:t>Temperature scheduling setup</a:t>
            </a:r>
            <a:endParaRPr lang="ko-KR" altLang="en-US" sz="1000" dirty="0">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3023216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9E56AB29-09B9-DBF2-5889-6334097AD5B6}"/>
              </a:ext>
            </a:extLst>
          </p:cNvPr>
          <p:cNvSpPr>
            <a:spLocks noGrp="1" noChangeAspect="1" noChangeArrowheads="1"/>
          </p:cNvSpPr>
          <p:nvPr>
            <p:ph idx="1"/>
          </p:nvPr>
        </p:nvSpPr>
        <p:spPr>
          <a:xfrm>
            <a:off x="457200" y="981075"/>
            <a:ext cx="8229600" cy="5256213"/>
          </a:xfrm>
        </p:spPr>
        <p:txBody>
          <a:bodyPr/>
          <a:lstStyle/>
          <a:p>
            <a:pPr marL="287338" indent="-287338" eaLnBrk="1" hangingPunct="1"/>
            <a:r>
              <a:rPr lang="en-US" sz="1600" dirty="0"/>
              <a:t>The following </a:t>
            </a:r>
            <a:r>
              <a:rPr lang="en-US" sz="1600" b="1" dirty="0"/>
              <a:t>4 variables</a:t>
            </a:r>
            <a:r>
              <a:rPr lang="en-US" sz="1600" dirty="0"/>
              <a:t> were added to the </a:t>
            </a:r>
            <a:r>
              <a:rPr lang="en-US" sz="1600" i="1" dirty="0"/>
              <a:t>Optimizer</a:t>
            </a:r>
            <a:r>
              <a:rPr lang="en-US" sz="1600" dirty="0"/>
              <a:t> class or its sub-classes:</a:t>
            </a:r>
            <a:endParaRPr lang="en-US" altLang="ko-KR" sz="1600" dirty="0"/>
          </a:p>
          <a:p>
            <a:pPr marL="611188" lvl="1" indent="-287338" eaLnBrk="1" hangingPunct="1"/>
            <a:r>
              <a:rPr lang="en-US" altLang="ko-KR" sz="1400" b="1" dirty="0">
                <a:latin typeface="consolas" panose="020B0609020204030204" pitchFamily="49" charset="0"/>
              </a:rPr>
              <a:t>(3) </a:t>
            </a:r>
            <a:r>
              <a:rPr lang="en-US" altLang="ko-KR" sz="1400" b="1" dirty="0" err="1">
                <a:latin typeface="consolas" panose="020B0609020204030204" pitchFamily="49" charset="0"/>
              </a:rPr>
              <a:t>whenBestFound</a:t>
            </a:r>
            <a:r>
              <a:rPr lang="en-US" altLang="ko-KR" sz="1400" dirty="0"/>
              <a:t>: </a:t>
            </a:r>
          </a:p>
          <a:p>
            <a:pPr marL="899188" lvl="2" indent="-287338" eaLnBrk="1" hangingPunct="1"/>
            <a:r>
              <a:rPr lang="en-US" altLang="ko-KR" sz="1400" dirty="0"/>
              <a:t>the </a:t>
            </a:r>
            <a:r>
              <a:rPr lang="en-US" altLang="ko-KR" sz="1400" u="sng" dirty="0"/>
              <a:t>number of iterations taken </a:t>
            </a:r>
            <a:r>
              <a:rPr lang="en-US" altLang="ko-KR" sz="1400" dirty="0"/>
              <a:t>until the best solution has first been found </a:t>
            </a:r>
            <a:br>
              <a:rPr lang="en-US" altLang="ko-KR" sz="1400" dirty="0"/>
            </a:br>
            <a:r>
              <a:rPr lang="en-US" altLang="ko-KR" sz="1400" dirty="0"/>
              <a:t>(Added to the </a:t>
            </a:r>
            <a:r>
              <a:rPr lang="en-US" altLang="ko-KR" sz="1400" b="1" dirty="0" err="1">
                <a:latin typeface="consolas" panose="020B0609020204030204" pitchFamily="49" charset="0"/>
              </a:rPr>
              <a:t>MetaHeuristics</a:t>
            </a:r>
            <a:r>
              <a:rPr lang="en-US" altLang="ko-KR" sz="1400" dirty="0"/>
              <a:t> class)</a:t>
            </a:r>
          </a:p>
          <a:p>
            <a:pPr marL="899188" lvl="2" indent="-287338" eaLnBrk="1" hangingPunct="1"/>
            <a:r>
              <a:rPr lang="en-US" sz="1400" dirty="0"/>
              <a:t>It stores how many total </a:t>
            </a:r>
            <a:r>
              <a:rPr lang="en-US" sz="1400" b="1" dirty="0"/>
              <a:t>iterations</a:t>
            </a:r>
            <a:r>
              <a:rPr lang="en-US" sz="1400" dirty="0"/>
              <a:t> were executed until the </a:t>
            </a:r>
            <a:r>
              <a:rPr lang="en-US" sz="1400" i="1" dirty="0"/>
              <a:t>best solution</a:t>
            </a:r>
            <a:r>
              <a:rPr lang="en-US" sz="1400" dirty="0"/>
              <a:t> was found.</a:t>
            </a:r>
            <a:endParaRPr lang="en-US" altLang="ko-KR" sz="1400" dirty="0"/>
          </a:p>
          <a:p>
            <a:pPr marL="899188" lvl="2" indent="-287338" eaLnBrk="1" hangingPunct="1"/>
            <a:endParaRPr lang="en-US" altLang="ko-KR" sz="1400" b="1" dirty="0">
              <a:latin typeface="Courier New" panose="02070309020205020404" pitchFamily="49" charset="0"/>
            </a:endParaRPr>
          </a:p>
          <a:p>
            <a:pPr marL="899188" lvl="2" indent="-287338" eaLnBrk="1" hangingPunct="1"/>
            <a:r>
              <a:rPr lang="en-US" altLang="ko-KR" sz="1400" dirty="0">
                <a:latin typeface="Courier New" panose="02070309020205020404" pitchFamily="49" charset="0"/>
              </a:rPr>
              <a:t>run</a:t>
            </a:r>
            <a:r>
              <a:rPr lang="en-US" altLang="ko-KR" sz="1400" dirty="0"/>
              <a:t> method in </a:t>
            </a:r>
            <a:r>
              <a:rPr lang="en-US" altLang="ko-KR" sz="1400" dirty="0" err="1">
                <a:latin typeface="Courier New" panose="02070309020205020404" pitchFamily="49" charset="0"/>
              </a:rPr>
              <a:t>simulatedAnnealing</a:t>
            </a:r>
            <a:r>
              <a:rPr lang="en-US" altLang="ko-KR" sz="1400" dirty="0"/>
              <a:t> class</a:t>
            </a:r>
            <a:r>
              <a:rPr lang="en-US" altLang="ko-KR" sz="1400" dirty="0">
                <a:latin typeface="Courier New" panose="02070309020205020404" pitchFamily="49" charset="0"/>
              </a:rPr>
              <a:t>...</a:t>
            </a:r>
          </a:p>
          <a:p>
            <a:pPr marL="899188" lvl="2" indent="-287338" eaLnBrk="1" hangingPunct="1"/>
            <a:endParaRPr lang="en-US" altLang="ko-KR" sz="1200" b="1" dirty="0">
              <a:latin typeface="Courier New" panose="02070309020205020404" pitchFamily="49" charset="0"/>
            </a:endParaRPr>
          </a:p>
        </p:txBody>
      </p:sp>
      <p:sp>
        <p:nvSpPr>
          <p:cNvPr id="17411" name="Rectangle 2">
            <a:extLst>
              <a:ext uri="{FF2B5EF4-FFF2-40B4-BE49-F238E27FC236}">
                <a16:creationId xmlns:a16="http://schemas.microsoft.com/office/drawing/2014/main" id="{BC51FF49-6644-94F6-A1CE-7124B041AD86}"/>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8434" name="바닥글 개체 틀 4">
            <a:extLst>
              <a:ext uri="{FF2B5EF4-FFF2-40B4-BE49-F238E27FC236}">
                <a16:creationId xmlns:a16="http://schemas.microsoft.com/office/drawing/2014/main" id="{1E8EA2B2-EABC-27B3-29BC-F76920084456}"/>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17413" name="슬라이드 번호 개체 틀 8">
            <a:extLst>
              <a:ext uri="{FF2B5EF4-FFF2-40B4-BE49-F238E27FC236}">
                <a16:creationId xmlns:a16="http://schemas.microsoft.com/office/drawing/2014/main" id="{F5684AC8-ADFB-0782-5645-63A502927A0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3F0FB7D3-4003-4807-9C2D-7BCD5C3FBE24}" type="slidenum">
              <a:rPr lang="ko-KR" altLang="en-US" sz="1200">
                <a:solidFill>
                  <a:srgbClr val="898989"/>
                </a:solidFill>
                <a:latin typeface="Book Antiqua" panose="02040602050305030304" pitchFamily="18" charset="0"/>
              </a:rPr>
              <a:pPr>
                <a:lnSpc>
                  <a:spcPct val="100000"/>
                </a:lnSpc>
                <a:spcBef>
                  <a:spcPct val="0"/>
                </a:spcBef>
                <a:buFontTx/>
                <a:buNone/>
              </a:pPr>
              <a:t>16</a:t>
            </a:fld>
            <a:endParaRPr lang="en-US" altLang="ko-KR" sz="1200">
              <a:solidFill>
                <a:srgbClr val="898989"/>
              </a:solidFill>
              <a:latin typeface="Book Antiqua" panose="02040602050305030304" pitchFamily="18" charset="0"/>
            </a:endParaRPr>
          </a:p>
        </p:txBody>
      </p:sp>
      <p:pic>
        <p:nvPicPr>
          <p:cNvPr id="6" name="그림 5">
            <a:extLst>
              <a:ext uri="{FF2B5EF4-FFF2-40B4-BE49-F238E27FC236}">
                <a16:creationId xmlns:a16="http://schemas.microsoft.com/office/drawing/2014/main" id="{3D72F0FB-3AFC-4A12-A177-574394C133DF}"/>
              </a:ext>
            </a:extLst>
          </p:cNvPr>
          <p:cNvPicPr>
            <a:picLocks noChangeAspect="1"/>
          </p:cNvPicPr>
          <p:nvPr/>
        </p:nvPicPr>
        <p:blipFill rotWithShape="1">
          <a:blip r:embed="rId3"/>
          <a:srcRect b="88886"/>
          <a:stretch/>
        </p:blipFill>
        <p:spPr>
          <a:xfrm>
            <a:off x="1446996" y="3189927"/>
            <a:ext cx="5838825" cy="258291"/>
          </a:xfrm>
          <a:prstGeom prst="rect">
            <a:avLst/>
          </a:prstGeom>
        </p:spPr>
      </p:pic>
      <p:sp>
        <p:nvSpPr>
          <p:cNvPr id="8" name="TextBox 7">
            <a:extLst>
              <a:ext uri="{FF2B5EF4-FFF2-40B4-BE49-F238E27FC236}">
                <a16:creationId xmlns:a16="http://schemas.microsoft.com/office/drawing/2014/main" id="{7B80278A-8B91-42AB-AD03-7F8D9CA51ADD}"/>
              </a:ext>
            </a:extLst>
          </p:cNvPr>
          <p:cNvSpPr txBox="1"/>
          <p:nvPr/>
        </p:nvSpPr>
        <p:spPr>
          <a:xfrm rot="5400000">
            <a:off x="1715887" y="3523550"/>
            <a:ext cx="773832" cy="369332"/>
          </a:xfrm>
          <a:prstGeom prst="rect">
            <a:avLst/>
          </a:prstGeom>
          <a:noFill/>
        </p:spPr>
        <p:txBody>
          <a:bodyPr wrap="square">
            <a:spAutoFit/>
          </a:bodyPr>
          <a:lstStyle/>
          <a:p>
            <a:pPr algn="ctr"/>
            <a:r>
              <a:rPr lang="en-US" altLang="ko-KR" sz="1800" b="1" dirty="0">
                <a:latin typeface="consolas" panose="020B0609020204030204" pitchFamily="49" charset="0"/>
              </a:rPr>
              <a:t>...</a:t>
            </a:r>
            <a:endParaRPr lang="ko-KR" altLang="en-US" dirty="0"/>
          </a:p>
        </p:txBody>
      </p:sp>
      <p:sp>
        <p:nvSpPr>
          <p:cNvPr id="9" name="TextBox 8">
            <a:extLst>
              <a:ext uri="{FF2B5EF4-FFF2-40B4-BE49-F238E27FC236}">
                <a16:creationId xmlns:a16="http://schemas.microsoft.com/office/drawing/2014/main" id="{613B6EC6-DE07-4FCA-9A55-A2A59C17C435}"/>
              </a:ext>
            </a:extLst>
          </p:cNvPr>
          <p:cNvSpPr txBox="1"/>
          <p:nvPr/>
        </p:nvSpPr>
        <p:spPr>
          <a:xfrm rot="5400000">
            <a:off x="1715887" y="4971779"/>
            <a:ext cx="773832" cy="369332"/>
          </a:xfrm>
          <a:prstGeom prst="rect">
            <a:avLst/>
          </a:prstGeom>
          <a:noFill/>
        </p:spPr>
        <p:txBody>
          <a:bodyPr wrap="square">
            <a:spAutoFit/>
          </a:bodyPr>
          <a:lstStyle/>
          <a:p>
            <a:pPr algn="ctr"/>
            <a:r>
              <a:rPr lang="en-US" altLang="ko-KR" sz="1800" b="1" dirty="0">
                <a:latin typeface="consolas" panose="020B0609020204030204" pitchFamily="49" charset="0"/>
              </a:rPr>
              <a:t>...</a:t>
            </a:r>
            <a:endParaRPr lang="ko-KR" altLang="en-US" dirty="0"/>
          </a:p>
        </p:txBody>
      </p:sp>
      <p:pic>
        <p:nvPicPr>
          <p:cNvPr id="3" name="그림 2">
            <a:extLst>
              <a:ext uri="{FF2B5EF4-FFF2-40B4-BE49-F238E27FC236}">
                <a16:creationId xmlns:a16="http://schemas.microsoft.com/office/drawing/2014/main" id="{1709964A-0749-4111-825F-C99173B3F111}"/>
              </a:ext>
            </a:extLst>
          </p:cNvPr>
          <p:cNvPicPr>
            <a:picLocks noChangeAspect="1"/>
          </p:cNvPicPr>
          <p:nvPr/>
        </p:nvPicPr>
        <p:blipFill>
          <a:blip r:embed="rId4"/>
          <a:stretch>
            <a:fillRect/>
          </a:stretch>
        </p:blipFill>
        <p:spPr>
          <a:xfrm>
            <a:off x="1446996" y="5420072"/>
            <a:ext cx="5791200" cy="457200"/>
          </a:xfrm>
          <a:prstGeom prst="rect">
            <a:avLst/>
          </a:prstGeom>
        </p:spPr>
      </p:pic>
      <p:pic>
        <p:nvPicPr>
          <p:cNvPr id="5" name="그림 4">
            <a:extLst>
              <a:ext uri="{FF2B5EF4-FFF2-40B4-BE49-F238E27FC236}">
                <a16:creationId xmlns:a16="http://schemas.microsoft.com/office/drawing/2014/main" id="{6D38D328-35F6-4F91-964F-3E5199169AF8}"/>
              </a:ext>
            </a:extLst>
          </p:cNvPr>
          <p:cNvPicPr>
            <a:picLocks noChangeAspect="1"/>
          </p:cNvPicPr>
          <p:nvPr/>
        </p:nvPicPr>
        <p:blipFill>
          <a:blip r:embed="rId5"/>
          <a:stretch>
            <a:fillRect/>
          </a:stretch>
        </p:blipFill>
        <p:spPr>
          <a:xfrm>
            <a:off x="1446996" y="3982559"/>
            <a:ext cx="5676900" cy="895350"/>
          </a:xfrm>
          <a:prstGeom prst="rect">
            <a:avLst/>
          </a:prstGeom>
        </p:spPr>
      </p:pic>
    </p:spTree>
    <p:extLst>
      <p:ext uri="{BB962C8B-B14F-4D97-AF65-F5344CB8AC3E}">
        <p14:creationId xmlns:p14="http://schemas.microsoft.com/office/powerpoint/2010/main" val="544986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9E56AB29-09B9-DBF2-5889-6334097AD5B6}"/>
              </a:ext>
            </a:extLst>
          </p:cNvPr>
          <p:cNvSpPr>
            <a:spLocks noGrp="1" noChangeAspect="1" noChangeArrowheads="1"/>
          </p:cNvSpPr>
          <p:nvPr>
            <p:ph idx="1"/>
          </p:nvPr>
        </p:nvSpPr>
        <p:spPr>
          <a:xfrm>
            <a:off x="457200" y="981075"/>
            <a:ext cx="8229600" cy="5256213"/>
          </a:xfrm>
        </p:spPr>
        <p:txBody>
          <a:bodyPr/>
          <a:lstStyle/>
          <a:p>
            <a:pPr marL="287338" indent="-287338" eaLnBrk="1" hangingPunct="1"/>
            <a:r>
              <a:rPr lang="en-US" sz="1600" dirty="0"/>
              <a:t>The following </a:t>
            </a:r>
            <a:r>
              <a:rPr lang="en-US" sz="1600" b="1" dirty="0"/>
              <a:t>4 variables</a:t>
            </a:r>
            <a:r>
              <a:rPr lang="en-US" sz="1600" dirty="0"/>
              <a:t> were added to the </a:t>
            </a:r>
            <a:r>
              <a:rPr lang="en-US" sz="1600" i="1" dirty="0"/>
              <a:t>Optimizer</a:t>
            </a:r>
            <a:r>
              <a:rPr lang="en-US" sz="1600" dirty="0"/>
              <a:t> class or its sub-classes:</a:t>
            </a:r>
            <a:endParaRPr lang="en-US" altLang="ko-KR" sz="1600" dirty="0"/>
          </a:p>
          <a:p>
            <a:pPr marL="611188" lvl="1" indent="-287338" eaLnBrk="1" hangingPunct="1"/>
            <a:r>
              <a:rPr lang="en-US" altLang="ko-KR" sz="1400" b="1" dirty="0">
                <a:latin typeface="consolas" panose="020B0609020204030204" pitchFamily="49" charset="0"/>
              </a:rPr>
              <a:t>(4) </a:t>
            </a:r>
            <a:r>
              <a:rPr lang="en-US" altLang="ko-KR" sz="1400" b="1" dirty="0" err="1">
                <a:latin typeface="consolas" panose="020B0609020204030204" pitchFamily="49" charset="0"/>
              </a:rPr>
              <a:t>numRestart</a:t>
            </a:r>
            <a:r>
              <a:rPr lang="en-US" altLang="ko-KR" sz="1600" dirty="0"/>
              <a:t>: </a:t>
            </a:r>
          </a:p>
          <a:p>
            <a:pPr marL="899188" lvl="2" indent="-287338" eaLnBrk="1" latinLnBrk="0" hangingPunct="1"/>
            <a:r>
              <a:rPr lang="en-US" altLang="ko-KR" sz="1400" dirty="0"/>
              <a:t>number of random restarts for the random-restart algorithm </a:t>
            </a:r>
            <a:r>
              <a:rPr lang="en-US" altLang="ko-KR" sz="1200" dirty="0"/>
              <a:t>(Added to </a:t>
            </a:r>
            <a:r>
              <a:rPr lang="en-US" altLang="ko-KR" sz="1100" b="1" dirty="0" err="1">
                <a:latin typeface="consolas" panose="020B0609020204030204" pitchFamily="49" charset="0"/>
              </a:rPr>
              <a:t>HillClimbing</a:t>
            </a:r>
            <a:r>
              <a:rPr lang="en-US" altLang="ko-KR" sz="1100" b="1" dirty="0"/>
              <a:t> class</a:t>
            </a:r>
            <a:r>
              <a:rPr lang="en-US" altLang="ko-KR" sz="1200" dirty="0"/>
              <a:t>)</a:t>
            </a:r>
          </a:p>
          <a:p>
            <a:pPr marL="899188" lvl="2" indent="-287338" eaLnBrk="1" latinLnBrk="0" hangingPunct="1"/>
            <a:r>
              <a:rPr lang="en-US" sz="1400" dirty="0"/>
              <a:t>This variable determines </a:t>
            </a:r>
            <a:r>
              <a:rPr lang="en-US" sz="1400" b="1" dirty="0"/>
              <a:t>how many times</a:t>
            </a:r>
            <a:r>
              <a:rPr lang="en-US" sz="1400" dirty="0"/>
              <a:t> the random restart will be repeated when </a:t>
            </a:r>
            <a:r>
              <a:rPr lang="en-US" sz="1400" i="1" dirty="0" err="1"/>
              <a:t>randomRestart</a:t>
            </a:r>
            <a:r>
              <a:rPr lang="en-US" sz="1400" dirty="0"/>
              <a:t> is called.</a:t>
            </a:r>
            <a:endParaRPr lang="en-US" altLang="ko-KR" sz="1400" dirty="0"/>
          </a:p>
          <a:p>
            <a:pPr marL="899188" lvl="2" indent="-287338" eaLnBrk="1" hangingPunct="1"/>
            <a:endParaRPr lang="en-US" altLang="ko-KR" sz="1400" dirty="0"/>
          </a:p>
          <a:p>
            <a:pPr marL="899188" lvl="2" indent="-287338" eaLnBrk="1" hangingPunct="1"/>
            <a:r>
              <a:rPr lang="en-US" altLang="ko-KR" sz="1400" dirty="0" err="1">
                <a:latin typeface="consolas" panose="020B0609020204030204" pitchFamily="49" charset="0"/>
              </a:rPr>
              <a:t>randomRestart</a:t>
            </a:r>
            <a:r>
              <a:rPr lang="en-US" altLang="ko-KR" sz="1400" dirty="0"/>
              <a:t> method in</a:t>
            </a:r>
            <a:r>
              <a:rPr lang="en-US" altLang="ko-KR" sz="1400" dirty="0">
                <a:latin typeface="consolas" panose="020B0609020204030204" pitchFamily="49" charset="0"/>
              </a:rPr>
              <a:t> </a:t>
            </a:r>
            <a:r>
              <a:rPr lang="en-US" altLang="ko-KR" sz="1400" dirty="0" err="1">
                <a:latin typeface="consolas" panose="020B0609020204030204" pitchFamily="49" charset="0"/>
              </a:rPr>
              <a:t>HillClimbing</a:t>
            </a:r>
            <a:r>
              <a:rPr lang="en-US" altLang="ko-KR" sz="1400" dirty="0"/>
              <a:t> class...</a:t>
            </a:r>
          </a:p>
        </p:txBody>
      </p:sp>
      <p:sp>
        <p:nvSpPr>
          <p:cNvPr id="17411" name="Rectangle 2">
            <a:extLst>
              <a:ext uri="{FF2B5EF4-FFF2-40B4-BE49-F238E27FC236}">
                <a16:creationId xmlns:a16="http://schemas.microsoft.com/office/drawing/2014/main" id="{BC51FF49-6644-94F6-A1CE-7124B041AD86}"/>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8434" name="바닥글 개체 틀 4">
            <a:extLst>
              <a:ext uri="{FF2B5EF4-FFF2-40B4-BE49-F238E27FC236}">
                <a16:creationId xmlns:a16="http://schemas.microsoft.com/office/drawing/2014/main" id="{1E8EA2B2-EABC-27B3-29BC-F76920084456}"/>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17413" name="슬라이드 번호 개체 틀 8">
            <a:extLst>
              <a:ext uri="{FF2B5EF4-FFF2-40B4-BE49-F238E27FC236}">
                <a16:creationId xmlns:a16="http://schemas.microsoft.com/office/drawing/2014/main" id="{F5684AC8-ADFB-0782-5645-63A502927A0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3F0FB7D3-4003-4807-9C2D-7BCD5C3FBE24}" type="slidenum">
              <a:rPr lang="ko-KR" altLang="en-US" sz="1200">
                <a:solidFill>
                  <a:srgbClr val="898989"/>
                </a:solidFill>
                <a:latin typeface="Book Antiqua" panose="02040602050305030304" pitchFamily="18" charset="0"/>
              </a:rPr>
              <a:pPr>
                <a:lnSpc>
                  <a:spcPct val="100000"/>
                </a:lnSpc>
                <a:spcBef>
                  <a:spcPct val="0"/>
                </a:spcBef>
                <a:buFontTx/>
                <a:buNone/>
              </a:pPr>
              <a:t>17</a:t>
            </a:fld>
            <a:endParaRPr lang="en-US" altLang="ko-KR" sz="1200">
              <a:solidFill>
                <a:srgbClr val="898989"/>
              </a:solidFill>
              <a:latin typeface="Book Antiqua" panose="02040602050305030304" pitchFamily="18" charset="0"/>
            </a:endParaRPr>
          </a:p>
        </p:txBody>
      </p:sp>
      <p:pic>
        <p:nvPicPr>
          <p:cNvPr id="3" name="그림 2">
            <a:extLst>
              <a:ext uri="{FF2B5EF4-FFF2-40B4-BE49-F238E27FC236}">
                <a16:creationId xmlns:a16="http://schemas.microsoft.com/office/drawing/2014/main" id="{744E98A0-F64D-411F-9DBA-1EE7AFE1902A}"/>
              </a:ext>
            </a:extLst>
          </p:cNvPr>
          <p:cNvPicPr>
            <a:picLocks noChangeAspect="1"/>
          </p:cNvPicPr>
          <p:nvPr/>
        </p:nvPicPr>
        <p:blipFill>
          <a:blip r:embed="rId3"/>
          <a:stretch>
            <a:fillRect/>
          </a:stretch>
        </p:blipFill>
        <p:spPr>
          <a:xfrm>
            <a:off x="1403648" y="3195637"/>
            <a:ext cx="3381375" cy="466725"/>
          </a:xfrm>
          <a:prstGeom prst="rect">
            <a:avLst/>
          </a:prstGeom>
        </p:spPr>
      </p:pic>
      <p:sp>
        <p:nvSpPr>
          <p:cNvPr id="8" name="설명선: 선 7">
            <a:extLst>
              <a:ext uri="{FF2B5EF4-FFF2-40B4-BE49-F238E27FC236}">
                <a16:creationId xmlns:a16="http://schemas.microsoft.com/office/drawing/2014/main" id="{2E544E00-320A-400E-AEA3-6672064DD2F8}"/>
              </a:ext>
            </a:extLst>
          </p:cNvPr>
          <p:cNvSpPr/>
          <p:nvPr/>
        </p:nvSpPr>
        <p:spPr>
          <a:xfrm>
            <a:off x="5389066" y="3323641"/>
            <a:ext cx="2567310" cy="476107"/>
          </a:xfrm>
          <a:prstGeom prst="borderCallout1">
            <a:avLst>
              <a:gd name="adj1" fmla="val -2"/>
              <a:gd name="adj2" fmla="val -1087"/>
              <a:gd name="adj3" fmla="val 100435"/>
              <a:gd name="adj4" fmla="val -1045"/>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Calls the </a:t>
            </a:r>
            <a:r>
              <a:rPr lang="en-US" sz="1000" b="1" dirty="0"/>
              <a:t>run</a:t>
            </a:r>
            <a:r>
              <a:rPr lang="en-US" sz="1000" dirty="0"/>
              <a:t> method of the class for the solution algorithm selected by the user.</a:t>
            </a:r>
            <a:endParaRPr lang="ko-KR" altLang="en-US" sz="1000" dirty="0">
              <a:solidFill>
                <a:schemeClr val="tx1"/>
              </a:solidFill>
            </a:endParaRPr>
          </a:p>
        </p:txBody>
      </p:sp>
      <p:cxnSp>
        <p:nvCxnSpPr>
          <p:cNvPr id="9" name="직선 화살표 연결선 8">
            <a:extLst>
              <a:ext uri="{FF2B5EF4-FFF2-40B4-BE49-F238E27FC236}">
                <a16:creationId xmlns:a16="http://schemas.microsoft.com/office/drawing/2014/main" id="{4951E6E3-A480-4B2A-9A88-294E30ACB9CD}"/>
              </a:ext>
            </a:extLst>
          </p:cNvPr>
          <p:cNvCxnSpPr>
            <a:cxnSpLocks/>
          </p:cNvCxnSpPr>
          <p:nvPr/>
        </p:nvCxnSpPr>
        <p:spPr>
          <a:xfrm>
            <a:off x="3279551" y="3544720"/>
            <a:ext cx="2012944" cy="0"/>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420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21E31B30-A723-CE69-0403-9ADFE495DFCB}"/>
              </a:ext>
            </a:extLst>
          </p:cNvPr>
          <p:cNvSpPr>
            <a:spLocks noGrp="1" noChangeAspect="1" noChangeArrowheads="1"/>
          </p:cNvSpPr>
          <p:nvPr>
            <p:ph idx="1"/>
          </p:nvPr>
        </p:nvSpPr>
        <p:spPr>
          <a:xfrm>
            <a:off x="457200" y="981075"/>
            <a:ext cx="8229600" cy="5256213"/>
          </a:xfrm>
        </p:spPr>
        <p:txBody>
          <a:bodyPr/>
          <a:lstStyle/>
          <a:p>
            <a:pPr marL="287338" indent="-287338" algn="just" eaLnBrk="1" hangingPunct="1"/>
            <a:r>
              <a:rPr lang="en-US" sz="1600" dirty="0"/>
              <a:t>The </a:t>
            </a:r>
            <a:r>
              <a:rPr lang="en-US" sz="1600" b="1" dirty="0" err="1">
                <a:latin typeface="Courier New" panose="02070309020205020404" pitchFamily="49" charset="0"/>
                <a:cs typeface="Courier New" panose="02070309020205020404" pitchFamily="49" charset="0"/>
              </a:rPr>
              <a:t>aType</a:t>
            </a:r>
            <a:r>
              <a:rPr lang="en-US" sz="1600" dirty="0"/>
              <a:t> member variable is added to the </a:t>
            </a:r>
            <a:r>
              <a:rPr lang="en-US" sz="1600" b="1" dirty="0">
                <a:latin typeface="Courier New" panose="02070309020205020404" pitchFamily="49" charset="0"/>
                <a:cs typeface="Courier New" panose="02070309020205020404" pitchFamily="49" charset="0"/>
              </a:rPr>
              <a:t>Setup</a:t>
            </a:r>
            <a:r>
              <a:rPr lang="en-US" sz="1600" dirty="0"/>
              <a:t> class.</a:t>
            </a:r>
            <a:endParaRPr lang="en-US" altLang="ko-KR" sz="1600" dirty="0">
              <a:latin typeface="Courier New" panose="02070309020205020404" pitchFamily="49" charset="0"/>
              <a:cs typeface="Courier New" panose="02070309020205020404" pitchFamily="49" charset="0"/>
            </a:endParaRPr>
          </a:p>
          <a:p>
            <a:pPr marL="611188" lvl="1" indent="-287338" algn="just" eaLnBrk="1" hangingPunct="1"/>
            <a:r>
              <a:rPr lang="en-US" sz="1400" dirty="0"/>
              <a:t>Since this variable is used by both the superclass </a:t>
            </a:r>
            <a:r>
              <a:rPr lang="en-US" sz="1400" b="1" dirty="0">
                <a:latin typeface="Courier New" panose="02070309020205020404" pitchFamily="49" charset="0"/>
                <a:cs typeface="Courier New" panose="02070309020205020404" pitchFamily="49" charset="0"/>
              </a:rPr>
              <a:t>Problem</a:t>
            </a:r>
            <a:r>
              <a:rPr lang="en-US" sz="1400" dirty="0"/>
              <a:t> defined in </a:t>
            </a:r>
            <a:r>
              <a:rPr lang="en-US" sz="1400" i="1" dirty="0"/>
              <a:t>problem.py</a:t>
            </a:r>
            <a:r>
              <a:rPr lang="en-US" sz="1400" dirty="0"/>
              <a:t> and the superclass </a:t>
            </a:r>
            <a:r>
              <a:rPr lang="en-US" sz="1400" b="1" dirty="0">
                <a:latin typeface="Courier New" panose="02070309020205020404" pitchFamily="49" charset="0"/>
                <a:cs typeface="Courier New" panose="02070309020205020404" pitchFamily="49" charset="0"/>
              </a:rPr>
              <a:t>Optimizer</a:t>
            </a:r>
            <a:r>
              <a:rPr lang="en-US" sz="1400" dirty="0"/>
              <a:t> defined in </a:t>
            </a:r>
            <a:r>
              <a:rPr lang="en-US" sz="1400" i="1" dirty="0"/>
              <a:t>optimizer.py</a:t>
            </a:r>
            <a:r>
              <a:rPr lang="en-US" sz="1400" dirty="0"/>
              <a:t>, the </a:t>
            </a:r>
            <a:r>
              <a:rPr lang="en-US" sz="1400" b="1" dirty="0" err="1">
                <a:latin typeface="Courier New" panose="02070309020205020404" pitchFamily="49" charset="0"/>
                <a:cs typeface="Courier New" panose="02070309020205020404" pitchFamily="49" charset="0"/>
              </a:rPr>
              <a:t>aType</a:t>
            </a:r>
            <a:r>
              <a:rPr lang="en-US" sz="1400" dirty="0"/>
              <a:t> variable is added to the </a:t>
            </a:r>
            <a:r>
              <a:rPr lang="en-US" sz="1400" b="1" dirty="0">
                <a:latin typeface="Courier New" panose="02070309020205020404" pitchFamily="49" charset="0"/>
                <a:cs typeface="Courier New" panose="02070309020205020404" pitchFamily="49" charset="0"/>
              </a:rPr>
              <a:t>Setup</a:t>
            </a:r>
            <a:r>
              <a:rPr lang="en-US" sz="1400" dirty="0"/>
              <a:t> class, which is inherited by both. </a:t>
            </a:r>
            <a:endParaRPr lang="en-US" altLang="ko-KR" sz="1400" dirty="0">
              <a:cs typeface="Courier New" panose="02070309020205020404" pitchFamily="49" charset="0"/>
            </a:endParaRPr>
          </a:p>
          <a:p>
            <a:pPr marL="899188" lvl="2" indent="-287338" algn="just" eaLnBrk="1" hangingPunct="1"/>
            <a:r>
              <a:rPr lang="en-US" altLang="ko-KR" sz="1400" dirty="0">
                <a:cs typeface="Courier New" panose="02070309020205020404" pitchFamily="49" charset="0"/>
              </a:rPr>
              <a:t>It is referenced by the revised </a:t>
            </a:r>
            <a:r>
              <a:rPr lang="en-US" altLang="ko-KR" sz="1200" b="1" dirty="0">
                <a:latin typeface="Courier New" panose="02070309020205020404" pitchFamily="49" charset="0"/>
                <a:cs typeface="Courier New" panose="02070309020205020404" pitchFamily="49" charset="0"/>
              </a:rPr>
              <a:t>report</a:t>
            </a:r>
            <a:r>
              <a:rPr lang="en-US" altLang="ko-KR" sz="1400" dirty="0">
                <a:cs typeface="Courier New" panose="02070309020205020404" pitchFamily="49" charset="0"/>
              </a:rPr>
              <a:t> method of </a:t>
            </a:r>
            <a:r>
              <a:rPr lang="en-US" altLang="ko-KR" sz="1200" b="1" dirty="0">
                <a:latin typeface="Courier New" panose="02070309020205020404" pitchFamily="49" charset="0"/>
                <a:cs typeface="Courier New" panose="02070309020205020404" pitchFamily="49" charset="0"/>
              </a:rPr>
              <a:t>Problem</a:t>
            </a:r>
            <a:endParaRPr lang="en-US" altLang="ko-KR" sz="1400" dirty="0">
              <a:cs typeface="Courier New" panose="02070309020205020404" pitchFamily="49" charset="0"/>
            </a:endParaRPr>
          </a:p>
          <a:p>
            <a:pPr marL="899188" lvl="2" indent="-287338" algn="just" eaLnBrk="1" hangingPunct="1"/>
            <a:r>
              <a:rPr lang="en-US" altLang="ko-KR" sz="1400" dirty="0">
                <a:cs typeface="Courier New" panose="02070309020205020404" pitchFamily="49" charset="0"/>
              </a:rPr>
              <a:t>It is also referenced by </a:t>
            </a:r>
            <a:r>
              <a:rPr lang="en-US" altLang="ko-KR" sz="1200" b="1" dirty="0" err="1">
                <a:latin typeface="Courier New" panose="02070309020205020404" pitchFamily="49" charset="0"/>
                <a:cs typeface="Courier New" panose="02070309020205020404" pitchFamily="49" charset="0"/>
              </a:rPr>
              <a:t>displaySetting</a:t>
            </a:r>
            <a:r>
              <a:rPr lang="en-US" altLang="ko-KR" sz="1400" dirty="0">
                <a:cs typeface="Courier New" panose="02070309020205020404" pitchFamily="49" charset="0"/>
              </a:rPr>
              <a:t> of </a:t>
            </a:r>
            <a:r>
              <a:rPr lang="en-US" altLang="ko-KR" sz="1200" b="1" dirty="0">
                <a:latin typeface="Courier New" panose="02070309020205020404" pitchFamily="49" charset="0"/>
                <a:cs typeface="Courier New" panose="02070309020205020404" pitchFamily="49" charset="0"/>
              </a:rPr>
              <a:t>Optimizer</a:t>
            </a:r>
            <a:endParaRPr lang="en-US" altLang="ko-KR" sz="1400" b="1" dirty="0">
              <a:latin typeface="Courier New" panose="02070309020205020404" pitchFamily="49" charset="0"/>
              <a:cs typeface="Courier New" panose="02070309020205020404" pitchFamily="49" charset="0"/>
            </a:endParaRPr>
          </a:p>
          <a:p>
            <a:pPr marL="287338" indent="-287338" algn="just" eaLnBrk="1" hangingPunct="1"/>
            <a:endParaRPr lang="en-US" altLang="ko-KR" sz="1600" dirty="0">
              <a:cs typeface="Courier New" panose="02070309020205020404" pitchFamily="49" charset="0"/>
            </a:endParaRPr>
          </a:p>
          <a:p>
            <a:pPr marL="287338" indent="-287338" algn="just" eaLnBrk="1" hangingPunct="1"/>
            <a:endParaRPr lang="en-US" altLang="ko-KR" sz="1600" dirty="0">
              <a:cs typeface="Courier New" panose="02070309020205020404" pitchFamily="49" charset="0"/>
            </a:endParaRPr>
          </a:p>
        </p:txBody>
      </p:sp>
      <p:sp>
        <p:nvSpPr>
          <p:cNvPr id="21507" name="Rectangle 2">
            <a:extLst>
              <a:ext uri="{FF2B5EF4-FFF2-40B4-BE49-F238E27FC236}">
                <a16:creationId xmlns:a16="http://schemas.microsoft.com/office/drawing/2014/main" id="{F46554D7-BD04-59CC-D78B-BCF6EED9C516}"/>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endParaRPr lang="en-US" altLang="ko-KR">
              <a:solidFill>
                <a:srgbClr val="800080"/>
              </a:solidFill>
            </a:endParaRPr>
          </a:p>
        </p:txBody>
      </p:sp>
      <p:sp>
        <p:nvSpPr>
          <p:cNvPr id="18434" name="바닥글 개체 틀 4">
            <a:extLst>
              <a:ext uri="{FF2B5EF4-FFF2-40B4-BE49-F238E27FC236}">
                <a16:creationId xmlns:a16="http://schemas.microsoft.com/office/drawing/2014/main" id="{313FE369-8DA8-6726-C573-A769DAC9E34E}"/>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21509" name="슬라이드 번호 개체 틀 8">
            <a:extLst>
              <a:ext uri="{FF2B5EF4-FFF2-40B4-BE49-F238E27FC236}">
                <a16:creationId xmlns:a16="http://schemas.microsoft.com/office/drawing/2014/main" id="{B03FAD7E-9567-BDE7-7E22-A7C02C46207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7F3B8057-BA2F-4638-8E24-3671CF7407C4}" type="slidenum">
              <a:rPr lang="ko-KR" altLang="en-US" sz="1200">
                <a:solidFill>
                  <a:srgbClr val="898989"/>
                </a:solidFill>
                <a:latin typeface="Book Antiqua" panose="02040602050305030304" pitchFamily="18" charset="0"/>
              </a:rPr>
              <a:pPr>
                <a:lnSpc>
                  <a:spcPct val="100000"/>
                </a:lnSpc>
                <a:spcBef>
                  <a:spcPct val="0"/>
                </a:spcBef>
                <a:buFontTx/>
                <a:buNone/>
              </a:pPr>
              <a:t>18</a:t>
            </a:fld>
            <a:endParaRPr lang="en-US" altLang="ko-KR" sz="1200">
              <a:solidFill>
                <a:srgbClr val="898989"/>
              </a:solidFill>
              <a:latin typeface="Book Antiqua" panose="02040602050305030304" pitchFamily="18" charset="0"/>
            </a:endParaRPr>
          </a:p>
        </p:txBody>
      </p:sp>
      <p:pic>
        <p:nvPicPr>
          <p:cNvPr id="3" name="그림 2">
            <a:extLst>
              <a:ext uri="{FF2B5EF4-FFF2-40B4-BE49-F238E27FC236}">
                <a16:creationId xmlns:a16="http://schemas.microsoft.com/office/drawing/2014/main" id="{13F79851-29AA-D469-623B-8EFD0CC36276}"/>
              </a:ext>
            </a:extLst>
          </p:cNvPr>
          <p:cNvPicPr>
            <a:picLocks noChangeAspect="1"/>
          </p:cNvPicPr>
          <p:nvPr/>
        </p:nvPicPr>
        <p:blipFill>
          <a:blip r:embed="rId3"/>
          <a:stretch>
            <a:fillRect/>
          </a:stretch>
        </p:blipFill>
        <p:spPr>
          <a:xfrm>
            <a:off x="211017" y="2911525"/>
            <a:ext cx="2064416" cy="1381571"/>
          </a:xfrm>
          <a:prstGeom prst="rect">
            <a:avLst/>
          </a:prstGeom>
        </p:spPr>
      </p:pic>
      <p:pic>
        <p:nvPicPr>
          <p:cNvPr id="5" name="그림 4">
            <a:extLst>
              <a:ext uri="{FF2B5EF4-FFF2-40B4-BE49-F238E27FC236}">
                <a16:creationId xmlns:a16="http://schemas.microsoft.com/office/drawing/2014/main" id="{36E9C9C8-7BAE-409A-5573-DDC14B944232}"/>
              </a:ext>
            </a:extLst>
          </p:cNvPr>
          <p:cNvPicPr>
            <a:picLocks noChangeAspect="1"/>
          </p:cNvPicPr>
          <p:nvPr/>
        </p:nvPicPr>
        <p:blipFill>
          <a:blip r:embed="rId4"/>
          <a:stretch>
            <a:fillRect/>
          </a:stretch>
        </p:blipFill>
        <p:spPr>
          <a:xfrm>
            <a:off x="5318265" y="4542979"/>
            <a:ext cx="2926143" cy="216024"/>
          </a:xfrm>
          <a:prstGeom prst="rect">
            <a:avLst/>
          </a:prstGeom>
        </p:spPr>
      </p:pic>
      <p:pic>
        <p:nvPicPr>
          <p:cNvPr id="7" name="그림 6">
            <a:extLst>
              <a:ext uri="{FF2B5EF4-FFF2-40B4-BE49-F238E27FC236}">
                <a16:creationId xmlns:a16="http://schemas.microsoft.com/office/drawing/2014/main" id="{641CB1A0-8628-93DB-1610-CE6BFCEE1D49}"/>
              </a:ext>
            </a:extLst>
          </p:cNvPr>
          <p:cNvPicPr>
            <a:picLocks noChangeAspect="1"/>
          </p:cNvPicPr>
          <p:nvPr/>
        </p:nvPicPr>
        <p:blipFill>
          <a:blip r:embed="rId5"/>
          <a:stretch>
            <a:fillRect/>
          </a:stretch>
        </p:blipFill>
        <p:spPr>
          <a:xfrm>
            <a:off x="3197898" y="2911525"/>
            <a:ext cx="5046510" cy="1381571"/>
          </a:xfrm>
          <a:prstGeom prst="rect">
            <a:avLst/>
          </a:prstGeom>
        </p:spPr>
      </p:pic>
      <p:pic>
        <p:nvPicPr>
          <p:cNvPr id="11" name="그림 10">
            <a:extLst>
              <a:ext uri="{FF2B5EF4-FFF2-40B4-BE49-F238E27FC236}">
                <a16:creationId xmlns:a16="http://schemas.microsoft.com/office/drawing/2014/main" id="{9B0F0CE8-EB2F-2E4A-D231-F2F9B2A04364}"/>
              </a:ext>
            </a:extLst>
          </p:cNvPr>
          <p:cNvPicPr>
            <a:picLocks noChangeAspect="1"/>
          </p:cNvPicPr>
          <p:nvPr/>
        </p:nvPicPr>
        <p:blipFill>
          <a:blip r:embed="rId6"/>
          <a:stretch>
            <a:fillRect/>
          </a:stretch>
        </p:blipFill>
        <p:spPr>
          <a:xfrm>
            <a:off x="211017" y="4999902"/>
            <a:ext cx="4477364" cy="742478"/>
          </a:xfrm>
          <a:prstGeom prst="rect">
            <a:avLst/>
          </a:prstGeom>
          <a:ln w="19050">
            <a:solidFill>
              <a:srgbClr val="FFFF00"/>
            </a:solidFill>
          </a:ln>
        </p:spPr>
      </p:pic>
      <p:pic>
        <p:nvPicPr>
          <p:cNvPr id="13" name="그림 12">
            <a:extLst>
              <a:ext uri="{FF2B5EF4-FFF2-40B4-BE49-F238E27FC236}">
                <a16:creationId xmlns:a16="http://schemas.microsoft.com/office/drawing/2014/main" id="{F1E8A9CB-9442-4FBF-E1AC-2FB2D58A8622}"/>
              </a:ext>
            </a:extLst>
          </p:cNvPr>
          <p:cNvPicPr>
            <a:picLocks noChangeAspect="1"/>
          </p:cNvPicPr>
          <p:nvPr/>
        </p:nvPicPr>
        <p:blipFill>
          <a:blip r:embed="rId7"/>
          <a:stretch>
            <a:fillRect/>
          </a:stretch>
        </p:blipFill>
        <p:spPr>
          <a:xfrm>
            <a:off x="1043608" y="5401274"/>
            <a:ext cx="4187620" cy="692022"/>
          </a:xfrm>
          <a:prstGeom prst="rect">
            <a:avLst/>
          </a:prstGeom>
          <a:ln w="19050">
            <a:solidFill>
              <a:srgbClr val="FFFF00"/>
            </a:solidFill>
          </a:ln>
        </p:spPr>
      </p:pic>
      <p:pic>
        <p:nvPicPr>
          <p:cNvPr id="9" name="그림 8">
            <a:extLst>
              <a:ext uri="{FF2B5EF4-FFF2-40B4-BE49-F238E27FC236}">
                <a16:creationId xmlns:a16="http://schemas.microsoft.com/office/drawing/2014/main" id="{75E19005-947F-DD81-7F6D-7C17A8FA3A91}"/>
              </a:ext>
            </a:extLst>
          </p:cNvPr>
          <p:cNvPicPr>
            <a:picLocks noChangeAspect="1"/>
          </p:cNvPicPr>
          <p:nvPr/>
        </p:nvPicPr>
        <p:blipFill>
          <a:blip r:embed="rId8"/>
          <a:stretch>
            <a:fillRect/>
          </a:stretch>
        </p:blipFill>
        <p:spPr>
          <a:xfrm>
            <a:off x="1849198" y="5805264"/>
            <a:ext cx="3885268" cy="896600"/>
          </a:xfrm>
          <a:prstGeom prst="rect">
            <a:avLst/>
          </a:prstGeom>
          <a:ln w="19050">
            <a:solidFill>
              <a:srgbClr val="FFFF00"/>
            </a:solidFill>
          </a:ln>
        </p:spPr>
      </p:pic>
      <p:sp>
        <p:nvSpPr>
          <p:cNvPr id="14" name="직사각형 13">
            <a:extLst>
              <a:ext uri="{FF2B5EF4-FFF2-40B4-BE49-F238E27FC236}">
                <a16:creationId xmlns:a16="http://schemas.microsoft.com/office/drawing/2014/main" id="{730E8E08-AE52-A396-8D30-929F4179DD74}"/>
              </a:ext>
            </a:extLst>
          </p:cNvPr>
          <p:cNvSpPr/>
          <p:nvPr/>
        </p:nvSpPr>
        <p:spPr>
          <a:xfrm>
            <a:off x="120829" y="2849201"/>
            <a:ext cx="8867421" cy="20242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6" name="직선 화살표 연결선 15">
            <a:extLst>
              <a:ext uri="{FF2B5EF4-FFF2-40B4-BE49-F238E27FC236}">
                <a16:creationId xmlns:a16="http://schemas.microsoft.com/office/drawing/2014/main" id="{C7C1D38A-11AF-8B88-7002-84304F14D6C1}"/>
              </a:ext>
            </a:extLst>
          </p:cNvPr>
          <p:cNvCxnSpPr>
            <a:stCxn id="3" idx="3"/>
            <a:endCxn id="7" idx="1"/>
          </p:cNvCxnSpPr>
          <p:nvPr/>
        </p:nvCxnSpPr>
        <p:spPr>
          <a:xfrm>
            <a:off x="2275433" y="3602311"/>
            <a:ext cx="92246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연결선: 꺾임 17">
            <a:extLst>
              <a:ext uri="{FF2B5EF4-FFF2-40B4-BE49-F238E27FC236}">
                <a16:creationId xmlns:a16="http://schemas.microsoft.com/office/drawing/2014/main" id="{0CD048D5-3508-5718-4969-40B2BA491C5F}"/>
              </a:ext>
            </a:extLst>
          </p:cNvPr>
          <p:cNvCxnSpPr>
            <a:stCxn id="7" idx="3"/>
            <a:endCxn id="5" idx="3"/>
          </p:cNvCxnSpPr>
          <p:nvPr/>
        </p:nvCxnSpPr>
        <p:spPr>
          <a:xfrm>
            <a:off x="8244408" y="3602311"/>
            <a:ext cx="12700" cy="1048680"/>
          </a:xfrm>
          <a:prstGeom prst="bentConnector3">
            <a:avLst>
              <a:gd name="adj1" fmla="val 1800000"/>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연결선: 꺾임 19">
            <a:extLst>
              <a:ext uri="{FF2B5EF4-FFF2-40B4-BE49-F238E27FC236}">
                <a16:creationId xmlns:a16="http://schemas.microsoft.com/office/drawing/2014/main" id="{FFABFD30-D01E-5AE6-6B97-C5AD9F398B1F}"/>
              </a:ext>
            </a:extLst>
          </p:cNvPr>
          <p:cNvCxnSpPr>
            <a:stCxn id="5" idx="1"/>
            <a:endCxn id="11" idx="0"/>
          </p:cNvCxnSpPr>
          <p:nvPr/>
        </p:nvCxnSpPr>
        <p:spPr>
          <a:xfrm rot="10800000" flipV="1">
            <a:off x="2449699" y="4650990"/>
            <a:ext cx="2868566" cy="348911"/>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F98E0A77-AE3D-830F-CCA0-ABA8839E9A39}"/>
              </a:ext>
            </a:extLst>
          </p:cNvPr>
          <p:cNvSpPr txBox="1"/>
          <p:nvPr/>
        </p:nvSpPr>
        <p:spPr>
          <a:xfrm>
            <a:off x="8053956" y="2572202"/>
            <a:ext cx="917848" cy="276999"/>
          </a:xfrm>
          <a:prstGeom prst="rect">
            <a:avLst/>
          </a:prstGeom>
          <a:noFill/>
        </p:spPr>
        <p:txBody>
          <a:bodyPr wrap="square">
            <a:spAutoFit/>
          </a:bodyPr>
          <a:lstStyle/>
          <a:p>
            <a:pPr algn="r"/>
            <a:r>
              <a:rPr lang="en-US" altLang="ko-KR" sz="1200" b="1" dirty="0">
                <a:latin typeface="나눔스퀘어_ac" panose="020B0600000101010101" pitchFamily="50" charset="-127"/>
                <a:ea typeface="나눔스퀘어_ac" panose="020B0600000101010101" pitchFamily="50" charset="-127"/>
              </a:rPr>
              <a:t>main.py</a:t>
            </a:r>
            <a:endParaRPr lang="ko-KR" altLang="en-US" sz="1200" b="1" dirty="0">
              <a:latin typeface="나눔스퀘어_ac" panose="020B0600000101010101" pitchFamily="50" charset="-127"/>
              <a:ea typeface="나눔스퀘어_ac" panose="020B0600000101010101" pitchFamily="50" charset="-127"/>
            </a:endParaRPr>
          </a:p>
        </p:txBody>
      </p:sp>
      <p:cxnSp>
        <p:nvCxnSpPr>
          <p:cNvPr id="24" name="직선 화살표 연결선 23">
            <a:extLst>
              <a:ext uri="{FF2B5EF4-FFF2-40B4-BE49-F238E27FC236}">
                <a16:creationId xmlns:a16="http://schemas.microsoft.com/office/drawing/2014/main" id="{4346C05F-4112-49B7-5D1E-798B885B4A84}"/>
              </a:ext>
            </a:extLst>
          </p:cNvPr>
          <p:cNvCxnSpPr/>
          <p:nvPr/>
        </p:nvCxnSpPr>
        <p:spPr>
          <a:xfrm flipH="1">
            <a:off x="4539467" y="6083248"/>
            <a:ext cx="167364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E000C02-2E06-FC45-511C-861D307B9F4C}"/>
            </a:ext>
          </a:extLst>
        </p:cNvPr>
        <p:cNvGrpSpPr/>
        <p:nvPr/>
      </p:nvGrpSpPr>
      <p:grpSpPr>
        <a:xfrm>
          <a:off x="0" y="0"/>
          <a:ext cx="0" cy="0"/>
          <a:chOff x="0" y="0"/>
          <a:chExt cx="0" cy="0"/>
        </a:xfrm>
      </p:grpSpPr>
      <p:sp>
        <p:nvSpPr>
          <p:cNvPr id="21506" name="Rectangle 3">
            <a:extLst>
              <a:ext uri="{FF2B5EF4-FFF2-40B4-BE49-F238E27FC236}">
                <a16:creationId xmlns:a16="http://schemas.microsoft.com/office/drawing/2014/main" id="{B9951BB5-3B28-6118-7CA9-5BE4F38B60EC}"/>
              </a:ext>
            </a:extLst>
          </p:cNvPr>
          <p:cNvSpPr>
            <a:spLocks noGrp="1" noChangeAspect="1" noChangeArrowheads="1"/>
          </p:cNvSpPr>
          <p:nvPr>
            <p:ph idx="1"/>
          </p:nvPr>
        </p:nvSpPr>
        <p:spPr>
          <a:xfrm>
            <a:off x="457200" y="981075"/>
            <a:ext cx="8229600" cy="5256213"/>
          </a:xfrm>
        </p:spPr>
        <p:txBody>
          <a:bodyPr/>
          <a:lstStyle/>
          <a:p>
            <a:pPr marL="287338" indent="-287338" algn="just" eaLnBrk="1" latinLnBrk="0" hangingPunct="1"/>
            <a:r>
              <a:rPr lang="en-US" sz="1600" dirty="0"/>
              <a:t>The code was modified to reference the </a:t>
            </a:r>
            <a:r>
              <a:rPr lang="en-US" sz="1600" b="1" dirty="0" err="1">
                <a:latin typeface="Courier New" panose="02070309020205020404" pitchFamily="49" charset="0"/>
                <a:cs typeface="Courier New" panose="02070309020205020404" pitchFamily="49" charset="0"/>
              </a:rPr>
              <a:t>pType</a:t>
            </a:r>
            <a:r>
              <a:rPr lang="en-US" sz="1600" dirty="0"/>
              <a:t> variable in the </a:t>
            </a:r>
            <a:r>
              <a:rPr lang="en-US" sz="1600" b="1" dirty="0" err="1">
                <a:latin typeface="Courier New" panose="02070309020205020404" pitchFamily="49" charset="0"/>
                <a:cs typeface="Courier New" panose="02070309020205020404" pitchFamily="49" charset="0"/>
              </a:rPr>
              <a:t>displaySetting</a:t>
            </a:r>
            <a:r>
              <a:rPr lang="en-US" sz="1600" dirty="0"/>
              <a:t> method of the </a:t>
            </a:r>
            <a:r>
              <a:rPr lang="en-US" sz="1600" b="1" dirty="0">
                <a:latin typeface="Courier New" panose="02070309020205020404" pitchFamily="49" charset="0"/>
                <a:cs typeface="Courier New" panose="02070309020205020404" pitchFamily="49" charset="0"/>
              </a:rPr>
              <a:t>Optimizer</a:t>
            </a:r>
            <a:r>
              <a:rPr lang="en-US" sz="1600" dirty="0"/>
              <a:t> class. Due to this change, the </a:t>
            </a:r>
            <a:r>
              <a:rPr lang="en-US" sz="1600" b="1" dirty="0" err="1">
                <a:latin typeface="Courier New" panose="02070309020205020404" pitchFamily="49" charset="0"/>
                <a:cs typeface="Courier New" panose="02070309020205020404" pitchFamily="49" charset="0"/>
              </a:rPr>
              <a:t>pType</a:t>
            </a:r>
            <a:r>
              <a:rPr lang="en-US" sz="1600" dirty="0"/>
              <a:t> variable was </a:t>
            </a:r>
            <a:r>
              <a:rPr lang="en-US" sz="1600" b="1" dirty="0">
                <a:solidFill>
                  <a:srgbClr val="FF0000"/>
                </a:solidFill>
              </a:rPr>
              <a:t>moved</a:t>
            </a:r>
            <a:r>
              <a:rPr lang="en-US" sz="1600" dirty="0"/>
              <a:t> from the </a:t>
            </a:r>
            <a:r>
              <a:rPr lang="en-US" sz="1600" b="1" dirty="0" err="1">
                <a:latin typeface="Courier New" panose="02070309020205020404" pitchFamily="49" charset="0"/>
                <a:cs typeface="Courier New" panose="02070309020205020404" pitchFamily="49" charset="0"/>
              </a:rPr>
              <a:t>HillClimbing</a:t>
            </a:r>
            <a:r>
              <a:rPr lang="en-US" sz="1600" dirty="0"/>
              <a:t> class to the </a:t>
            </a:r>
            <a:r>
              <a:rPr lang="en-US" sz="1600" b="1" dirty="0">
                <a:latin typeface="Courier New" panose="02070309020205020404" pitchFamily="49" charset="0"/>
                <a:cs typeface="Courier New" panose="02070309020205020404" pitchFamily="49" charset="0"/>
              </a:rPr>
              <a:t>Optimizer</a:t>
            </a:r>
            <a:r>
              <a:rPr lang="en-US" sz="1600" dirty="0"/>
              <a:t> class.</a:t>
            </a:r>
            <a:endParaRPr lang="en-US" altLang="ko-KR" sz="1600" dirty="0">
              <a:latin typeface="Consolas" panose="020B0609020204030204" pitchFamily="49" charset="0"/>
              <a:cs typeface="Courier New" panose="02070309020205020404" pitchFamily="49" charset="0"/>
            </a:endParaRPr>
          </a:p>
          <a:p>
            <a:pPr marL="287338" indent="-287338" algn="just" eaLnBrk="1" latinLnBrk="0" hangingPunct="1"/>
            <a:endParaRPr lang="en-US" altLang="ko-KR" sz="1600" dirty="0">
              <a:cs typeface="Courier New" panose="02070309020205020404" pitchFamily="49" charset="0"/>
            </a:endParaRPr>
          </a:p>
        </p:txBody>
      </p:sp>
      <p:sp>
        <p:nvSpPr>
          <p:cNvPr id="21507" name="Rectangle 2">
            <a:extLst>
              <a:ext uri="{FF2B5EF4-FFF2-40B4-BE49-F238E27FC236}">
                <a16:creationId xmlns:a16="http://schemas.microsoft.com/office/drawing/2014/main" id="{9ECFB8A3-53D4-9434-BC3F-78421EC5779D}"/>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endParaRPr lang="en-US" altLang="ko-KR">
              <a:solidFill>
                <a:srgbClr val="800080"/>
              </a:solidFill>
            </a:endParaRPr>
          </a:p>
        </p:txBody>
      </p:sp>
      <p:sp>
        <p:nvSpPr>
          <p:cNvPr id="18434" name="바닥글 개체 틀 4">
            <a:extLst>
              <a:ext uri="{FF2B5EF4-FFF2-40B4-BE49-F238E27FC236}">
                <a16:creationId xmlns:a16="http://schemas.microsoft.com/office/drawing/2014/main" id="{9621415B-276C-D993-DDE5-A49815960360}"/>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21509" name="슬라이드 번호 개체 틀 8">
            <a:extLst>
              <a:ext uri="{FF2B5EF4-FFF2-40B4-BE49-F238E27FC236}">
                <a16:creationId xmlns:a16="http://schemas.microsoft.com/office/drawing/2014/main" id="{D884F89C-E714-8405-A19A-A6A8B2D35856}"/>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7F3B8057-BA2F-4638-8E24-3671CF7407C4}" type="slidenum">
              <a:rPr lang="ko-KR" altLang="en-US" sz="1200">
                <a:solidFill>
                  <a:srgbClr val="898989"/>
                </a:solidFill>
                <a:latin typeface="Book Antiqua" panose="02040602050305030304" pitchFamily="18" charset="0"/>
              </a:rPr>
              <a:pPr>
                <a:lnSpc>
                  <a:spcPct val="100000"/>
                </a:lnSpc>
                <a:spcBef>
                  <a:spcPct val="0"/>
                </a:spcBef>
                <a:buFontTx/>
                <a:buNone/>
              </a:pPr>
              <a:t>19</a:t>
            </a:fld>
            <a:endParaRPr lang="en-US" altLang="ko-KR" sz="1200">
              <a:solidFill>
                <a:srgbClr val="898989"/>
              </a:solidFill>
              <a:latin typeface="Book Antiqua" panose="02040602050305030304" pitchFamily="18" charset="0"/>
            </a:endParaRPr>
          </a:p>
        </p:txBody>
      </p:sp>
      <p:pic>
        <p:nvPicPr>
          <p:cNvPr id="3" name="그림 2">
            <a:extLst>
              <a:ext uri="{FF2B5EF4-FFF2-40B4-BE49-F238E27FC236}">
                <a16:creationId xmlns:a16="http://schemas.microsoft.com/office/drawing/2014/main" id="{68328B60-3625-D9D8-DF17-4E6F92F55F9F}"/>
              </a:ext>
            </a:extLst>
          </p:cNvPr>
          <p:cNvPicPr>
            <a:picLocks noChangeAspect="1"/>
          </p:cNvPicPr>
          <p:nvPr/>
        </p:nvPicPr>
        <p:blipFill>
          <a:blip r:embed="rId3"/>
          <a:stretch>
            <a:fillRect/>
          </a:stretch>
        </p:blipFill>
        <p:spPr>
          <a:xfrm>
            <a:off x="1836581" y="2132856"/>
            <a:ext cx="5470837" cy="4032448"/>
          </a:xfrm>
          <a:prstGeom prst="rect">
            <a:avLst/>
          </a:prstGeom>
        </p:spPr>
      </p:pic>
      <p:cxnSp>
        <p:nvCxnSpPr>
          <p:cNvPr id="4" name="직선 화살표 연결선 3">
            <a:extLst>
              <a:ext uri="{FF2B5EF4-FFF2-40B4-BE49-F238E27FC236}">
                <a16:creationId xmlns:a16="http://schemas.microsoft.com/office/drawing/2014/main" id="{576E2A10-7369-35DC-46B5-909C6D984A11}"/>
              </a:ext>
            </a:extLst>
          </p:cNvPr>
          <p:cNvCxnSpPr/>
          <p:nvPr/>
        </p:nvCxnSpPr>
        <p:spPr>
          <a:xfrm flipH="1">
            <a:off x="5107199" y="3762079"/>
            <a:ext cx="167364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직선 화살표 연결선 4">
            <a:extLst>
              <a:ext uri="{FF2B5EF4-FFF2-40B4-BE49-F238E27FC236}">
                <a16:creationId xmlns:a16="http://schemas.microsoft.com/office/drawing/2014/main" id="{9973FA63-EED2-D7B1-6CD1-D4C6EC46D1F1}"/>
              </a:ext>
            </a:extLst>
          </p:cNvPr>
          <p:cNvCxnSpPr>
            <a:cxnSpLocks/>
          </p:cNvCxnSpPr>
          <p:nvPr/>
        </p:nvCxnSpPr>
        <p:spPr>
          <a:xfrm flipH="1">
            <a:off x="3564777" y="3759200"/>
            <a:ext cx="3213848" cy="20276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001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4B6DC5-0CB2-8C40-1316-173C4F0996C4}"/>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p>
        </p:txBody>
      </p:sp>
      <p:sp>
        <p:nvSpPr>
          <p:cNvPr id="18434" name="바닥글 개체 틀 4">
            <a:extLst>
              <a:ext uri="{FF2B5EF4-FFF2-40B4-BE49-F238E27FC236}">
                <a16:creationId xmlns:a16="http://schemas.microsoft.com/office/drawing/2014/main" id="{B9C3D140-F383-F1BB-0582-753ECDE8EB08}"/>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19460" name="슬라이드 번호 개체 틀 8">
            <a:extLst>
              <a:ext uri="{FF2B5EF4-FFF2-40B4-BE49-F238E27FC236}">
                <a16:creationId xmlns:a16="http://schemas.microsoft.com/office/drawing/2014/main" id="{4E0A09B1-BD69-EEE3-5288-EBD5A5CA12E8}"/>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960FB938-F1CB-4709-8B9B-1748F3FBA97F}" type="slidenum">
              <a:rPr lang="ko-KR" altLang="en-US" sz="1200">
                <a:solidFill>
                  <a:srgbClr val="898989"/>
                </a:solidFill>
                <a:latin typeface="Book Antiqua" panose="02040602050305030304" pitchFamily="18" charset="0"/>
              </a:rPr>
              <a:pPr>
                <a:lnSpc>
                  <a:spcPct val="100000"/>
                </a:lnSpc>
                <a:spcBef>
                  <a:spcPct val="0"/>
                </a:spcBef>
                <a:buFontTx/>
                <a:buNone/>
              </a:pPr>
              <a:t>20</a:t>
            </a:fld>
            <a:endParaRPr lang="en-US" altLang="ko-KR" sz="1200">
              <a:solidFill>
                <a:srgbClr val="898989"/>
              </a:solidFill>
              <a:latin typeface="Book Antiqua" panose="02040602050305030304" pitchFamily="18" charset="0"/>
            </a:endParaRPr>
          </a:p>
        </p:txBody>
      </p:sp>
      <p:sp>
        <p:nvSpPr>
          <p:cNvPr id="27" name="직사각형 26">
            <a:extLst>
              <a:ext uri="{FF2B5EF4-FFF2-40B4-BE49-F238E27FC236}">
                <a16:creationId xmlns:a16="http://schemas.microsoft.com/office/drawing/2014/main" id="{151C0F5C-F879-349D-F7C3-F120223A0CAC}"/>
              </a:ext>
            </a:extLst>
          </p:cNvPr>
          <p:cNvSpPr/>
          <p:nvPr/>
        </p:nvSpPr>
        <p:spPr>
          <a:xfrm>
            <a:off x="3671888" y="1265238"/>
            <a:ext cx="1079500"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a:solidFill>
                  <a:schemeClr val="tx1"/>
                </a:solidFill>
                <a:latin typeface="Courier New" panose="02070309020205020404" pitchFamily="49" charset="0"/>
                <a:cs typeface="Courier New" panose="02070309020205020404" pitchFamily="49" charset="0"/>
              </a:rPr>
              <a:t>Setup</a:t>
            </a:r>
          </a:p>
        </p:txBody>
      </p:sp>
      <p:sp>
        <p:nvSpPr>
          <p:cNvPr id="29" name="직사각형 28">
            <a:extLst>
              <a:ext uri="{FF2B5EF4-FFF2-40B4-BE49-F238E27FC236}">
                <a16:creationId xmlns:a16="http://schemas.microsoft.com/office/drawing/2014/main" id="{7FFF6C3B-5F62-DD86-BEFE-AF7A29B410B2}"/>
              </a:ext>
            </a:extLst>
          </p:cNvPr>
          <p:cNvSpPr/>
          <p:nvPr/>
        </p:nvSpPr>
        <p:spPr>
          <a:xfrm>
            <a:off x="1511300" y="3136900"/>
            <a:ext cx="1187450" cy="360363"/>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a:solidFill>
                  <a:schemeClr val="tx1"/>
                </a:solidFill>
                <a:latin typeface="Courier New" panose="02070309020205020404" pitchFamily="49" charset="0"/>
                <a:cs typeface="Courier New" panose="02070309020205020404" pitchFamily="49" charset="0"/>
              </a:rPr>
              <a:t>Problem</a:t>
            </a:r>
          </a:p>
        </p:txBody>
      </p:sp>
      <p:sp>
        <p:nvSpPr>
          <p:cNvPr id="31" name="직사각형 30">
            <a:extLst>
              <a:ext uri="{FF2B5EF4-FFF2-40B4-BE49-F238E27FC236}">
                <a16:creationId xmlns:a16="http://schemas.microsoft.com/office/drawing/2014/main" id="{53541A6E-83F6-CA2C-7007-85E3D1E964A2}"/>
              </a:ext>
            </a:extLst>
          </p:cNvPr>
          <p:cNvSpPr/>
          <p:nvPr/>
        </p:nvSpPr>
        <p:spPr>
          <a:xfrm>
            <a:off x="5580063" y="3136900"/>
            <a:ext cx="1439862" cy="360363"/>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a:solidFill>
                  <a:schemeClr val="tx1"/>
                </a:solidFill>
                <a:latin typeface="Courier New" panose="02070309020205020404" pitchFamily="49" charset="0"/>
                <a:cs typeface="Courier New" panose="02070309020205020404" pitchFamily="49" charset="0"/>
              </a:rPr>
              <a:t>Optimizer</a:t>
            </a:r>
          </a:p>
        </p:txBody>
      </p:sp>
      <p:cxnSp>
        <p:nvCxnSpPr>
          <p:cNvPr id="33" name="직선 연결선 32">
            <a:extLst>
              <a:ext uri="{FF2B5EF4-FFF2-40B4-BE49-F238E27FC236}">
                <a16:creationId xmlns:a16="http://schemas.microsoft.com/office/drawing/2014/main" id="{1939C101-263D-C091-BD3B-AE21FE3CA016}"/>
              </a:ext>
            </a:extLst>
          </p:cNvPr>
          <p:cNvCxnSpPr>
            <a:stCxn id="35" idx="2"/>
            <a:endCxn id="29" idx="0"/>
          </p:cNvCxnSpPr>
          <p:nvPr/>
        </p:nvCxnSpPr>
        <p:spPr>
          <a:xfrm flipH="1">
            <a:off x="2105025" y="2736850"/>
            <a:ext cx="2106613" cy="400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2AB0FF8F-5DF8-1E80-41F2-33AC24AD7DFE}"/>
              </a:ext>
            </a:extLst>
          </p:cNvPr>
          <p:cNvCxnSpPr>
            <a:stCxn id="35" idx="2"/>
            <a:endCxn id="31" idx="0"/>
          </p:cNvCxnSpPr>
          <p:nvPr/>
        </p:nvCxnSpPr>
        <p:spPr>
          <a:xfrm>
            <a:off x="4211638" y="2736850"/>
            <a:ext cx="2089150" cy="400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6D10020-43C1-6FF2-1BAD-7D2B46CA5A73}"/>
              </a:ext>
            </a:extLst>
          </p:cNvPr>
          <p:cNvSpPr txBox="1"/>
          <p:nvPr/>
        </p:nvSpPr>
        <p:spPr>
          <a:xfrm>
            <a:off x="3671888" y="1658938"/>
            <a:ext cx="1079500" cy="1077912"/>
          </a:xfrm>
          <a:prstGeom prst="rect">
            <a:avLst/>
          </a:prstGeom>
          <a:solidFill>
            <a:schemeClr val="accent1">
              <a:lumMod val="20000"/>
              <a:lumOff val="80000"/>
            </a:schemeClr>
          </a:solidFill>
          <a:ln>
            <a:solidFill>
              <a:schemeClr val="tx1"/>
            </a:solidFill>
          </a:ln>
        </p:spPr>
        <p:txBody>
          <a:bodyPr>
            <a:spAutoFit/>
          </a:bodyPr>
          <a:lstStyle/>
          <a:p>
            <a:pPr>
              <a:defRPr/>
            </a:pPr>
            <a:r>
              <a:rPr lang="en-US" altLang="ko-KR" sz="1600" b="1" dirty="0" err="1">
                <a:solidFill>
                  <a:srgbClr val="0033CC"/>
                </a:solidFill>
                <a:latin typeface="Courier New" panose="02070309020205020404" pitchFamily="49" charset="0"/>
                <a:cs typeface="Courier New" panose="02070309020205020404" pitchFamily="49" charset="0"/>
              </a:rPr>
              <a:t>aType</a:t>
            </a:r>
            <a:endParaRPr lang="en-US" altLang="ko-KR" sz="1600" b="1" dirty="0">
              <a:solidFill>
                <a:srgbClr val="0033CC"/>
              </a:solidFill>
              <a:latin typeface="Courier New" panose="02070309020205020404" pitchFamily="49" charset="0"/>
              <a:cs typeface="Courier New" panose="02070309020205020404" pitchFamily="49" charset="0"/>
            </a:endParaRPr>
          </a:p>
          <a:p>
            <a:pPr>
              <a:defRPr/>
            </a:pPr>
            <a:r>
              <a:rPr lang="en-US" altLang="ko-KR" sz="1600" b="1" dirty="0">
                <a:latin typeface="Courier New" panose="02070309020205020404" pitchFamily="49" charset="0"/>
                <a:cs typeface="Courier New" panose="02070309020205020404" pitchFamily="49" charset="0"/>
              </a:rPr>
              <a:t>delta</a:t>
            </a:r>
          </a:p>
          <a:p>
            <a:pPr>
              <a:defRPr/>
            </a:pPr>
            <a:r>
              <a:rPr lang="en-US" altLang="ko-KR" sz="1600" b="1" dirty="0">
                <a:latin typeface="Courier New" panose="02070309020205020404" pitchFamily="49" charset="0"/>
                <a:cs typeface="Courier New" panose="02070309020205020404" pitchFamily="49" charset="0"/>
              </a:rPr>
              <a:t>alpha</a:t>
            </a:r>
          </a:p>
          <a:p>
            <a:pPr>
              <a:defRPr/>
            </a:pPr>
            <a:r>
              <a:rPr lang="en-US" altLang="ko-KR" sz="1600" b="1" dirty="0">
                <a:latin typeface="Courier New" panose="02070309020205020404" pitchFamily="49" charset="0"/>
                <a:cs typeface="Courier New" panose="02070309020205020404" pitchFamily="49" charset="0"/>
              </a:rPr>
              <a:t>dx</a:t>
            </a:r>
          </a:p>
        </p:txBody>
      </p:sp>
      <p:sp>
        <p:nvSpPr>
          <p:cNvPr id="36" name="직사각형 35">
            <a:extLst>
              <a:ext uri="{FF2B5EF4-FFF2-40B4-BE49-F238E27FC236}">
                <a16:creationId xmlns:a16="http://schemas.microsoft.com/office/drawing/2014/main" id="{D5A8217F-1463-477A-69BE-25F9AC5967CB}"/>
              </a:ext>
            </a:extLst>
          </p:cNvPr>
          <p:cNvSpPr/>
          <p:nvPr/>
        </p:nvSpPr>
        <p:spPr>
          <a:xfrm>
            <a:off x="539750" y="4716463"/>
            <a:ext cx="1439863"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a:solidFill>
                  <a:schemeClr val="tx1"/>
                </a:solidFill>
                <a:latin typeface="Courier New" panose="02070309020205020404" pitchFamily="49" charset="0"/>
                <a:cs typeface="Courier New" panose="02070309020205020404" pitchFamily="49" charset="0"/>
              </a:rPr>
              <a:t>Numeric</a:t>
            </a:r>
          </a:p>
        </p:txBody>
      </p:sp>
      <p:sp>
        <p:nvSpPr>
          <p:cNvPr id="37" name="직사각형 36">
            <a:extLst>
              <a:ext uri="{FF2B5EF4-FFF2-40B4-BE49-F238E27FC236}">
                <a16:creationId xmlns:a16="http://schemas.microsoft.com/office/drawing/2014/main" id="{EA9CEED1-B576-B294-A0E4-DDC56672F535}"/>
              </a:ext>
            </a:extLst>
          </p:cNvPr>
          <p:cNvSpPr/>
          <p:nvPr/>
        </p:nvSpPr>
        <p:spPr>
          <a:xfrm>
            <a:off x="2181225" y="4716463"/>
            <a:ext cx="1798638"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a:solidFill>
                  <a:schemeClr val="tx1"/>
                </a:solidFill>
                <a:latin typeface="Courier New" panose="02070309020205020404" pitchFamily="49" charset="0"/>
                <a:cs typeface="Courier New" panose="02070309020205020404" pitchFamily="49" charset="0"/>
              </a:rPr>
              <a:t>Tsp</a:t>
            </a:r>
          </a:p>
        </p:txBody>
      </p:sp>
      <p:sp>
        <p:nvSpPr>
          <p:cNvPr id="38" name="TextBox 37">
            <a:extLst>
              <a:ext uri="{FF2B5EF4-FFF2-40B4-BE49-F238E27FC236}">
                <a16:creationId xmlns:a16="http://schemas.microsoft.com/office/drawing/2014/main" id="{43CF27D1-FDC2-B51B-20E3-097FC2198377}"/>
              </a:ext>
            </a:extLst>
          </p:cNvPr>
          <p:cNvSpPr txBox="1"/>
          <p:nvPr/>
        </p:nvSpPr>
        <p:spPr>
          <a:xfrm>
            <a:off x="539750" y="5110163"/>
            <a:ext cx="1439863" cy="584200"/>
          </a:xfrm>
          <a:prstGeom prst="rect">
            <a:avLst/>
          </a:prstGeom>
          <a:solidFill>
            <a:schemeClr val="accent1">
              <a:lumMod val="20000"/>
              <a:lumOff val="80000"/>
            </a:schemeClr>
          </a:solidFill>
          <a:ln>
            <a:solidFill>
              <a:schemeClr val="tx1"/>
            </a:solidFill>
          </a:ln>
        </p:spPr>
        <p:txBody>
          <a:bodyPr>
            <a:spAutoFit/>
          </a:bodyPr>
          <a:lstStyle/>
          <a:p>
            <a:pPr>
              <a:defRPr/>
            </a:pPr>
            <a:r>
              <a:rPr lang="en-US" altLang="ko-KR" sz="1600" b="1" dirty="0">
                <a:latin typeface="Courier New" panose="02070309020205020404" pitchFamily="49" charset="0"/>
                <a:cs typeface="Courier New" panose="02070309020205020404" pitchFamily="49" charset="0"/>
              </a:rPr>
              <a:t>expression</a:t>
            </a:r>
          </a:p>
          <a:p>
            <a:pPr>
              <a:defRPr/>
            </a:pPr>
            <a:r>
              <a:rPr lang="en-US" altLang="ko-KR" sz="1600" b="1" dirty="0">
                <a:latin typeface="Courier New" panose="02070309020205020404" pitchFamily="49" charset="0"/>
                <a:cs typeface="Courier New" panose="02070309020205020404" pitchFamily="49" charset="0"/>
              </a:rPr>
              <a:t>domain</a:t>
            </a:r>
          </a:p>
        </p:txBody>
      </p:sp>
      <p:sp>
        <p:nvSpPr>
          <p:cNvPr id="39" name="TextBox 38">
            <a:extLst>
              <a:ext uri="{FF2B5EF4-FFF2-40B4-BE49-F238E27FC236}">
                <a16:creationId xmlns:a16="http://schemas.microsoft.com/office/drawing/2014/main" id="{B9BAD272-A6D7-61AE-6BAA-41FF33168B8B}"/>
              </a:ext>
            </a:extLst>
          </p:cNvPr>
          <p:cNvSpPr txBox="1"/>
          <p:nvPr/>
        </p:nvSpPr>
        <p:spPr>
          <a:xfrm>
            <a:off x="2181225" y="5119688"/>
            <a:ext cx="1798638" cy="830262"/>
          </a:xfrm>
          <a:prstGeom prst="rect">
            <a:avLst/>
          </a:prstGeom>
          <a:solidFill>
            <a:schemeClr val="accent1">
              <a:lumMod val="20000"/>
              <a:lumOff val="80000"/>
            </a:schemeClr>
          </a:solidFill>
          <a:ln>
            <a:solidFill>
              <a:schemeClr val="tx1"/>
            </a:solidFill>
          </a:ln>
        </p:spPr>
        <p:txBody>
          <a:bodyPr>
            <a:spAutoFit/>
          </a:bodyPr>
          <a:lstStyle/>
          <a:p>
            <a:pPr>
              <a:defRPr/>
            </a:pPr>
            <a:r>
              <a:rPr lang="en-US" altLang="ko-KR" sz="1600" b="1" dirty="0" err="1">
                <a:latin typeface="Courier New" panose="02070309020205020404" pitchFamily="49" charset="0"/>
                <a:cs typeface="Courier New" panose="02070309020205020404" pitchFamily="49" charset="0"/>
              </a:rPr>
              <a:t>numCities</a:t>
            </a:r>
            <a:endParaRPr lang="en-US" altLang="ko-KR" sz="1600" b="1" dirty="0">
              <a:latin typeface="Courier New" panose="02070309020205020404" pitchFamily="49" charset="0"/>
              <a:cs typeface="Courier New" panose="02070309020205020404" pitchFamily="49" charset="0"/>
            </a:endParaRPr>
          </a:p>
          <a:p>
            <a:pPr>
              <a:defRPr/>
            </a:pPr>
            <a:r>
              <a:rPr lang="en-US" altLang="ko-KR" sz="1600" b="1" dirty="0">
                <a:latin typeface="Courier New" panose="02070309020205020404" pitchFamily="49" charset="0"/>
                <a:cs typeface="Courier New" panose="02070309020205020404" pitchFamily="49" charset="0"/>
              </a:rPr>
              <a:t>locations</a:t>
            </a:r>
          </a:p>
          <a:p>
            <a:pPr>
              <a:defRPr/>
            </a:pPr>
            <a:r>
              <a:rPr lang="en-US" altLang="ko-KR" sz="1600" b="1" dirty="0" err="1">
                <a:latin typeface="Courier New" panose="02070309020205020404" pitchFamily="49" charset="0"/>
                <a:cs typeface="Courier New" panose="02070309020205020404" pitchFamily="49" charset="0"/>
              </a:rPr>
              <a:t>distanceTable</a:t>
            </a:r>
            <a:endParaRPr lang="en-US" altLang="ko-KR" sz="1600" b="1" dirty="0">
              <a:latin typeface="Courier New" panose="02070309020205020404" pitchFamily="49" charset="0"/>
              <a:cs typeface="Courier New" panose="02070309020205020404" pitchFamily="49" charset="0"/>
            </a:endParaRPr>
          </a:p>
        </p:txBody>
      </p:sp>
      <p:sp>
        <p:nvSpPr>
          <p:cNvPr id="40" name="TextBox 39">
            <a:extLst>
              <a:ext uri="{FF2B5EF4-FFF2-40B4-BE49-F238E27FC236}">
                <a16:creationId xmlns:a16="http://schemas.microsoft.com/office/drawing/2014/main" id="{7579A823-7CFF-A65A-455D-319F7E96D81D}"/>
              </a:ext>
            </a:extLst>
          </p:cNvPr>
          <p:cNvSpPr txBox="1"/>
          <p:nvPr/>
        </p:nvSpPr>
        <p:spPr>
          <a:xfrm>
            <a:off x="5580063" y="3522663"/>
            <a:ext cx="1439862" cy="585787"/>
          </a:xfrm>
          <a:prstGeom prst="rect">
            <a:avLst/>
          </a:prstGeom>
          <a:solidFill>
            <a:schemeClr val="accent1">
              <a:lumMod val="20000"/>
              <a:lumOff val="80000"/>
            </a:schemeClr>
          </a:solidFill>
          <a:ln>
            <a:solidFill>
              <a:schemeClr val="tx1"/>
            </a:solidFill>
          </a:ln>
        </p:spPr>
        <p:txBody>
          <a:bodyPr>
            <a:spAutoFit/>
          </a:bodyPr>
          <a:lstStyle/>
          <a:p>
            <a:pPr>
              <a:defRPr/>
            </a:pPr>
            <a:r>
              <a:rPr lang="en-US" altLang="ko-KR" sz="1600" b="1" dirty="0" err="1">
                <a:latin typeface="Courier New" panose="02070309020205020404" pitchFamily="49" charset="0"/>
                <a:cs typeface="Courier New" panose="02070309020205020404" pitchFamily="49" charset="0"/>
              </a:rPr>
              <a:t>pType</a:t>
            </a:r>
            <a:endParaRPr lang="en-US" altLang="ko-KR" sz="1600" b="1" dirty="0">
              <a:latin typeface="Courier New" panose="02070309020205020404" pitchFamily="49" charset="0"/>
              <a:cs typeface="Courier New" panose="02070309020205020404" pitchFamily="49" charset="0"/>
            </a:endParaRPr>
          </a:p>
          <a:p>
            <a:pPr>
              <a:defRPr/>
            </a:pPr>
            <a:r>
              <a:rPr lang="en-US" altLang="ko-KR" sz="1600" b="1" dirty="0" err="1">
                <a:solidFill>
                  <a:srgbClr val="0033CC"/>
                </a:solidFill>
                <a:latin typeface="Courier New" panose="02070309020205020404" pitchFamily="49" charset="0"/>
                <a:cs typeface="Courier New" panose="02070309020205020404" pitchFamily="49" charset="0"/>
              </a:rPr>
              <a:t>numExp</a:t>
            </a:r>
            <a:endParaRPr lang="en-US" altLang="ko-KR" sz="1600" b="1" dirty="0">
              <a:solidFill>
                <a:srgbClr val="0033CC"/>
              </a:solidFill>
              <a:latin typeface="Courier New" panose="02070309020205020404" pitchFamily="49" charset="0"/>
              <a:cs typeface="Courier New" panose="02070309020205020404" pitchFamily="49" charset="0"/>
            </a:endParaRPr>
          </a:p>
        </p:txBody>
      </p:sp>
      <p:cxnSp>
        <p:nvCxnSpPr>
          <p:cNvPr id="41" name="직선 연결선 40">
            <a:extLst>
              <a:ext uri="{FF2B5EF4-FFF2-40B4-BE49-F238E27FC236}">
                <a16:creationId xmlns:a16="http://schemas.microsoft.com/office/drawing/2014/main" id="{545BB0BA-5255-06ED-355F-C837947EA180}"/>
              </a:ext>
            </a:extLst>
          </p:cNvPr>
          <p:cNvCxnSpPr>
            <a:stCxn id="30" idx="2"/>
            <a:endCxn id="36" idx="0"/>
          </p:cNvCxnSpPr>
          <p:nvPr/>
        </p:nvCxnSpPr>
        <p:spPr>
          <a:xfrm flipH="1">
            <a:off x="1260475" y="4354513"/>
            <a:ext cx="842963" cy="3619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DE76187B-2D66-0108-F817-6AB5BE09356B}"/>
              </a:ext>
            </a:extLst>
          </p:cNvPr>
          <p:cNvCxnSpPr>
            <a:stCxn id="37" idx="0"/>
            <a:endCxn id="30" idx="2"/>
          </p:cNvCxnSpPr>
          <p:nvPr/>
        </p:nvCxnSpPr>
        <p:spPr>
          <a:xfrm flipH="1" flipV="1">
            <a:off x="2103438" y="4354513"/>
            <a:ext cx="977900" cy="3619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직사각형 43">
            <a:extLst>
              <a:ext uri="{FF2B5EF4-FFF2-40B4-BE49-F238E27FC236}">
                <a16:creationId xmlns:a16="http://schemas.microsoft.com/office/drawing/2014/main" id="{5BC17C61-2A5B-2665-D1CC-2CFEA1640F81}"/>
              </a:ext>
            </a:extLst>
          </p:cNvPr>
          <p:cNvSpPr/>
          <p:nvPr/>
        </p:nvSpPr>
        <p:spPr>
          <a:xfrm>
            <a:off x="4286250" y="4471988"/>
            <a:ext cx="1979613"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err="1">
                <a:solidFill>
                  <a:schemeClr val="tx1"/>
                </a:solidFill>
                <a:latin typeface="Courier New" panose="02070309020205020404" pitchFamily="49" charset="0"/>
                <a:cs typeface="Courier New" panose="02070309020205020404" pitchFamily="49" charset="0"/>
              </a:rPr>
              <a:t>HillClimbing</a:t>
            </a:r>
            <a:endParaRPr lang="en-US" altLang="ko-KR" b="1" dirty="0">
              <a:solidFill>
                <a:schemeClr val="tx1"/>
              </a:solidFill>
              <a:latin typeface="Courier New" panose="02070309020205020404" pitchFamily="49" charset="0"/>
              <a:cs typeface="Courier New" panose="02070309020205020404" pitchFamily="49" charset="0"/>
            </a:endParaRPr>
          </a:p>
        </p:txBody>
      </p:sp>
      <p:sp>
        <p:nvSpPr>
          <p:cNvPr id="45" name="TextBox 44">
            <a:extLst>
              <a:ext uri="{FF2B5EF4-FFF2-40B4-BE49-F238E27FC236}">
                <a16:creationId xmlns:a16="http://schemas.microsoft.com/office/drawing/2014/main" id="{BB1C1179-D999-7688-B0A2-90EFAF3FCFAD}"/>
              </a:ext>
            </a:extLst>
          </p:cNvPr>
          <p:cNvSpPr txBox="1"/>
          <p:nvPr/>
        </p:nvSpPr>
        <p:spPr>
          <a:xfrm>
            <a:off x="4286250" y="4856163"/>
            <a:ext cx="1979613" cy="585787"/>
          </a:xfrm>
          <a:prstGeom prst="rect">
            <a:avLst/>
          </a:prstGeom>
          <a:solidFill>
            <a:schemeClr val="accent1">
              <a:lumMod val="20000"/>
              <a:lumOff val="80000"/>
            </a:schemeClr>
          </a:solidFill>
          <a:ln>
            <a:solidFill>
              <a:schemeClr val="tx1"/>
            </a:solidFill>
          </a:ln>
        </p:spPr>
        <p:txBody>
          <a:bodyPr>
            <a:spAutoFit/>
          </a:bodyPr>
          <a:lstStyle/>
          <a:p>
            <a:pPr>
              <a:defRPr/>
            </a:pPr>
            <a:r>
              <a:rPr lang="en-US" altLang="ko-KR" sz="1600" b="1" dirty="0" err="1">
                <a:latin typeface="Courier New" panose="02070309020205020404" pitchFamily="49" charset="0"/>
                <a:cs typeface="Courier New" panose="02070309020205020404" pitchFamily="49" charset="0"/>
              </a:rPr>
              <a:t>limitStuck</a:t>
            </a:r>
            <a:endParaRPr lang="en-US" altLang="ko-KR" sz="1600" b="1" dirty="0">
              <a:latin typeface="Courier New" panose="02070309020205020404" pitchFamily="49" charset="0"/>
              <a:cs typeface="Courier New" panose="02070309020205020404" pitchFamily="49" charset="0"/>
            </a:endParaRPr>
          </a:p>
          <a:p>
            <a:pPr>
              <a:defRPr/>
            </a:pPr>
            <a:r>
              <a:rPr lang="en-US" altLang="ko-KR" sz="1600" b="1" dirty="0" err="1">
                <a:solidFill>
                  <a:srgbClr val="0033CC"/>
                </a:solidFill>
                <a:latin typeface="Courier New" panose="02070309020205020404" pitchFamily="49" charset="0"/>
                <a:cs typeface="Courier New" panose="02070309020205020404" pitchFamily="49" charset="0"/>
              </a:rPr>
              <a:t>numRestart</a:t>
            </a:r>
            <a:endParaRPr lang="en-US" altLang="ko-KR" sz="1600" b="1" dirty="0">
              <a:latin typeface="Courier New" panose="02070309020205020404" pitchFamily="49" charset="0"/>
              <a:cs typeface="Courier New" panose="02070309020205020404" pitchFamily="49" charset="0"/>
            </a:endParaRPr>
          </a:p>
        </p:txBody>
      </p:sp>
      <p:sp>
        <p:nvSpPr>
          <p:cNvPr id="46" name="직사각형 45">
            <a:extLst>
              <a:ext uri="{FF2B5EF4-FFF2-40B4-BE49-F238E27FC236}">
                <a16:creationId xmlns:a16="http://schemas.microsoft.com/office/drawing/2014/main" id="{7B9D0F43-8B58-D8FA-BBF7-C66E9E909123}"/>
              </a:ext>
            </a:extLst>
          </p:cNvPr>
          <p:cNvSpPr/>
          <p:nvPr/>
        </p:nvSpPr>
        <p:spPr>
          <a:xfrm>
            <a:off x="6480175" y="4471988"/>
            <a:ext cx="2124075" cy="36036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ko-KR" b="1" dirty="0" err="1">
                <a:solidFill>
                  <a:schemeClr val="tx1"/>
                </a:solidFill>
                <a:latin typeface="Courier New" panose="02070309020205020404" pitchFamily="49" charset="0"/>
                <a:cs typeface="Courier New" panose="02070309020205020404" pitchFamily="49" charset="0"/>
              </a:rPr>
              <a:t>MetaHeuristics</a:t>
            </a:r>
            <a:endParaRPr lang="en-US" altLang="ko-KR" b="1" dirty="0">
              <a:solidFill>
                <a:schemeClr val="tx1"/>
              </a:solidFill>
              <a:latin typeface="Courier New" panose="02070309020205020404" pitchFamily="49" charset="0"/>
              <a:cs typeface="Courier New" panose="02070309020205020404" pitchFamily="49" charset="0"/>
            </a:endParaRPr>
          </a:p>
        </p:txBody>
      </p:sp>
      <p:sp>
        <p:nvSpPr>
          <p:cNvPr id="47" name="TextBox 46">
            <a:extLst>
              <a:ext uri="{FF2B5EF4-FFF2-40B4-BE49-F238E27FC236}">
                <a16:creationId xmlns:a16="http://schemas.microsoft.com/office/drawing/2014/main" id="{817AC327-E87C-6112-0410-18BE039A7DD8}"/>
              </a:ext>
            </a:extLst>
          </p:cNvPr>
          <p:cNvSpPr txBox="1"/>
          <p:nvPr/>
        </p:nvSpPr>
        <p:spPr>
          <a:xfrm>
            <a:off x="6480175" y="4856163"/>
            <a:ext cx="2124075" cy="584200"/>
          </a:xfrm>
          <a:prstGeom prst="rect">
            <a:avLst/>
          </a:prstGeom>
          <a:solidFill>
            <a:schemeClr val="accent1">
              <a:lumMod val="20000"/>
              <a:lumOff val="80000"/>
            </a:schemeClr>
          </a:solidFill>
          <a:ln>
            <a:solidFill>
              <a:schemeClr val="tx1"/>
            </a:solidFill>
          </a:ln>
        </p:spPr>
        <p:txBody>
          <a:bodyPr>
            <a:spAutoFit/>
          </a:bodyPr>
          <a:lstStyle/>
          <a:p>
            <a:pPr>
              <a:defRPr/>
            </a:pPr>
            <a:r>
              <a:rPr lang="en-US" altLang="ko-KR" sz="1600" b="1" dirty="0" err="1">
                <a:solidFill>
                  <a:srgbClr val="0033CC"/>
                </a:solidFill>
                <a:latin typeface="Courier New" panose="02070309020205020404" pitchFamily="49" charset="0"/>
                <a:cs typeface="Courier New" panose="02070309020205020404" pitchFamily="49" charset="0"/>
              </a:rPr>
              <a:t>limitEval</a:t>
            </a:r>
            <a:endParaRPr lang="en-US" altLang="ko-KR" sz="1600" b="1" dirty="0">
              <a:solidFill>
                <a:srgbClr val="0033CC"/>
              </a:solidFill>
              <a:latin typeface="Courier New" panose="02070309020205020404" pitchFamily="49" charset="0"/>
              <a:cs typeface="Courier New" panose="02070309020205020404" pitchFamily="49" charset="0"/>
            </a:endParaRPr>
          </a:p>
          <a:p>
            <a:pPr>
              <a:defRPr/>
            </a:pPr>
            <a:r>
              <a:rPr lang="en-US" altLang="ko-KR" sz="1600" b="1" dirty="0" err="1">
                <a:solidFill>
                  <a:srgbClr val="0033CC"/>
                </a:solidFill>
                <a:latin typeface="Courier New" panose="02070309020205020404" pitchFamily="49" charset="0"/>
                <a:cs typeface="Courier New" panose="02070309020205020404" pitchFamily="49" charset="0"/>
              </a:rPr>
              <a:t>whenBestFound</a:t>
            </a:r>
            <a:endParaRPr lang="en-US" altLang="ko-KR" sz="1600" b="1" dirty="0">
              <a:solidFill>
                <a:srgbClr val="0033CC"/>
              </a:solidFill>
              <a:latin typeface="Courier New" panose="02070309020205020404" pitchFamily="49" charset="0"/>
              <a:cs typeface="Courier New" panose="02070309020205020404" pitchFamily="49" charset="0"/>
            </a:endParaRPr>
          </a:p>
        </p:txBody>
      </p:sp>
      <p:cxnSp>
        <p:nvCxnSpPr>
          <p:cNvPr id="5" name="직선 연결선 4">
            <a:extLst>
              <a:ext uri="{FF2B5EF4-FFF2-40B4-BE49-F238E27FC236}">
                <a16:creationId xmlns:a16="http://schemas.microsoft.com/office/drawing/2014/main" id="{756DA274-752F-85E0-3E49-D5C53EDE86B1}"/>
              </a:ext>
            </a:extLst>
          </p:cNvPr>
          <p:cNvCxnSpPr>
            <a:stCxn id="46" idx="0"/>
            <a:endCxn id="40" idx="2"/>
          </p:cNvCxnSpPr>
          <p:nvPr/>
        </p:nvCxnSpPr>
        <p:spPr>
          <a:xfrm flipH="1" flipV="1">
            <a:off x="6300788" y="4108450"/>
            <a:ext cx="1241425" cy="3635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FEC56FB1-16FE-576B-4F37-DAE678ACCDA9}"/>
              </a:ext>
            </a:extLst>
          </p:cNvPr>
          <p:cNvCxnSpPr>
            <a:stCxn id="44" idx="0"/>
            <a:endCxn id="40" idx="2"/>
          </p:cNvCxnSpPr>
          <p:nvPr/>
        </p:nvCxnSpPr>
        <p:spPr>
          <a:xfrm flipV="1">
            <a:off x="5276850" y="4108450"/>
            <a:ext cx="1023938" cy="3635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19389FB-FBED-022D-B748-1D165CB2ED8F}"/>
              </a:ext>
            </a:extLst>
          </p:cNvPr>
          <p:cNvSpPr txBox="1"/>
          <p:nvPr/>
        </p:nvSpPr>
        <p:spPr>
          <a:xfrm>
            <a:off x="1509713" y="3524250"/>
            <a:ext cx="1187450" cy="830263"/>
          </a:xfrm>
          <a:prstGeom prst="rect">
            <a:avLst/>
          </a:prstGeom>
          <a:solidFill>
            <a:schemeClr val="accent1">
              <a:lumMod val="20000"/>
              <a:lumOff val="80000"/>
            </a:schemeClr>
          </a:solidFill>
          <a:ln>
            <a:solidFill>
              <a:schemeClr val="tx1"/>
            </a:solidFill>
          </a:ln>
        </p:spPr>
        <p:txBody>
          <a:bodyPr>
            <a:spAutoFit/>
          </a:bodyPr>
          <a:lstStyle/>
          <a:p>
            <a:pPr>
              <a:defRPr/>
            </a:pPr>
            <a:r>
              <a:rPr lang="en-US" altLang="ko-KR" sz="1600" b="1" dirty="0">
                <a:latin typeface="Courier New" panose="02070309020205020404" pitchFamily="49" charset="0"/>
                <a:cs typeface="Courier New" panose="02070309020205020404" pitchFamily="49" charset="0"/>
              </a:rPr>
              <a:t>solution</a:t>
            </a:r>
          </a:p>
          <a:p>
            <a:pPr>
              <a:defRPr/>
            </a:pPr>
            <a:r>
              <a:rPr lang="en-US" altLang="ko-KR" sz="1600" b="1" dirty="0">
                <a:latin typeface="Courier New" panose="02070309020205020404" pitchFamily="49" charset="0"/>
                <a:cs typeface="Courier New" panose="02070309020205020404" pitchFamily="49" charset="0"/>
              </a:rPr>
              <a:t>value</a:t>
            </a:r>
          </a:p>
          <a:p>
            <a:pPr>
              <a:defRPr/>
            </a:pPr>
            <a:r>
              <a:rPr lang="en-US" altLang="ko-KR" sz="1600" b="1" dirty="0" err="1">
                <a:latin typeface="Courier New" panose="02070309020205020404" pitchFamily="49" charset="0"/>
                <a:cs typeface="Courier New" panose="02070309020205020404" pitchFamily="49" charset="0"/>
              </a:rPr>
              <a:t>numEval</a:t>
            </a:r>
            <a:endParaRPr lang="en-US" altLang="ko-KR" sz="1600" b="1" dirty="0">
              <a:latin typeface="Courier New" panose="02070309020205020404" pitchFamily="49" charset="0"/>
              <a:cs typeface="Courier New" panose="02070309020205020404" pitchFamily="49" charset="0"/>
            </a:endParaRPr>
          </a:p>
        </p:txBody>
      </p:sp>
      <p:pic>
        <p:nvPicPr>
          <p:cNvPr id="19481" name="그림 2">
            <a:extLst>
              <a:ext uri="{FF2B5EF4-FFF2-40B4-BE49-F238E27FC236}">
                <a16:creationId xmlns:a16="http://schemas.microsoft.com/office/drawing/2014/main" id="{8EBE5B38-8CC4-FDD2-4FCD-342B7803C5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81979" y="833038"/>
            <a:ext cx="3455987"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직선 연결선 2">
            <a:extLst>
              <a:ext uri="{FF2B5EF4-FFF2-40B4-BE49-F238E27FC236}">
                <a16:creationId xmlns:a16="http://schemas.microsoft.com/office/drawing/2014/main" id="{9AB24C1B-2A26-1A48-D1E5-34C4DE2174E1}"/>
              </a:ext>
            </a:extLst>
          </p:cNvPr>
          <p:cNvCxnSpPr>
            <a:stCxn id="45" idx="2"/>
          </p:cNvCxnSpPr>
          <p:nvPr/>
        </p:nvCxnSpPr>
        <p:spPr>
          <a:xfrm flipH="1">
            <a:off x="4643438" y="5441950"/>
            <a:ext cx="633412" cy="252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a:extLst>
              <a:ext uri="{FF2B5EF4-FFF2-40B4-BE49-F238E27FC236}">
                <a16:creationId xmlns:a16="http://schemas.microsoft.com/office/drawing/2014/main" id="{2FCAA6DB-30F9-6AFC-BEF7-A7FE20E1469C}"/>
              </a:ext>
            </a:extLst>
          </p:cNvPr>
          <p:cNvCxnSpPr/>
          <p:nvPr/>
        </p:nvCxnSpPr>
        <p:spPr>
          <a:xfrm>
            <a:off x="5292725" y="5445125"/>
            <a:ext cx="631825" cy="252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1180867D-03D5-4C37-CE0C-D4D67AF44092}"/>
              </a:ext>
            </a:extLst>
          </p:cNvPr>
          <p:cNvCxnSpPr>
            <a:stCxn id="45" idx="2"/>
          </p:cNvCxnSpPr>
          <p:nvPr/>
        </p:nvCxnSpPr>
        <p:spPr>
          <a:xfrm flipH="1">
            <a:off x="5076825" y="5441950"/>
            <a:ext cx="200025" cy="252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520F2FFA-5205-5F19-EB5C-EB31D2809A6A}"/>
              </a:ext>
            </a:extLst>
          </p:cNvPr>
          <p:cNvCxnSpPr>
            <a:stCxn id="45" idx="2"/>
          </p:cNvCxnSpPr>
          <p:nvPr/>
        </p:nvCxnSpPr>
        <p:spPr>
          <a:xfrm>
            <a:off x="5276850" y="5441950"/>
            <a:ext cx="219075" cy="25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 8">
            <a:extLst>
              <a:ext uri="{FF2B5EF4-FFF2-40B4-BE49-F238E27FC236}">
                <a16:creationId xmlns:a16="http://schemas.microsoft.com/office/drawing/2014/main" id="{48070657-3BAB-96AB-82AD-7EC96191E340}"/>
              </a:ext>
            </a:extLst>
          </p:cNvPr>
          <p:cNvCxnSpPr>
            <a:stCxn id="47" idx="2"/>
          </p:cNvCxnSpPr>
          <p:nvPr/>
        </p:nvCxnSpPr>
        <p:spPr>
          <a:xfrm flipH="1">
            <a:off x="7235825" y="5440363"/>
            <a:ext cx="306388" cy="25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FF9D2E7-0525-3A1F-5BF4-F13D1CA9287B}"/>
              </a:ext>
            </a:extLst>
          </p:cNvPr>
          <p:cNvCxnSpPr>
            <a:stCxn id="47" idx="2"/>
          </p:cNvCxnSpPr>
          <p:nvPr/>
        </p:nvCxnSpPr>
        <p:spPr>
          <a:xfrm>
            <a:off x="7542213" y="5440363"/>
            <a:ext cx="317500" cy="258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913E3988-6E59-4DAA-87D8-85AA74D24F7F}"/>
              </a:ext>
            </a:extLst>
          </p:cNvPr>
          <p:cNvSpPr/>
          <p:nvPr/>
        </p:nvSpPr>
        <p:spPr>
          <a:xfrm>
            <a:off x="152152" y="1265237"/>
            <a:ext cx="3123704" cy="876299"/>
          </a:xfrm>
          <a:prstGeom prst="rect">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200" dirty="0">
                <a:solidFill>
                  <a:schemeClr val="tx1"/>
                </a:solidFill>
                <a:latin typeface="Helvetica" pitchFamily="2" charset="0"/>
              </a:rPr>
              <a:t>the location of the </a:t>
            </a:r>
            <a:r>
              <a:rPr lang="en-US" altLang="ko-KR" sz="1200" dirty="0" err="1">
                <a:solidFill>
                  <a:schemeClr val="tx1"/>
                </a:solidFill>
                <a:latin typeface="Consolas" panose="020B0609020204030204" pitchFamily="49" charset="0"/>
              </a:rPr>
              <a:t>aType</a:t>
            </a:r>
            <a:r>
              <a:rPr lang="en-US" altLang="ko-KR" sz="1200" dirty="0">
                <a:solidFill>
                  <a:schemeClr val="tx1"/>
                </a:solidFill>
                <a:latin typeface="Helvetica" pitchFamily="2" charset="0"/>
              </a:rPr>
              <a:t> variable and the newly added 4 variables (</a:t>
            </a:r>
            <a:r>
              <a:rPr lang="en-US" altLang="ko-KR" sz="1200" dirty="0" err="1">
                <a:solidFill>
                  <a:schemeClr val="tx1"/>
                </a:solidFill>
                <a:latin typeface="Consolas" panose="020B0609020204030204" pitchFamily="49" charset="0"/>
              </a:rPr>
              <a:t>numExp</a:t>
            </a:r>
            <a:r>
              <a:rPr lang="en-US" altLang="ko-KR" sz="1200" dirty="0">
                <a:solidFill>
                  <a:schemeClr val="tx1"/>
                </a:solidFill>
                <a:latin typeface="Helvetica" pitchFamily="2" charset="0"/>
              </a:rPr>
              <a:t>, </a:t>
            </a:r>
            <a:r>
              <a:rPr lang="en-US" altLang="ko-KR" sz="1200" dirty="0" err="1">
                <a:solidFill>
                  <a:schemeClr val="tx1"/>
                </a:solidFill>
                <a:latin typeface="Consolas" panose="020B0609020204030204" pitchFamily="49" charset="0"/>
              </a:rPr>
              <a:t>numRestart</a:t>
            </a:r>
            <a:r>
              <a:rPr lang="en-US" altLang="ko-KR" sz="1200" dirty="0">
                <a:solidFill>
                  <a:schemeClr val="tx1"/>
                </a:solidFill>
                <a:latin typeface="Helvetica" pitchFamily="2" charset="0"/>
              </a:rPr>
              <a:t>, </a:t>
            </a:r>
            <a:r>
              <a:rPr lang="en-US" altLang="ko-KR" sz="1200" dirty="0" err="1">
                <a:solidFill>
                  <a:schemeClr val="tx1"/>
                </a:solidFill>
                <a:latin typeface="Consolas" panose="020B0609020204030204" pitchFamily="49" charset="0"/>
              </a:rPr>
              <a:t>limitEval</a:t>
            </a:r>
            <a:r>
              <a:rPr lang="en-US" altLang="ko-KR" sz="1200" dirty="0">
                <a:solidFill>
                  <a:schemeClr val="tx1"/>
                </a:solidFill>
                <a:latin typeface="Helvetica" pitchFamily="2" charset="0"/>
              </a:rPr>
              <a:t>, </a:t>
            </a:r>
            <a:r>
              <a:rPr lang="en-US" altLang="ko-KR" sz="1200" dirty="0" err="1">
                <a:solidFill>
                  <a:schemeClr val="tx1"/>
                </a:solidFill>
                <a:latin typeface="Consolas" panose="020B0609020204030204" pitchFamily="49" charset="0"/>
              </a:rPr>
              <a:t>whenBestFound</a:t>
            </a:r>
            <a:r>
              <a:rPr lang="en-US" altLang="ko-KR" sz="1200" dirty="0">
                <a:solidFill>
                  <a:schemeClr val="tx1"/>
                </a:solidFill>
                <a:latin typeface="Helvetica" pitchFamily="2" charset="0"/>
              </a:rPr>
              <a:t>) within the class hierarchy.</a:t>
            </a:r>
            <a:endParaRPr lang="ko-KR" altLang="en-US" sz="1200" dirty="0">
              <a:solidFill>
                <a:schemeClr val="tx1"/>
              </a:solidFill>
              <a:latin typeface="Helvetica" pitchFamily="2" charset="0"/>
            </a:endParaRPr>
          </a:p>
        </p:txBody>
      </p:sp>
      <p:sp>
        <p:nvSpPr>
          <p:cNvPr id="49" name="직사각형 48">
            <a:extLst>
              <a:ext uri="{FF2B5EF4-FFF2-40B4-BE49-F238E27FC236}">
                <a16:creationId xmlns:a16="http://schemas.microsoft.com/office/drawing/2014/main" id="{EA363C1A-013C-4F79-BFAC-E50FB607A374}"/>
              </a:ext>
            </a:extLst>
          </p:cNvPr>
          <p:cNvSpPr/>
          <p:nvPr/>
        </p:nvSpPr>
        <p:spPr>
          <a:xfrm>
            <a:off x="5649486" y="921746"/>
            <a:ext cx="1440000" cy="330791"/>
          </a:xfrm>
          <a:prstGeom prst="rect">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000" dirty="0">
                <a:solidFill>
                  <a:schemeClr val="tx1"/>
                </a:solidFill>
                <a:latin typeface="consolas" panose="020B0609020204030204" pitchFamily="49" charset="0"/>
              </a:rPr>
              <a:t>The original class structure</a:t>
            </a:r>
            <a:endParaRPr lang="ko-KR" altLang="en-US" sz="1000" dirty="0">
              <a:solidFill>
                <a:schemeClr val="tx1"/>
              </a:solidFill>
              <a:latin typeface="consolas" panose="020B0609020204030204" pitchFamily="49" charset="0"/>
            </a:endParaRPr>
          </a:p>
        </p:txBody>
      </p:sp>
      <p:sp>
        <p:nvSpPr>
          <p:cNvPr id="50" name="직사각형 49">
            <a:extLst>
              <a:ext uri="{FF2B5EF4-FFF2-40B4-BE49-F238E27FC236}">
                <a16:creationId xmlns:a16="http://schemas.microsoft.com/office/drawing/2014/main" id="{A751C688-D0D4-4529-B5B2-7136FE9E1CA6}"/>
              </a:ext>
            </a:extLst>
          </p:cNvPr>
          <p:cNvSpPr/>
          <p:nvPr/>
        </p:nvSpPr>
        <p:spPr>
          <a:xfrm>
            <a:off x="4281743" y="5746750"/>
            <a:ext cx="1979613" cy="420688"/>
          </a:xfrm>
          <a:prstGeom prst="rect">
            <a:avLst/>
          </a:prstGeom>
          <a:solidFill>
            <a:schemeClr val="bg1"/>
          </a:solidFill>
          <a:ln w="12700">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200" dirty="0">
                <a:solidFill>
                  <a:schemeClr val="tx1"/>
                </a:solidFill>
                <a:latin typeface="consolas" panose="020B0609020204030204" pitchFamily="49" charset="0"/>
              </a:rPr>
              <a:t>The 4 solution algorithms (SA, FC, Stochastic, GD)</a:t>
            </a:r>
            <a:endParaRPr lang="ko-KR" altLang="en-US" sz="1200" dirty="0">
              <a:solidFill>
                <a:schemeClr val="tx1"/>
              </a:solidFill>
              <a:latin typeface="consolas" panose="020B0609020204030204" pitchFamily="49" charset="0"/>
            </a:endParaRPr>
          </a:p>
        </p:txBody>
      </p:sp>
      <p:sp>
        <p:nvSpPr>
          <p:cNvPr id="51" name="직사각형 50">
            <a:extLst>
              <a:ext uri="{FF2B5EF4-FFF2-40B4-BE49-F238E27FC236}">
                <a16:creationId xmlns:a16="http://schemas.microsoft.com/office/drawing/2014/main" id="{61E3F2A4-6016-4595-88B8-0565CDAB9098}"/>
              </a:ext>
            </a:extLst>
          </p:cNvPr>
          <p:cNvSpPr/>
          <p:nvPr/>
        </p:nvSpPr>
        <p:spPr>
          <a:xfrm>
            <a:off x="6477488" y="5739606"/>
            <a:ext cx="2124075" cy="420688"/>
          </a:xfrm>
          <a:prstGeom prst="rect">
            <a:avLst/>
          </a:prstGeom>
          <a:solidFill>
            <a:schemeClr val="bg1"/>
          </a:solidFill>
          <a:ln w="12700">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200" dirty="0">
                <a:solidFill>
                  <a:schemeClr val="tx1"/>
                </a:solidFill>
                <a:latin typeface="consolas" panose="020B0609020204030204" pitchFamily="49" charset="0"/>
              </a:rPr>
              <a:t>Simulated Annealing and</a:t>
            </a:r>
            <a:r>
              <a:rPr lang="ko-KR" altLang="en-US" sz="1200" dirty="0">
                <a:solidFill>
                  <a:schemeClr val="tx1"/>
                </a:solidFill>
                <a:latin typeface="consolas" panose="020B0609020204030204" pitchFamily="49" charset="0"/>
              </a:rPr>
              <a:t> </a:t>
            </a:r>
            <a:r>
              <a:rPr lang="en-US" altLang="ko-KR" sz="1200" dirty="0">
                <a:solidFill>
                  <a:schemeClr val="tx1"/>
                </a:solidFill>
                <a:latin typeface="consolas" panose="020B0609020204030204" pitchFamily="49" charset="0"/>
              </a:rPr>
              <a:t>GA</a:t>
            </a:r>
            <a:endParaRPr lang="ko-KR" altLang="en-US" sz="1200" dirty="0">
              <a:solidFill>
                <a:schemeClr val="tx1"/>
              </a:solidFill>
              <a:latin typeface="consolas" panose="020B06090202040302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A2E6336-DAC9-4835-164E-866DAADBF981}"/>
            </a:ext>
          </a:extLst>
        </p:cNvPr>
        <p:cNvGrpSpPr/>
        <p:nvPr/>
      </p:nvGrpSpPr>
      <p:grpSpPr>
        <a:xfrm>
          <a:off x="0" y="0"/>
          <a:ext cx="0" cy="0"/>
          <a:chOff x="0" y="0"/>
          <a:chExt cx="0" cy="0"/>
        </a:xfrm>
      </p:grpSpPr>
      <p:sp>
        <p:nvSpPr>
          <p:cNvPr id="23554" name="Rectangle 3">
            <a:extLst>
              <a:ext uri="{FF2B5EF4-FFF2-40B4-BE49-F238E27FC236}">
                <a16:creationId xmlns:a16="http://schemas.microsoft.com/office/drawing/2014/main" id="{EECB8E84-1537-6796-A81F-517242239C79}"/>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sz="1600" dirty="0"/>
              <a:t>In most cases, you create and use an instance of the class located at the </a:t>
            </a:r>
            <a:r>
              <a:rPr lang="en-US" sz="1600" u="sng" dirty="0"/>
              <a:t>lowest level</a:t>
            </a:r>
            <a:r>
              <a:rPr lang="en-US" sz="1600" dirty="0"/>
              <a:t> of the class inheritance relationship.</a:t>
            </a:r>
            <a:endParaRPr lang="en-US" altLang="ko-KR" sz="1600" dirty="0">
              <a:cs typeface="Courier New" panose="02070309020205020404" pitchFamily="49" charset="0"/>
            </a:endParaRPr>
          </a:p>
          <a:p>
            <a:pPr marL="611338" lvl="1" indent="-287338" eaLnBrk="1" latinLnBrk="0" hangingPunct="1"/>
            <a:r>
              <a:rPr lang="en-US" altLang="ko-KR" sz="1600" dirty="0">
                <a:cs typeface="Courier New" panose="02070309020205020404" pitchFamily="49" charset="0"/>
              </a:rPr>
              <a:t>Problem Type: Numeric / Tsp</a:t>
            </a:r>
          </a:p>
          <a:p>
            <a:pPr marL="611338" lvl="1" indent="-287338" eaLnBrk="1" latinLnBrk="0" hangingPunct="1"/>
            <a:r>
              <a:rPr lang="en-US" altLang="ko-KR" sz="1600" dirty="0">
                <a:cs typeface="Courier New" panose="02070309020205020404" pitchFamily="49" charset="0"/>
              </a:rPr>
              <a:t>Solution Algorithms: HC(SA, FC, Stochastic, GC), </a:t>
            </a:r>
            <a:r>
              <a:rPr lang="en-US" altLang="ko-KR" sz="1600" dirty="0" err="1">
                <a:cs typeface="Courier New" panose="02070309020205020404" pitchFamily="49" charset="0"/>
              </a:rPr>
              <a:t>MetaHeuristics</a:t>
            </a:r>
            <a:r>
              <a:rPr lang="en-US" altLang="ko-KR" sz="1600" dirty="0">
                <a:cs typeface="Courier New" panose="02070309020205020404" pitchFamily="49" charset="0"/>
              </a:rPr>
              <a:t>(</a:t>
            </a:r>
            <a:r>
              <a:rPr lang="en-US" altLang="ko-KR" sz="1600" dirty="0" err="1">
                <a:cs typeface="Courier New" panose="02070309020205020404" pitchFamily="49" charset="0"/>
              </a:rPr>
              <a:t>SimulAnn</a:t>
            </a:r>
            <a:r>
              <a:rPr lang="en-US" altLang="ko-KR" sz="1600" dirty="0">
                <a:cs typeface="Courier New" panose="02070309020205020404" pitchFamily="49" charset="0"/>
              </a:rPr>
              <a:t>, GA)</a:t>
            </a:r>
          </a:p>
          <a:p>
            <a:pPr marL="287338" indent="-287338" eaLnBrk="1" latinLnBrk="0" hangingPunct="1"/>
            <a:r>
              <a:rPr lang="en-US" altLang="ko-KR" sz="1600" dirty="0">
                <a:cs typeface="Courier New" panose="02070309020205020404" pitchFamily="49" charset="0"/>
              </a:rPr>
              <a:t>This way, you can use the member variables and methods defined in the </a:t>
            </a:r>
            <a:r>
              <a:rPr lang="en-US" altLang="ko-KR" sz="1600" b="1" dirty="0">
                <a:cs typeface="Courier New" panose="02070309020205020404" pitchFamily="49" charset="0"/>
              </a:rPr>
              <a:t>superclass.</a:t>
            </a:r>
          </a:p>
          <a:p>
            <a:pPr marL="611188" lvl="1" indent="-287338" eaLnBrk="1" latinLnBrk="0" hangingPunct="1"/>
            <a:r>
              <a:rPr lang="en-US" sz="1400" dirty="0"/>
              <a:t>Specifically, when inheriting and using methods with the same name from multiple </a:t>
            </a:r>
            <a:r>
              <a:rPr lang="en-US" sz="1400" dirty="0" err="1"/>
              <a:t>superclasses</a:t>
            </a:r>
            <a:r>
              <a:rPr lang="en-US" sz="1400" dirty="0"/>
              <a:t>, you must </a:t>
            </a:r>
            <a:r>
              <a:rPr lang="en-US" sz="1400" b="1" dirty="0"/>
              <a:t>explicitly specify</a:t>
            </a:r>
            <a:r>
              <a:rPr lang="en-US" sz="1400" dirty="0"/>
              <a:t> which class's method to use. </a:t>
            </a:r>
            <a:endParaRPr lang="en-US" altLang="ko-KR" sz="1400" dirty="0">
              <a:cs typeface="Courier New" panose="02070309020205020404" pitchFamily="49" charset="0"/>
            </a:endParaRPr>
          </a:p>
          <a:p>
            <a:pPr marL="899188" lvl="2" indent="-287338" eaLnBrk="1" latinLnBrk="0" hangingPunct="1"/>
            <a:r>
              <a:rPr lang="en-US" sz="1200" dirty="0"/>
              <a:t>For example, the </a:t>
            </a:r>
            <a:r>
              <a:rPr lang="en-US" sz="1200" dirty="0" err="1">
                <a:latin typeface="Consolas" panose="020B0609020204030204" pitchFamily="49" charset="0"/>
              </a:rPr>
              <a:t>HillClimbing</a:t>
            </a:r>
            <a:r>
              <a:rPr lang="en-US" sz="1200" dirty="0"/>
              <a:t> class's </a:t>
            </a:r>
            <a:r>
              <a:rPr lang="en-US" sz="1200" dirty="0" err="1">
                <a:latin typeface="Consolas" panose="020B0609020204030204" pitchFamily="49" charset="0"/>
              </a:rPr>
              <a:t>setVariables</a:t>
            </a:r>
            <a:r>
              <a:rPr lang="en-US" sz="1200" dirty="0"/>
              <a:t> method calls the </a:t>
            </a:r>
            <a:r>
              <a:rPr lang="en-US" sz="1200" dirty="0">
                <a:latin typeface="Consolas" panose="020B0609020204030204" pitchFamily="49" charset="0"/>
              </a:rPr>
              <a:t>Optimizer</a:t>
            </a:r>
            <a:r>
              <a:rPr lang="en-US" sz="1200" dirty="0"/>
              <a:t> class's </a:t>
            </a:r>
            <a:r>
              <a:rPr lang="en-US" sz="1200" dirty="0" err="1">
                <a:latin typeface="Consolas" panose="020B0609020204030204" pitchFamily="49" charset="0"/>
              </a:rPr>
              <a:t>setVariables</a:t>
            </a:r>
            <a:r>
              <a:rPr lang="en-US" sz="1200" dirty="0"/>
              <a:t> method.</a:t>
            </a:r>
          </a:p>
          <a:p>
            <a:pPr marL="899188" lvl="2" indent="-287338" eaLnBrk="1" latinLnBrk="0" hangingPunct="1"/>
            <a:r>
              <a:rPr lang="en-US" altLang="ko-KR" sz="1200" dirty="0">
                <a:cs typeface="Courier New" panose="02070309020205020404" pitchFamily="49" charset="0"/>
              </a:rPr>
              <a:t>Example call: </a:t>
            </a:r>
            <a:r>
              <a:rPr lang="en-US" altLang="ko-KR" sz="1200" b="1" dirty="0" err="1">
                <a:solidFill>
                  <a:srgbClr val="0033CC"/>
                </a:solidFill>
                <a:latin typeface="Courier New" panose="02070309020205020404" pitchFamily="49" charset="0"/>
                <a:cs typeface="Courier New" panose="02070309020205020404" pitchFamily="49" charset="0"/>
              </a:rPr>
              <a:t>Optimizer</a:t>
            </a:r>
            <a:r>
              <a:rPr lang="en-US" altLang="ko-KR" sz="1200" b="1" dirty="0" err="1">
                <a:latin typeface="Courier New" panose="02070309020205020404" pitchFamily="49" charset="0"/>
                <a:cs typeface="Courier New" panose="02070309020205020404" pitchFamily="49" charset="0"/>
              </a:rPr>
              <a:t>.setVariables</a:t>
            </a:r>
            <a:r>
              <a:rPr lang="en-US" altLang="ko-KR" sz="1200" b="1" dirty="0">
                <a:latin typeface="Courier New" panose="02070309020205020404" pitchFamily="49" charset="0"/>
                <a:cs typeface="Courier New" panose="02070309020205020404" pitchFamily="49" charset="0"/>
              </a:rPr>
              <a:t>(self, parameters)</a:t>
            </a:r>
            <a:r>
              <a:rPr lang="en-US" altLang="ko-KR" sz="1200" dirty="0">
                <a:cs typeface="Courier New" panose="02070309020205020404" pitchFamily="49" charset="0"/>
              </a:rPr>
              <a:t> </a:t>
            </a:r>
            <a:endParaRPr lang="en-US" altLang="ko-KR" sz="1400" dirty="0">
              <a:cs typeface="Courier New" panose="02070309020205020404" pitchFamily="49" charset="0"/>
            </a:endParaRPr>
          </a:p>
        </p:txBody>
      </p:sp>
      <p:sp>
        <p:nvSpPr>
          <p:cNvPr id="23555" name="Rectangle 2">
            <a:extLst>
              <a:ext uri="{FF2B5EF4-FFF2-40B4-BE49-F238E27FC236}">
                <a16:creationId xmlns:a16="http://schemas.microsoft.com/office/drawing/2014/main" id="{86D207D5-B78C-A0A4-00CB-6AAF50EFE4BD}"/>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endParaRPr lang="en-US" altLang="ko-KR">
              <a:solidFill>
                <a:srgbClr val="800080"/>
              </a:solidFill>
            </a:endParaRPr>
          </a:p>
        </p:txBody>
      </p:sp>
      <p:sp>
        <p:nvSpPr>
          <p:cNvPr id="18434" name="바닥글 개체 틀 4">
            <a:extLst>
              <a:ext uri="{FF2B5EF4-FFF2-40B4-BE49-F238E27FC236}">
                <a16:creationId xmlns:a16="http://schemas.microsoft.com/office/drawing/2014/main" id="{EDC27CA9-8249-BE50-FB71-1F7ABB552D13}"/>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23557" name="슬라이드 번호 개체 틀 8">
            <a:extLst>
              <a:ext uri="{FF2B5EF4-FFF2-40B4-BE49-F238E27FC236}">
                <a16:creationId xmlns:a16="http://schemas.microsoft.com/office/drawing/2014/main" id="{A4560C30-D4B1-E182-F4AD-E097A1E1D07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54B9BDA-03E4-4F1A-B11C-83C23F0C028F}" type="slidenum">
              <a:rPr lang="ko-KR" altLang="en-US" sz="1200">
                <a:solidFill>
                  <a:srgbClr val="898989"/>
                </a:solidFill>
                <a:latin typeface="Book Antiqua" panose="02040602050305030304" pitchFamily="18" charset="0"/>
              </a:rPr>
              <a:pPr>
                <a:lnSpc>
                  <a:spcPct val="100000"/>
                </a:lnSpc>
                <a:spcBef>
                  <a:spcPct val="0"/>
                </a:spcBef>
                <a:buFontTx/>
                <a:buNone/>
              </a:pPr>
              <a:t>21</a:t>
            </a:fld>
            <a:endParaRPr lang="en-US" altLang="ko-KR" sz="1200">
              <a:solidFill>
                <a:srgbClr val="898989"/>
              </a:solidFill>
              <a:latin typeface="Book Antiqua" panose="02040602050305030304" pitchFamily="18" charset="0"/>
            </a:endParaRPr>
          </a:p>
        </p:txBody>
      </p:sp>
      <p:grpSp>
        <p:nvGrpSpPr>
          <p:cNvPr id="6" name="그룹 5">
            <a:extLst>
              <a:ext uri="{FF2B5EF4-FFF2-40B4-BE49-F238E27FC236}">
                <a16:creationId xmlns:a16="http://schemas.microsoft.com/office/drawing/2014/main" id="{1EFFC8A7-CF7B-4768-4B25-E9E3A0055E7C}"/>
              </a:ext>
            </a:extLst>
          </p:cNvPr>
          <p:cNvGrpSpPr/>
          <p:nvPr/>
        </p:nvGrpSpPr>
        <p:grpSpPr>
          <a:xfrm>
            <a:off x="242090" y="4155239"/>
            <a:ext cx="8659820" cy="1721686"/>
            <a:chOff x="156354" y="4255067"/>
            <a:chExt cx="8659820" cy="1721686"/>
          </a:xfrm>
        </p:grpSpPr>
        <p:pic>
          <p:nvPicPr>
            <p:cNvPr id="2" name="그림 1">
              <a:extLst>
                <a:ext uri="{FF2B5EF4-FFF2-40B4-BE49-F238E27FC236}">
                  <a16:creationId xmlns:a16="http://schemas.microsoft.com/office/drawing/2014/main" id="{D9361B63-14D9-7EF8-6029-188B8C95254A}"/>
                </a:ext>
              </a:extLst>
            </p:cNvPr>
            <p:cNvPicPr>
              <a:picLocks noChangeAspect="1"/>
            </p:cNvPicPr>
            <p:nvPr/>
          </p:nvPicPr>
          <p:blipFill>
            <a:blip r:embed="rId3"/>
            <a:stretch>
              <a:fillRect/>
            </a:stretch>
          </p:blipFill>
          <p:spPr>
            <a:xfrm>
              <a:off x="267798" y="4255067"/>
              <a:ext cx="3035464" cy="1451513"/>
            </a:xfrm>
            <a:prstGeom prst="rect">
              <a:avLst/>
            </a:prstGeom>
          </p:spPr>
        </p:pic>
        <p:pic>
          <p:nvPicPr>
            <p:cNvPr id="3" name="그림 2">
              <a:extLst>
                <a:ext uri="{FF2B5EF4-FFF2-40B4-BE49-F238E27FC236}">
                  <a16:creationId xmlns:a16="http://schemas.microsoft.com/office/drawing/2014/main" id="{81B45C69-EE2C-EE3D-A20C-EDCC8263CE48}"/>
                </a:ext>
              </a:extLst>
            </p:cNvPr>
            <p:cNvPicPr>
              <a:picLocks noChangeAspect="1"/>
            </p:cNvPicPr>
            <p:nvPr/>
          </p:nvPicPr>
          <p:blipFill>
            <a:blip r:embed="rId4"/>
            <a:stretch>
              <a:fillRect/>
            </a:stretch>
          </p:blipFill>
          <p:spPr>
            <a:xfrm>
              <a:off x="3434208" y="4264538"/>
              <a:ext cx="2659342" cy="1430323"/>
            </a:xfrm>
            <a:prstGeom prst="rect">
              <a:avLst/>
            </a:prstGeom>
          </p:spPr>
        </p:pic>
        <p:pic>
          <p:nvPicPr>
            <p:cNvPr id="4" name="그림 3">
              <a:extLst>
                <a:ext uri="{FF2B5EF4-FFF2-40B4-BE49-F238E27FC236}">
                  <a16:creationId xmlns:a16="http://schemas.microsoft.com/office/drawing/2014/main" id="{BA738991-9FB0-9FC4-3448-6E5FF51D5D10}"/>
                </a:ext>
              </a:extLst>
            </p:cNvPr>
            <p:cNvPicPr>
              <a:picLocks noChangeAspect="1"/>
            </p:cNvPicPr>
            <p:nvPr/>
          </p:nvPicPr>
          <p:blipFill>
            <a:blip r:embed="rId5"/>
            <a:stretch>
              <a:fillRect/>
            </a:stretch>
          </p:blipFill>
          <p:spPr>
            <a:xfrm>
              <a:off x="6241592" y="4255067"/>
              <a:ext cx="2574582" cy="1721686"/>
            </a:xfrm>
            <a:prstGeom prst="rect">
              <a:avLst/>
            </a:prstGeom>
          </p:spPr>
        </p:pic>
        <p:sp>
          <p:nvSpPr>
            <p:cNvPr id="5" name="직사각형 4">
              <a:extLst>
                <a:ext uri="{FF2B5EF4-FFF2-40B4-BE49-F238E27FC236}">
                  <a16:creationId xmlns:a16="http://schemas.microsoft.com/office/drawing/2014/main" id="{BA0155BF-BD3B-5FD0-5536-423AE0259B6D}"/>
                </a:ext>
              </a:extLst>
            </p:cNvPr>
            <p:cNvSpPr/>
            <p:nvPr/>
          </p:nvSpPr>
          <p:spPr>
            <a:xfrm>
              <a:off x="699598" y="5249496"/>
              <a:ext cx="2351092" cy="147836"/>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51D72E64-9294-C07C-7B34-D9889F131790}"/>
                </a:ext>
              </a:extLst>
            </p:cNvPr>
            <p:cNvSpPr/>
            <p:nvPr/>
          </p:nvSpPr>
          <p:spPr>
            <a:xfrm>
              <a:off x="3645548" y="5241876"/>
              <a:ext cx="2351092" cy="147836"/>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화살표 연결선 6">
              <a:extLst>
                <a:ext uri="{FF2B5EF4-FFF2-40B4-BE49-F238E27FC236}">
                  <a16:creationId xmlns:a16="http://schemas.microsoft.com/office/drawing/2014/main" id="{6CE6852A-B97E-8E46-CBE8-66846BE3EC78}"/>
                </a:ext>
              </a:extLst>
            </p:cNvPr>
            <p:cNvCxnSpPr/>
            <p:nvPr/>
          </p:nvCxnSpPr>
          <p:spPr>
            <a:xfrm>
              <a:off x="156354" y="5194236"/>
              <a:ext cx="318776"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84463401-9CB4-F7FA-4356-5BAD93BED1D9}"/>
                </a:ext>
              </a:extLst>
            </p:cNvPr>
            <p:cNvCxnSpPr/>
            <p:nvPr/>
          </p:nvCxnSpPr>
          <p:spPr>
            <a:xfrm>
              <a:off x="3050690" y="5323414"/>
              <a:ext cx="57600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940D8AA5-8E7B-F9A1-7D1D-4F56AF4A2DB3}"/>
                </a:ext>
              </a:extLst>
            </p:cNvPr>
            <p:cNvCxnSpPr/>
            <p:nvPr/>
          </p:nvCxnSpPr>
          <p:spPr>
            <a:xfrm>
              <a:off x="6048806" y="5315794"/>
              <a:ext cx="43200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23079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04AC06A4-A4D4-FEF5-661F-906079DD3A51}"/>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sz="1600" dirty="0"/>
              <a:t>In most cases, you create and use an instance of the class located at the </a:t>
            </a:r>
            <a:r>
              <a:rPr lang="en-US" sz="1600" u="sng" dirty="0"/>
              <a:t>lowest level</a:t>
            </a:r>
            <a:r>
              <a:rPr lang="en-US" sz="1600" dirty="0"/>
              <a:t> of the class inheritance relationship.</a:t>
            </a:r>
            <a:endParaRPr lang="en-US" altLang="ko-KR" sz="1600" dirty="0">
              <a:cs typeface="Courier New" panose="02070309020205020404" pitchFamily="49" charset="0"/>
            </a:endParaRPr>
          </a:p>
          <a:p>
            <a:pPr marL="611338" lvl="1" indent="-287338" eaLnBrk="1" latinLnBrk="0" hangingPunct="1"/>
            <a:r>
              <a:rPr lang="en-US" altLang="ko-KR" sz="1600" dirty="0">
                <a:cs typeface="Courier New" panose="02070309020205020404" pitchFamily="49" charset="0"/>
              </a:rPr>
              <a:t>Problem Type: Numeric / Tsp</a:t>
            </a:r>
          </a:p>
          <a:p>
            <a:pPr marL="611338" lvl="1" indent="-287338" eaLnBrk="1" latinLnBrk="0" hangingPunct="1"/>
            <a:r>
              <a:rPr lang="en-US" altLang="ko-KR" sz="1600" dirty="0">
                <a:cs typeface="Courier New" panose="02070309020205020404" pitchFamily="49" charset="0"/>
              </a:rPr>
              <a:t>Solution Algorithms: HC(SA, FC, Stochastic, GC), </a:t>
            </a:r>
            <a:r>
              <a:rPr lang="en-US" altLang="ko-KR" sz="1600" dirty="0" err="1">
                <a:cs typeface="Courier New" panose="02070309020205020404" pitchFamily="49" charset="0"/>
              </a:rPr>
              <a:t>MetaHeuristics</a:t>
            </a:r>
            <a:r>
              <a:rPr lang="en-US" altLang="ko-KR" sz="1600" dirty="0">
                <a:cs typeface="Courier New" panose="02070309020205020404" pitchFamily="49" charset="0"/>
              </a:rPr>
              <a:t>(</a:t>
            </a:r>
            <a:r>
              <a:rPr lang="en-US" altLang="ko-KR" sz="1600" dirty="0" err="1">
                <a:cs typeface="Courier New" panose="02070309020205020404" pitchFamily="49" charset="0"/>
              </a:rPr>
              <a:t>SimulAnn</a:t>
            </a:r>
            <a:r>
              <a:rPr lang="en-US" altLang="ko-KR" sz="1600" dirty="0">
                <a:cs typeface="Courier New" panose="02070309020205020404" pitchFamily="49" charset="0"/>
              </a:rPr>
              <a:t>, GA)</a:t>
            </a:r>
          </a:p>
          <a:p>
            <a:pPr marL="287338" indent="-287338" eaLnBrk="1" latinLnBrk="0" hangingPunct="1"/>
            <a:r>
              <a:rPr lang="en-US" altLang="ko-KR" sz="1600" dirty="0">
                <a:cs typeface="Courier New" panose="02070309020205020404" pitchFamily="49" charset="0"/>
              </a:rPr>
              <a:t>This way, you can use the member variables and methods defined in the </a:t>
            </a:r>
            <a:r>
              <a:rPr lang="en-US" altLang="ko-KR" sz="1600" b="1" dirty="0">
                <a:cs typeface="Courier New" panose="02070309020205020404" pitchFamily="49" charset="0"/>
              </a:rPr>
              <a:t>superclass.</a:t>
            </a:r>
          </a:p>
          <a:p>
            <a:pPr marL="611188" lvl="1" indent="-287338" eaLnBrk="1" latinLnBrk="0" hangingPunct="1"/>
            <a:endParaRPr lang="en-US" altLang="ko-KR" sz="1400" dirty="0">
              <a:cs typeface="Courier New" panose="02070309020205020404" pitchFamily="49" charset="0"/>
            </a:endParaRPr>
          </a:p>
          <a:p>
            <a:pPr marL="611188" lvl="1" indent="-287338" eaLnBrk="1" latinLnBrk="0" hangingPunct="1"/>
            <a:r>
              <a:rPr lang="en-US" sz="1400" dirty="0"/>
              <a:t>When creating a class instance, the related </a:t>
            </a:r>
            <a:r>
              <a:rPr lang="en-US" sz="1400" b="1" dirty="0"/>
              <a:t>initializer methods</a:t>
            </a:r>
            <a:r>
              <a:rPr lang="en-US" sz="1400" dirty="0"/>
              <a:t> (</a:t>
            </a:r>
            <a:r>
              <a:rPr lang="en-US" sz="1400" i="1" dirty="0"/>
              <a:t>__</a:t>
            </a:r>
            <a:r>
              <a:rPr lang="en-US" sz="1400" i="1" dirty="0" err="1"/>
              <a:t>init</a:t>
            </a:r>
            <a:r>
              <a:rPr lang="en-US" sz="1400" i="1" dirty="0"/>
              <a:t>__</a:t>
            </a:r>
            <a:r>
              <a:rPr lang="en-US" sz="1400" dirty="0"/>
              <a:t>) must be called so that all variables, up to the topmost superclass, are appropriately initialized or set.</a:t>
            </a:r>
            <a:endParaRPr lang="en-US" altLang="ko-KR" sz="1400" dirty="0">
              <a:cs typeface="Courier New" panose="02070309020205020404" pitchFamily="49" charset="0"/>
            </a:endParaRPr>
          </a:p>
        </p:txBody>
      </p:sp>
      <p:sp>
        <p:nvSpPr>
          <p:cNvPr id="23555" name="Rectangle 2">
            <a:extLst>
              <a:ext uri="{FF2B5EF4-FFF2-40B4-BE49-F238E27FC236}">
                <a16:creationId xmlns:a16="http://schemas.microsoft.com/office/drawing/2014/main" id="{8496399D-7002-7150-6053-FBEB7BE0554C}"/>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Adding More Algorithms and Classes</a:t>
            </a:r>
            <a:endParaRPr lang="en-US" altLang="ko-KR">
              <a:solidFill>
                <a:srgbClr val="800080"/>
              </a:solidFill>
            </a:endParaRPr>
          </a:p>
        </p:txBody>
      </p:sp>
      <p:sp>
        <p:nvSpPr>
          <p:cNvPr id="18434" name="바닥글 개체 틀 4">
            <a:extLst>
              <a:ext uri="{FF2B5EF4-FFF2-40B4-BE49-F238E27FC236}">
                <a16:creationId xmlns:a16="http://schemas.microsoft.com/office/drawing/2014/main" id="{03510A26-10D0-E39A-045C-1086E18983F7}"/>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23557" name="슬라이드 번호 개체 틀 8">
            <a:extLst>
              <a:ext uri="{FF2B5EF4-FFF2-40B4-BE49-F238E27FC236}">
                <a16:creationId xmlns:a16="http://schemas.microsoft.com/office/drawing/2014/main" id="{9C7709B9-1C16-3E93-B983-F10EBFBF555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54B9BDA-03E4-4F1A-B11C-83C23F0C028F}" type="slidenum">
              <a:rPr lang="ko-KR" altLang="en-US" sz="1200">
                <a:solidFill>
                  <a:srgbClr val="898989"/>
                </a:solidFill>
                <a:latin typeface="Book Antiqua" panose="02040602050305030304" pitchFamily="18" charset="0"/>
              </a:rPr>
              <a:pPr>
                <a:lnSpc>
                  <a:spcPct val="100000"/>
                </a:lnSpc>
                <a:spcBef>
                  <a:spcPct val="0"/>
                </a:spcBef>
                <a:buFontTx/>
                <a:buNone/>
              </a:pPr>
              <a:t>22</a:t>
            </a:fld>
            <a:endParaRPr lang="en-US" altLang="ko-KR" sz="1200">
              <a:solidFill>
                <a:srgbClr val="898989"/>
              </a:solidFill>
              <a:latin typeface="Book Antiqua" panose="02040602050305030304" pitchFamily="18" charset="0"/>
            </a:endParaRPr>
          </a:p>
        </p:txBody>
      </p:sp>
      <p:grpSp>
        <p:nvGrpSpPr>
          <p:cNvPr id="16" name="그룹 15">
            <a:extLst>
              <a:ext uri="{FF2B5EF4-FFF2-40B4-BE49-F238E27FC236}">
                <a16:creationId xmlns:a16="http://schemas.microsoft.com/office/drawing/2014/main" id="{942105E8-EAEE-7179-536D-C3B7947DDA1D}"/>
              </a:ext>
            </a:extLst>
          </p:cNvPr>
          <p:cNvGrpSpPr/>
          <p:nvPr/>
        </p:nvGrpSpPr>
        <p:grpSpPr>
          <a:xfrm>
            <a:off x="242090" y="3717032"/>
            <a:ext cx="8659820" cy="881431"/>
            <a:chOff x="232660" y="4587634"/>
            <a:chExt cx="8659820" cy="881431"/>
          </a:xfrm>
        </p:grpSpPr>
        <p:pic>
          <p:nvPicPr>
            <p:cNvPr id="2" name="그림 1">
              <a:extLst>
                <a:ext uri="{FF2B5EF4-FFF2-40B4-BE49-F238E27FC236}">
                  <a16:creationId xmlns:a16="http://schemas.microsoft.com/office/drawing/2014/main" id="{7FA00681-E248-4712-9F3D-ADF8B6016F28}"/>
                </a:ext>
              </a:extLst>
            </p:cNvPr>
            <p:cNvPicPr>
              <a:picLocks noChangeAspect="1"/>
            </p:cNvPicPr>
            <p:nvPr/>
          </p:nvPicPr>
          <p:blipFill>
            <a:blip r:embed="rId3"/>
            <a:srcRect b="46739"/>
            <a:stretch/>
          </p:blipFill>
          <p:spPr>
            <a:xfrm>
              <a:off x="344104" y="4587635"/>
              <a:ext cx="3035464" cy="773090"/>
            </a:xfrm>
            <a:prstGeom prst="rect">
              <a:avLst/>
            </a:prstGeom>
          </p:spPr>
        </p:pic>
        <p:pic>
          <p:nvPicPr>
            <p:cNvPr id="3" name="그림 2">
              <a:extLst>
                <a:ext uri="{FF2B5EF4-FFF2-40B4-BE49-F238E27FC236}">
                  <a16:creationId xmlns:a16="http://schemas.microsoft.com/office/drawing/2014/main" id="{4AD7759F-FE62-4FDC-AB38-43542371FC1F}"/>
                </a:ext>
              </a:extLst>
            </p:cNvPr>
            <p:cNvPicPr>
              <a:picLocks noChangeAspect="1"/>
            </p:cNvPicPr>
            <p:nvPr/>
          </p:nvPicPr>
          <p:blipFill>
            <a:blip r:embed="rId4"/>
            <a:srcRect b="47824"/>
            <a:stretch/>
          </p:blipFill>
          <p:spPr>
            <a:xfrm>
              <a:off x="3510514" y="4597105"/>
              <a:ext cx="2659342" cy="746285"/>
            </a:xfrm>
            <a:prstGeom prst="rect">
              <a:avLst/>
            </a:prstGeom>
          </p:spPr>
        </p:pic>
        <p:pic>
          <p:nvPicPr>
            <p:cNvPr id="4" name="그림 3">
              <a:extLst>
                <a:ext uri="{FF2B5EF4-FFF2-40B4-BE49-F238E27FC236}">
                  <a16:creationId xmlns:a16="http://schemas.microsoft.com/office/drawing/2014/main" id="{2F3501C9-0518-4C26-B3CA-B8BCA6BCF2CD}"/>
                </a:ext>
              </a:extLst>
            </p:cNvPr>
            <p:cNvPicPr>
              <a:picLocks noChangeAspect="1"/>
            </p:cNvPicPr>
            <p:nvPr/>
          </p:nvPicPr>
          <p:blipFill>
            <a:blip r:embed="rId5"/>
            <a:srcRect b="48804"/>
            <a:stretch/>
          </p:blipFill>
          <p:spPr>
            <a:xfrm>
              <a:off x="6317898" y="4587634"/>
              <a:ext cx="2574582" cy="881431"/>
            </a:xfrm>
            <a:prstGeom prst="rect">
              <a:avLst/>
            </a:prstGeom>
          </p:spPr>
        </p:pic>
        <p:cxnSp>
          <p:nvCxnSpPr>
            <p:cNvPr id="7" name="직선 화살표 연결선 6">
              <a:extLst>
                <a:ext uri="{FF2B5EF4-FFF2-40B4-BE49-F238E27FC236}">
                  <a16:creationId xmlns:a16="http://schemas.microsoft.com/office/drawing/2014/main" id="{888EA000-54BC-4564-8941-A65FB0299680}"/>
                </a:ext>
              </a:extLst>
            </p:cNvPr>
            <p:cNvCxnSpPr/>
            <p:nvPr/>
          </p:nvCxnSpPr>
          <p:spPr>
            <a:xfrm>
              <a:off x="232660" y="4817154"/>
              <a:ext cx="318776"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97A99CAE-576D-4FA6-81D3-743DBC4C2BD7}"/>
                </a:ext>
              </a:extLst>
            </p:cNvPr>
            <p:cNvCxnSpPr>
              <a:cxnSpLocks/>
            </p:cNvCxnSpPr>
            <p:nvPr/>
          </p:nvCxnSpPr>
          <p:spPr>
            <a:xfrm flipV="1">
              <a:off x="2208262" y="4817269"/>
              <a:ext cx="1530301" cy="13666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3E5CF044-07B7-C05E-9A85-6B7BEFF8C8B8}"/>
                </a:ext>
              </a:extLst>
            </p:cNvPr>
            <p:cNvCxnSpPr>
              <a:cxnSpLocks/>
            </p:cNvCxnSpPr>
            <p:nvPr/>
          </p:nvCxnSpPr>
          <p:spPr>
            <a:xfrm flipV="1">
              <a:off x="5134342" y="4824413"/>
              <a:ext cx="1423621" cy="12570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9025A2A-B88E-49EB-B6FC-86399CD70DE1}"/>
              </a:ext>
            </a:extLst>
          </p:cNvPr>
          <p:cNvSpPr>
            <a:spLocks noGrp="1"/>
          </p:cNvSpPr>
          <p:nvPr>
            <p:ph type="title"/>
          </p:nvPr>
        </p:nvSpPr>
        <p:spPr/>
        <p:txBody>
          <a:bodyPr/>
          <a:lstStyle/>
          <a:p>
            <a:pPr latinLnBrk="0"/>
            <a:r>
              <a:rPr lang="en-US" dirty="0"/>
              <a:t>Source Code Modification Summary</a:t>
            </a:r>
            <a:endParaRPr lang="ko-KR" altLang="en-US" dirty="0"/>
          </a:p>
        </p:txBody>
      </p:sp>
      <p:graphicFrame>
        <p:nvGraphicFramePr>
          <p:cNvPr id="6" name="표 6">
            <a:extLst>
              <a:ext uri="{FF2B5EF4-FFF2-40B4-BE49-F238E27FC236}">
                <a16:creationId xmlns:a16="http://schemas.microsoft.com/office/drawing/2014/main" id="{688C68CC-7126-45D1-874C-7E242FD7EEF1}"/>
              </a:ext>
            </a:extLst>
          </p:cNvPr>
          <p:cNvGraphicFramePr>
            <a:graphicFrameLocks noGrp="1"/>
          </p:cNvGraphicFramePr>
          <p:nvPr>
            <p:ph idx="1"/>
            <p:extLst>
              <p:ext uri="{D42A27DB-BD31-4B8C-83A1-F6EECF244321}">
                <p14:modId xmlns:p14="http://schemas.microsoft.com/office/powerpoint/2010/main" val="1501416749"/>
              </p:ext>
            </p:extLst>
          </p:nvPr>
        </p:nvGraphicFramePr>
        <p:xfrm>
          <a:off x="457200" y="981074"/>
          <a:ext cx="8229600" cy="4914215"/>
        </p:xfrm>
        <a:graphic>
          <a:graphicData uri="http://schemas.openxmlformats.org/drawingml/2006/table">
            <a:tbl>
              <a:tblPr firstRow="1" bandRow="1">
                <a:tableStyleId>{5C22544A-7EE6-4342-B048-85BDC9FD1C3A}</a:tableStyleId>
              </a:tblPr>
              <a:tblGrid>
                <a:gridCol w="1450504">
                  <a:extLst>
                    <a:ext uri="{9D8B030D-6E8A-4147-A177-3AD203B41FA5}">
                      <a16:colId xmlns:a16="http://schemas.microsoft.com/office/drawing/2014/main" val="4168492687"/>
                    </a:ext>
                  </a:extLst>
                </a:gridCol>
                <a:gridCol w="6779096">
                  <a:extLst>
                    <a:ext uri="{9D8B030D-6E8A-4147-A177-3AD203B41FA5}">
                      <a16:colId xmlns:a16="http://schemas.microsoft.com/office/drawing/2014/main" val="685584906"/>
                    </a:ext>
                  </a:extLst>
                </a:gridCol>
              </a:tblGrid>
              <a:tr h="503710">
                <a:tc>
                  <a:txBody>
                    <a:bodyPr/>
                    <a:lstStyle/>
                    <a:p>
                      <a:pPr algn="ctr" latinLnBrk="0"/>
                      <a:r>
                        <a:rPr lang="en-US" altLang="ko-KR" sz="1400" dirty="0"/>
                        <a:t>Code</a:t>
                      </a:r>
                      <a:endParaRPr lang="ko-KR" altLang="en-US" sz="1400" dirty="0"/>
                    </a:p>
                  </a:txBody>
                  <a:tcPr anchor="ctr"/>
                </a:tc>
                <a:tc>
                  <a:txBody>
                    <a:bodyPr/>
                    <a:lstStyle/>
                    <a:p>
                      <a:pPr algn="ctr" latinLnBrk="0"/>
                      <a:r>
                        <a:rPr lang="en-US" altLang="ko-KR" sz="1400" dirty="0"/>
                        <a:t>Change details</a:t>
                      </a:r>
                      <a:endParaRPr lang="ko-KR" altLang="en-US" sz="1400" dirty="0"/>
                    </a:p>
                  </a:txBody>
                  <a:tcPr anchor="ctr"/>
                </a:tc>
                <a:extLst>
                  <a:ext uri="{0D108BD9-81ED-4DB2-BD59-A6C34878D82A}">
                    <a16:rowId xmlns:a16="http://schemas.microsoft.com/office/drawing/2014/main" val="1337741476"/>
                  </a:ext>
                </a:extLst>
              </a:tr>
              <a:tr h="630323">
                <a:tc>
                  <a:txBody>
                    <a:bodyPr/>
                    <a:lstStyle/>
                    <a:p>
                      <a:pPr algn="ctr" latinLnBrk="0"/>
                      <a:r>
                        <a:rPr lang="en-US" altLang="ko-KR" sz="1400" dirty="0">
                          <a:latin typeface="consolas" panose="020B0609020204030204" pitchFamily="49" charset="0"/>
                        </a:rPr>
                        <a:t>setup.py</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The </a:t>
                      </a:r>
                      <a:r>
                        <a:rPr lang="en-US" sz="1400" b="1" i="1" dirty="0" err="1"/>
                        <a:t>aType</a:t>
                      </a:r>
                      <a:r>
                        <a:rPr lang="en-US" sz="1400" dirty="0"/>
                        <a:t> variable was added, and the </a:t>
                      </a:r>
                      <a:r>
                        <a:rPr lang="en-US" sz="1400" b="1" i="1" dirty="0" err="1"/>
                        <a:t>setVariables</a:t>
                      </a:r>
                      <a:r>
                        <a:rPr lang="en-US" sz="1400" dirty="0"/>
                        <a:t> method was added.</a:t>
                      </a:r>
                      <a:endParaRPr lang="ko-KR" altLang="en-US" sz="1400" dirty="0"/>
                    </a:p>
                  </a:txBody>
                  <a:tcPr anchor="ctr"/>
                </a:tc>
                <a:extLst>
                  <a:ext uri="{0D108BD9-81ED-4DB2-BD59-A6C34878D82A}">
                    <a16:rowId xmlns:a16="http://schemas.microsoft.com/office/drawing/2014/main" val="2427089285"/>
                  </a:ext>
                </a:extLst>
              </a:tr>
              <a:tr h="880725">
                <a:tc>
                  <a:txBody>
                    <a:bodyPr/>
                    <a:lstStyle/>
                    <a:p>
                      <a:pPr algn="ctr" latinLnBrk="0"/>
                      <a:r>
                        <a:rPr lang="en-US" altLang="ko-KR" sz="1400" dirty="0">
                          <a:latin typeface="consolas" panose="020B0609020204030204" pitchFamily="49" charset="0"/>
                        </a:rPr>
                        <a:t>problem.py</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There are no major changes compared to the existing v3 code, but there are some minor changes, such as adding member variables to store algorithm execution results, and changes to functions that output execution results.</a:t>
                      </a:r>
                      <a:endParaRPr lang="ko-KR" altLang="en-US" sz="1400" dirty="0"/>
                    </a:p>
                  </a:txBody>
                  <a:tcPr anchor="ctr"/>
                </a:tc>
                <a:extLst>
                  <a:ext uri="{0D108BD9-81ED-4DB2-BD59-A6C34878D82A}">
                    <a16:rowId xmlns:a16="http://schemas.microsoft.com/office/drawing/2014/main" val="2387790662"/>
                  </a:ext>
                </a:extLst>
              </a:tr>
              <a:tr h="1243376">
                <a:tc>
                  <a:txBody>
                    <a:bodyPr/>
                    <a:lstStyle/>
                    <a:p>
                      <a:pPr algn="ctr" latinLnBrk="0"/>
                      <a:r>
                        <a:rPr lang="en-US" altLang="ko-KR" sz="1400" dirty="0">
                          <a:latin typeface="consolas" panose="020B0609020204030204" pitchFamily="49" charset="0"/>
                        </a:rPr>
                        <a:t>main.py</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The way information like </a:t>
                      </a:r>
                      <a:r>
                        <a:rPr lang="en-US" sz="1400" b="1" dirty="0"/>
                        <a:t>problem type/algorithm type</a:t>
                      </a:r>
                      <a:r>
                        <a:rPr lang="en-US" sz="1400" dirty="0"/>
                        <a:t> is passed has changed. There is a major change in the user interface, such as reading variables (e.g., </a:t>
                      </a:r>
                      <a:r>
                        <a:rPr lang="en-US" sz="1400" i="1" dirty="0"/>
                        <a:t>dx</a:t>
                      </a:r>
                      <a:r>
                        <a:rPr lang="en-US" sz="1400" dirty="0"/>
                        <a:t>) that were previously fixed as default values from a text file, leading to overall code modification.</a:t>
                      </a:r>
                      <a:endParaRPr lang="ko-KR" altLang="en-US" sz="1400" dirty="0"/>
                    </a:p>
                  </a:txBody>
                  <a:tcPr anchor="ctr"/>
                </a:tc>
                <a:extLst>
                  <a:ext uri="{0D108BD9-81ED-4DB2-BD59-A6C34878D82A}">
                    <a16:rowId xmlns:a16="http://schemas.microsoft.com/office/drawing/2014/main" val="564350022"/>
                  </a:ext>
                </a:extLst>
              </a:tr>
              <a:tr h="1439444">
                <a:tc>
                  <a:txBody>
                    <a:bodyPr/>
                    <a:lstStyle/>
                    <a:p>
                      <a:pPr algn="ctr" latinLnBrk="0"/>
                      <a:r>
                        <a:rPr lang="en-US" altLang="ko-KR" sz="1400" dirty="0">
                          <a:latin typeface="consolas" panose="020B0609020204030204" pitchFamily="49" charset="0"/>
                        </a:rPr>
                        <a:t>optimizer.py</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A new superclass called </a:t>
                      </a:r>
                      <a:r>
                        <a:rPr lang="en-US" sz="1400" b="1" i="1" dirty="0"/>
                        <a:t>Optimizer</a:t>
                      </a:r>
                      <a:r>
                        <a:rPr lang="en-US" sz="1400" dirty="0"/>
                        <a:t> was added.</a:t>
                      </a:r>
                    </a:p>
                    <a:p>
                      <a:pPr marL="285750" indent="-285750" latinLnBrk="0">
                        <a:lnSpc>
                          <a:spcPct val="150000"/>
                        </a:lnSpc>
                        <a:buFont typeface="Arial" panose="020B0604020202020204" pitchFamily="34" charset="0"/>
                        <a:buChar char="•"/>
                      </a:pPr>
                      <a:r>
                        <a:rPr lang="en-US" sz="1400" dirty="0"/>
                        <a:t>Due to the addition of 3 solution algorithms (</a:t>
                      </a:r>
                      <a:r>
                        <a:rPr lang="en-US" sz="1400" i="1" dirty="0"/>
                        <a:t>random</a:t>
                      </a:r>
                      <a:r>
                        <a:rPr lang="en-US" sz="1400" dirty="0"/>
                        <a:t>, </a:t>
                      </a:r>
                      <a:r>
                        <a:rPr lang="en-US" sz="1400" i="1" dirty="0"/>
                        <a:t>stochastic</a:t>
                      </a:r>
                      <a:r>
                        <a:rPr lang="en-US" sz="1400" dirty="0"/>
                        <a:t>, </a:t>
                      </a:r>
                      <a:r>
                        <a:rPr lang="en-US" sz="1400" i="1" dirty="0"/>
                        <a:t>simulated annealing</a:t>
                      </a:r>
                      <a:r>
                        <a:rPr lang="en-US" sz="1400" dirty="0"/>
                        <a:t>), new classes were defined: </a:t>
                      </a:r>
                      <a:r>
                        <a:rPr lang="en-US" sz="1400" b="1" i="1" dirty="0"/>
                        <a:t>Stochastic</a:t>
                      </a:r>
                      <a:r>
                        <a:rPr lang="en-US" sz="1400" dirty="0"/>
                        <a:t>, </a:t>
                      </a:r>
                      <a:r>
                        <a:rPr lang="en-US" sz="1400" b="1" i="1" dirty="0" err="1"/>
                        <a:t>MetaHeuristics</a:t>
                      </a:r>
                      <a:r>
                        <a:rPr lang="en-US" sz="1400" dirty="0"/>
                        <a:t>, </a:t>
                      </a:r>
                      <a:r>
                        <a:rPr lang="en-US" sz="1400" b="1" i="1" dirty="0" err="1"/>
                        <a:t>SimulatedAnnealing</a:t>
                      </a:r>
                      <a:r>
                        <a:rPr lang="en-US" sz="1400" dirty="0"/>
                        <a:t>.</a:t>
                      </a:r>
                      <a:endParaRPr lang="ko-KR" altLang="en-US" sz="1400" dirty="0">
                        <a:latin typeface="consolas" panose="020B0609020204030204" pitchFamily="49" charset="0"/>
                      </a:endParaRPr>
                    </a:p>
                  </a:txBody>
                  <a:tcPr anchor="ctr"/>
                </a:tc>
                <a:extLst>
                  <a:ext uri="{0D108BD9-81ED-4DB2-BD59-A6C34878D82A}">
                    <a16:rowId xmlns:a16="http://schemas.microsoft.com/office/drawing/2014/main" val="1002988262"/>
                  </a:ext>
                </a:extLst>
              </a:tr>
            </a:tbl>
          </a:graphicData>
        </a:graphic>
      </p:graphicFrame>
      <p:sp>
        <p:nvSpPr>
          <p:cNvPr id="4" name="바닥글 개체 틀 3">
            <a:extLst>
              <a:ext uri="{FF2B5EF4-FFF2-40B4-BE49-F238E27FC236}">
                <a16:creationId xmlns:a16="http://schemas.microsoft.com/office/drawing/2014/main" id="{B8D124D9-79C3-48DD-87D6-BD79A0223EDB}"/>
              </a:ext>
            </a:extLst>
          </p:cNvPr>
          <p:cNvSpPr>
            <a:spLocks noGrp="1"/>
          </p:cNvSpPr>
          <p:nvPr>
            <p:ph type="ftr" sz="quarter" idx="10"/>
          </p:nvPr>
        </p:nvSpPr>
        <p:spPr/>
        <p:txBody>
          <a:bodyPr/>
          <a:lstStyle/>
          <a:p>
            <a:pPr latinLnBrk="0">
              <a:defRPr/>
            </a:pPr>
            <a:r>
              <a:rPr lang="en-US" altLang="ko-KR"/>
              <a:t>Search Algorithms: Object-Oriented Implementation (Part E)</a:t>
            </a:r>
            <a:endParaRPr lang="ko-KR" altLang="ko-KR"/>
          </a:p>
        </p:txBody>
      </p:sp>
      <p:sp>
        <p:nvSpPr>
          <p:cNvPr id="5" name="슬라이드 번호 개체 틀 4">
            <a:extLst>
              <a:ext uri="{FF2B5EF4-FFF2-40B4-BE49-F238E27FC236}">
                <a16:creationId xmlns:a16="http://schemas.microsoft.com/office/drawing/2014/main" id="{31AE1D91-CA15-4A12-9F27-3B02222700C3}"/>
              </a:ext>
            </a:extLst>
          </p:cNvPr>
          <p:cNvSpPr>
            <a:spLocks noGrp="1"/>
          </p:cNvSpPr>
          <p:nvPr>
            <p:ph type="sldNum" sz="quarter" idx="11"/>
          </p:nvPr>
        </p:nvSpPr>
        <p:spPr/>
        <p:txBody>
          <a:bodyPr/>
          <a:lstStyle/>
          <a:p>
            <a:pPr latinLnBrk="0"/>
            <a:fld id="{D23E0CB1-4BC8-4E84-BEA7-51F2FD8D65B1}" type="slidenum">
              <a:rPr lang="ko-KR" altLang="en-US" smtClean="0"/>
              <a:pPr latinLnBrk="0"/>
              <a:t>23</a:t>
            </a:fld>
            <a:endParaRPr lang="en-US" altLang="ko-KR"/>
          </a:p>
        </p:txBody>
      </p:sp>
    </p:spTree>
    <p:extLst>
      <p:ext uri="{BB962C8B-B14F-4D97-AF65-F5344CB8AC3E}">
        <p14:creationId xmlns:p14="http://schemas.microsoft.com/office/powerpoint/2010/main" val="3206129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0F38A5-98D6-49A4-BE98-71138BB7514A}"/>
              </a:ext>
            </a:extLst>
          </p:cNvPr>
          <p:cNvSpPr>
            <a:spLocks noGrp="1"/>
          </p:cNvSpPr>
          <p:nvPr>
            <p:ph type="title"/>
          </p:nvPr>
        </p:nvSpPr>
        <p:spPr/>
        <p:txBody>
          <a:bodyPr/>
          <a:lstStyle/>
          <a:p>
            <a:r>
              <a:rPr lang="en-US" dirty="0"/>
              <a:t>Source Code Structure</a:t>
            </a:r>
            <a:endParaRPr lang="ko-KR" altLang="en-US" dirty="0"/>
          </a:p>
        </p:txBody>
      </p:sp>
      <p:sp>
        <p:nvSpPr>
          <p:cNvPr id="3" name="내용 개체 틀 2">
            <a:extLst>
              <a:ext uri="{FF2B5EF4-FFF2-40B4-BE49-F238E27FC236}">
                <a16:creationId xmlns:a16="http://schemas.microsoft.com/office/drawing/2014/main" id="{73782BD9-BD6F-46EB-90B2-6F3BF1E4DDB1}"/>
              </a:ext>
            </a:extLst>
          </p:cNvPr>
          <p:cNvSpPr>
            <a:spLocks noGrp="1"/>
          </p:cNvSpPr>
          <p:nvPr>
            <p:ph idx="1"/>
          </p:nvPr>
        </p:nvSpPr>
        <p:spPr/>
        <p:txBody>
          <a:bodyPr/>
          <a:lstStyle/>
          <a:p>
            <a:r>
              <a:rPr lang="en-US" sz="1600" dirty="0"/>
              <a:t>Key methods by source code file (focusing on newly added methods)</a:t>
            </a:r>
          </a:p>
          <a:p>
            <a:r>
              <a:rPr lang="en-US" altLang="ko-KR" sz="1600" dirty="0">
                <a:latin typeface="consolas" panose="020B0609020204030204" pitchFamily="49" charset="0"/>
              </a:rPr>
              <a:t>main.py</a:t>
            </a:r>
          </a:p>
          <a:p>
            <a:pPr lvl="1"/>
            <a:endParaRPr lang="en-US" altLang="ko-KR" sz="1600" dirty="0"/>
          </a:p>
          <a:p>
            <a:endParaRPr lang="ko-KR" altLang="en-US" sz="1600" dirty="0"/>
          </a:p>
        </p:txBody>
      </p:sp>
      <p:sp>
        <p:nvSpPr>
          <p:cNvPr id="4" name="바닥글 개체 틀 3">
            <a:extLst>
              <a:ext uri="{FF2B5EF4-FFF2-40B4-BE49-F238E27FC236}">
                <a16:creationId xmlns:a16="http://schemas.microsoft.com/office/drawing/2014/main" id="{78DAA9A6-348A-4973-BCE3-07DFDC3E6375}"/>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5" name="슬라이드 번호 개체 틀 4">
            <a:extLst>
              <a:ext uri="{FF2B5EF4-FFF2-40B4-BE49-F238E27FC236}">
                <a16:creationId xmlns:a16="http://schemas.microsoft.com/office/drawing/2014/main" id="{ED8E5FE8-4270-4417-824A-893D65C41B1B}"/>
              </a:ext>
            </a:extLst>
          </p:cNvPr>
          <p:cNvSpPr>
            <a:spLocks noGrp="1"/>
          </p:cNvSpPr>
          <p:nvPr>
            <p:ph type="sldNum" sz="quarter" idx="11"/>
          </p:nvPr>
        </p:nvSpPr>
        <p:spPr/>
        <p:txBody>
          <a:bodyPr/>
          <a:lstStyle/>
          <a:p>
            <a:fld id="{D23E0CB1-4BC8-4E84-BEA7-51F2FD8D65B1}" type="slidenum">
              <a:rPr lang="ko-KR" altLang="en-US" smtClean="0"/>
              <a:pPr/>
              <a:t>24</a:t>
            </a:fld>
            <a:endParaRPr lang="en-US" altLang="ko-KR"/>
          </a:p>
        </p:txBody>
      </p:sp>
      <p:graphicFrame>
        <p:nvGraphicFramePr>
          <p:cNvPr id="7" name="표 6">
            <a:extLst>
              <a:ext uri="{FF2B5EF4-FFF2-40B4-BE49-F238E27FC236}">
                <a16:creationId xmlns:a16="http://schemas.microsoft.com/office/drawing/2014/main" id="{F3DF9D84-8AC2-48F0-9D72-2C8908F495FA}"/>
              </a:ext>
            </a:extLst>
          </p:cNvPr>
          <p:cNvGraphicFramePr>
            <a:graphicFrameLocks/>
          </p:cNvGraphicFramePr>
          <p:nvPr>
            <p:extLst>
              <p:ext uri="{D42A27DB-BD31-4B8C-83A1-F6EECF244321}">
                <p14:modId xmlns:p14="http://schemas.microsoft.com/office/powerpoint/2010/main" val="1054225758"/>
              </p:ext>
            </p:extLst>
          </p:nvPr>
        </p:nvGraphicFramePr>
        <p:xfrm>
          <a:off x="457200" y="1700809"/>
          <a:ext cx="8229600" cy="2685925"/>
        </p:xfrm>
        <a:graphic>
          <a:graphicData uri="http://schemas.openxmlformats.org/drawingml/2006/table">
            <a:tbl>
              <a:tblPr firstRow="1" bandRow="1">
                <a:tableStyleId>{5C22544A-7EE6-4342-B048-85BDC9FD1C3A}</a:tableStyleId>
              </a:tblPr>
              <a:tblGrid>
                <a:gridCol w="2242592">
                  <a:extLst>
                    <a:ext uri="{9D8B030D-6E8A-4147-A177-3AD203B41FA5}">
                      <a16:colId xmlns:a16="http://schemas.microsoft.com/office/drawing/2014/main" val="4168492687"/>
                    </a:ext>
                  </a:extLst>
                </a:gridCol>
                <a:gridCol w="5987008">
                  <a:extLst>
                    <a:ext uri="{9D8B030D-6E8A-4147-A177-3AD203B41FA5}">
                      <a16:colId xmlns:a16="http://schemas.microsoft.com/office/drawing/2014/main" val="685584906"/>
                    </a:ext>
                  </a:extLst>
                </a:gridCol>
              </a:tblGrid>
              <a:tr h="517748">
                <a:tc>
                  <a:txBody>
                    <a:bodyPr/>
                    <a:lstStyle/>
                    <a:p>
                      <a:pPr algn="ctr" latinLnBrk="0">
                        <a:lnSpc>
                          <a:spcPct val="150000"/>
                        </a:lnSpc>
                      </a:pPr>
                      <a:r>
                        <a:rPr lang="en-US" altLang="ko-KR" sz="1400" dirty="0"/>
                        <a:t>Method</a:t>
                      </a:r>
                      <a:endParaRPr lang="ko-KR" altLang="en-US" sz="1400" dirty="0"/>
                    </a:p>
                  </a:txBody>
                  <a:tcPr anchor="ctr"/>
                </a:tc>
                <a:tc>
                  <a:txBody>
                    <a:bodyPr/>
                    <a:lstStyle/>
                    <a:p>
                      <a:pPr algn="ctr" latinLnBrk="0">
                        <a:lnSpc>
                          <a:spcPct val="150000"/>
                        </a:lnSpc>
                      </a:pPr>
                      <a:r>
                        <a:rPr lang="en-US" altLang="ko-KR" sz="1400" dirty="0"/>
                        <a:t>Description</a:t>
                      </a:r>
                      <a:endParaRPr lang="ko-KR" altLang="en-US" sz="1400" dirty="0"/>
                    </a:p>
                  </a:txBody>
                  <a:tcPr anchor="ctr"/>
                </a:tc>
                <a:extLst>
                  <a:ext uri="{0D108BD9-81ED-4DB2-BD59-A6C34878D82A}">
                    <a16:rowId xmlns:a16="http://schemas.microsoft.com/office/drawing/2014/main" val="1337741476"/>
                  </a:ext>
                </a:extLst>
              </a:tr>
              <a:tr h="1412774">
                <a:tc>
                  <a:txBody>
                    <a:bodyPr/>
                    <a:lstStyle/>
                    <a:p>
                      <a:pPr algn="ctr" latinLnBrk="0">
                        <a:lnSpc>
                          <a:spcPct val="150000"/>
                        </a:lnSpc>
                      </a:pPr>
                      <a:r>
                        <a:rPr lang="en-US" altLang="ko-KR" sz="1400" dirty="0" err="1">
                          <a:latin typeface="consolas" panose="020B0609020204030204" pitchFamily="49" charset="0"/>
                        </a:rPr>
                        <a:t>readPlanAndCreate</a:t>
                      </a:r>
                      <a:r>
                        <a:rPr lang="en-US" altLang="ko-KR" sz="1400" dirty="0">
                          <a:latin typeface="consolas" panose="020B0609020204030204" pitchFamily="49" charset="0"/>
                        </a:rPr>
                        <a:t>,</a:t>
                      </a:r>
                    </a:p>
                    <a:p>
                      <a:pPr algn="ctr" latinLnBrk="0">
                        <a:lnSpc>
                          <a:spcPct val="150000"/>
                        </a:lnSpc>
                      </a:pPr>
                      <a:r>
                        <a:rPr lang="en-US" altLang="ko-KR" sz="1400" dirty="0" err="1">
                          <a:latin typeface="consolas" panose="020B0609020204030204" pitchFamily="49" charset="0"/>
                        </a:rPr>
                        <a:t>readValidPlan</a:t>
                      </a:r>
                      <a:r>
                        <a:rPr lang="en-US" altLang="ko-KR" sz="1400" dirty="0">
                          <a:latin typeface="consolas" panose="020B0609020204030204" pitchFamily="49" charset="0"/>
                        </a:rPr>
                        <a:t>,</a:t>
                      </a:r>
                    </a:p>
                    <a:p>
                      <a:pPr algn="ctr" latinLnBrk="0">
                        <a:lnSpc>
                          <a:spcPct val="150000"/>
                        </a:lnSpc>
                      </a:pPr>
                      <a:r>
                        <a:rPr lang="en-US" altLang="ko-KR" sz="1400" dirty="0" err="1">
                          <a:latin typeface="consolas" panose="020B0609020204030204" pitchFamily="49" charset="0"/>
                        </a:rPr>
                        <a:t>readPlan</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Obtains information related to the problem and algorithm execution from the file (at this time, lines treated as comments in the file are skipped).</a:t>
                      </a:r>
                    </a:p>
                    <a:p>
                      <a:pPr marL="285750" indent="-285750" latinLnBrk="0">
                        <a:lnSpc>
                          <a:spcPct val="150000"/>
                        </a:lnSpc>
                        <a:buFont typeface="Arial" panose="020B0604020202020204" pitchFamily="34" charset="0"/>
                        <a:buChar char="•"/>
                      </a:pPr>
                      <a:r>
                        <a:rPr lang="en-US" sz="1400" dirty="0"/>
                        <a:t>Creates separate </a:t>
                      </a:r>
                      <a:r>
                        <a:rPr lang="en-US" sz="1400" b="1" dirty="0"/>
                        <a:t>class instances</a:t>
                      </a:r>
                      <a:r>
                        <a:rPr lang="en-US" sz="1400" dirty="0"/>
                        <a:t> corresponding to the problem and the algorithm.</a:t>
                      </a:r>
                      <a:endParaRPr lang="ko-KR" altLang="en-US" sz="1400" dirty="0"/>
                    </a:p>
                  </a:txBody>
                  <a:tcPr anchor="ctr"/>
                </a:tc>
                <a:extLst>
                  <a:ext uri="{0D108BD9-81ED-4DB2-BD59-A6C34878D82A}">
                    <a16:rowId xmlns:a16="http://schemas.microsoft.com/office/drawing/2014/main" val="2427089285"/>
                  </a:ext>
                </a:extLst>
              </a:tr>
              <a:tr h="517748">
                <a:tc>
                  <a:txBody>
                    <a:bodyPr/>
                    <a:lstStyle/>
                    <a:p>
                      <a:pPr algn="ctr" latinLnBrk="0">
                        <a:lnSpc>
                          <a:spcPct val="150000"/>
                        </a:lnSpc>
                      </a:pPr>
                      <a:r>
                        <a:rPr lang="en-US" altLang="ko-KR" sz="1400" dirty="0" err="1">
                          <a:latin typeface="consolas" panose="020B0609020204030204" pitchFamily="49" charset="0"/>
                        </a:rPr>
                        <a:t>conductExperiment</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Executes the algorithm to </a:t>
                      </a:r>
                      <a:r>
                        <a:rPr lang="en-US" sz="1400" b="1" dirty="0"/>
                        <a:t>find a solution</a:t>
                      </a:r>
                      <a:r>
                        <a:rPr lang="en-US" sz="1400" dirty="0"/>
                        <a:t> for the given problem.</a:t>
                      </a:r>
                      <a:endParaRPr lang="ko-KR" altLang="en-US" sz="1400" dirty="0"/>
                    </a:p>
                  </a:txBody>
                  <a:tcPr anchor="ctr"/>
                </a:tc>
                <a:extLst>
                  <a:ext uri="{0D108BD9-81ED-4DB2-BD59-A6C34878D82A}">
                    <a16:rowId xmlns:a16="http://schemas.microsoft.com/office/drawing/2014/main" val="2387790662"/>
                  </a:ext>
                </a:extLst>
              </a:tr>
            </a:tbl>
          </a:graphicData>
        </a:graphic>
      </p:graphicFrame>
    </p:spTree>
    <p:extLst>
      <p:ext uri="{BB962C8B-B14F-4D97-AF65-F5344CB8AC3E}">
        <p14:creationId xmlns:p14="http://schemas.microsoft.com/office/powerpoint/2010/main" val="1282485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0F38A5-98D6-49A4-BE98-71138BB7514A}"/>
              </a:ext>
            </a:extLst>
          </p:cNvPr>
          <p:cNvSpPr>
            <a:spLocks noGrp="1"/>
          </p:cNvSpPr>
          <p:nvPr>
            <p:ph type="title"/>
          </p:nvPr>
        </p:nvSpPr>
        <p:spPr/>
        <p:txBody>
          <a:bodyPr/>
          <a:lstStyle/>
          <a:p>
            <a:r>
              <a:rPr lang="en-US" dirty="0"/>
              <a:t>Source Code Structure</a:t>
            </a:r>
            <a:endParaRPr lang="ko-KR" altLang="en-US" dirty="0"/>
          </a:p>
        </p:txBody>
      </p:sp>
      <p:sp>
        <p:nvSpPr>
          <p:cNvPr id="3" name="내용 개체 틀 2">
            <a:extLst>
              <a:ext uri="{FF2B5EF4-FFF2-40B4-BE49-F238E27FC236}">
                <a16:creationId xmlns:a16="http://schemas.microsoft.com/office/drawing/2014/main" id="{73782BD9-BD6F-46EB-90B2-6F3BF1E4DDB1}"/>
              </a:ext>
            </a:extLst>
          </p:cNvPr>
          <p:cNvSpPr>
            <a:spLocks noGrp="1"/>
          </p:cNvSpPr>
          <p:nvPr>
            <p:ph idx="1"/>
          </p:nvPr>
        </p:nvSpPr>
        <p:spPr/>
        <p:txBody>
          <a:bodyPr/>
          <a:lstStyle/>
          <a:p>
            <a:r>
              <a:rPr lang="en-US" sz="1600" dirty="0"/>
              <a:t>Key methods by source code file (focusing on newly added methods)</a:t>
            </a:r>
          </a:p>
          <a:p>
            <a:r>
              <a:rPr lang="en-US" altLang="ko-KR" sz="1600" dirty="0">
                <a:latin typeface="consolas" panose="020B0609020204030204" pitchFamily="49" charset="0"/>
              </a:rPr>
              <a:t>optimizer.py</a:t>
            </a:r>
          </a:p>
          <a:p>
            <a:pPr lvl="1"/>
            <a:endParaRPr lang="en-US" altLang="ko-KR" sz="1600" dirty="0"/>
          </a:p>
          <a:p>
            <a:endParaRPr lang="ko-KR" altLang="en-US" sz="1600" dirty="0"/>
          </a:p>
        </p:txBody>
      </p:sp>
      <p:sp>
        <p:nvSpPr>
          <p:cNvPr id="4" name="바닥글 개체 틀 3">
            <a:extLst>
              <a:ext uri="{FF2B5EF4-FFF2-40B4-BE49-F238E27FC236}">
                <a16:creationId xmlns:a16="http://schemas.microsoft.com/office/drawing/2014/main" id="{78DAA9A6-348A-4973-BCE3-07DFDC3E6375}"/>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5" name="슬라이드 번호 개체 틀 4">
            <a:extLst>
              <a:ext uri="{FF2B5EF4-FFF2-40B4-BE49-F238E27FC236}">
                <a16:creationId xmlns:a16="http://schemas.microsoft.com/office/drawing/2014/main" id="{ED8E5FE8-4270-4417-824A-893D65C41B1B}"/>
              </a:ext>
            </a:extLst>
          </p:cNvPr>
          <p:cNvSpPr>
            <a:spLocks noGrp="1"/>
          </p:cNvSpPr>
          <p:nvPr>
            <p:ph type="sldNum" sz="quarter" idx="11"/>
          </p:nvPr>
        </p:nvSpPr>
        <p:spPr/>
        <p:txBody>
          <a:bodyPr/>
          <a:lstStyle/>
          <a:p>
            <a:fld id="{D23E0CB1-4BC8-4E84-BEA7-51F2FD8D65B1}" type="slidenum">
              <a:rPr lang="ko-KR" altLang="en-US" smtClean="0"/>
              <a:pPr/>
              <a:t>25</a:t>
            </a:fld>
            <a:endParaRPr lang="en-US" altLang="ko-KR"/>
          </a:p>
        </p:txBody>
      </p:sp>
      <p:graphicFrame>
        <p:nvGraphicFramePr>
          <p:cNvPr id="7" name="표 6">
            <a:extLst>
              <a:ext uri="{FF2B5EF4-FFF2-40B4-BE49-F238E27FC236}">
                <a16:creationId xmlns:a16="http://schemas.microsoft.com/office/drawing/2014/main" id="{F3DF9D84-8AC2-48F0-9D72-2C8908F495FA}"/>
              </a:ext>
            </a:extLst>
          </p:cNvPr>
          <p:cNvGraphicFramePr>
            <a:graphicFrameLocks/>
          </p:cNvGraphicFramePr>
          <p:nvPr>
            <p:extLst>
              <p:ext uri="{D42A27DB-BD31-4B8C-83A1-F6EECF244321}">
                <p14:modId xmlns:p14="http://schemas.microsoft.com/office/powerpoint/2010/main" val="2439274228"/>
              </p:ext>
            </p:extLst>
          </p:nvPr>
        </p:nvGraphicFramePr>
        <p:xfrm>
          <a:off x="457200" y="1700809"/>
          <a:ext cx="8229600" cy="4159582"/>
        </p:xfrm>
        <a:graphic>
          <a:graphicData uri="http://schemas.openxmlformats.org/drawingml/2006/table">
            <a:tbl>
              <a:tblPr firstRow="1" bandRow="1">
                <a:tableStyleId>{5C22544A-7EE6-4342-B048-85BDC9FD1C3A}</a:tableStyleId>
              </a:tblPr>
              <a:tblGrid>
                <a:gridCol w="2962672">
                  <a:extLst>
                    <a:ext uri="{9D8B030D-6E8A-4147-A177-3AD203B41FA5}">
                      <a16:colId xmlns:a16="http://schemas.microsoft.com/office/drawing/2014/main" val="4168492687"/>
                    </a:ext>
                  </a:extLst>
                </a:gridCol>
                <a:gridCol w="5266928">
                  <a:extLst>
                    <a:ext uri="{9D8B030D-6E8A-4147-A177-3AD203B41FA5}">
                      <a16:colId xmlns:a16="http://schemas.microsoft.com/office/drawing/2014/main" val="685584906"/>
                    </a:ext>
                  </a:extLst>
                </a:gridCol>
              </a:tblGrid>
              <a:tr h="488455">
                <a:tc>
                  <a:txBody>
                    <a:bodyPr/>
                    <a:lstStyle/>
                    <a:p>
                      <a:pPr algn="ctr" latinLnBrk="0">
                        <a:lnSpc>
                          <a:spcPct val="150000"/>
                        </a:lnSpc>
                      </a:pPr>
                      <a:r>
                        <a:rPr lang="en-US" altLang="ko-KR" sz="1400" dirty="0"/>
                        <a:t>Method</a:t>
                      </a:r>
                      <a:endParaRPr lang="ko-KR" altLang="en-US" sz="1400" dirty="0"/>
                    </a:p>
                  </a:txBody>
                  <a:tcPr anchor="ctr"/>
                </a:tc>
                <a:tc>
                  <a:txBody>
                    <a:bodyPr/>
                    <a:lstStyle/>
                    <a:p>
                      <a:pPr algn="ctr" latinLnBrk="0">
                        <a:lnSpc>
                          <a:spcPct val="150000"/>
                        </a:lnSpc>
                      </a:pPr>
                      <a:r>
                        <a:rPr lang="en-US" altLang="ko-KR" sz="1400" dirty="0"/>
                        <a:t>Description</a:t>
                      </a:r>
                      <a:endParaRPr lang="ko-KR" altLang="en-US" sz="1400" dirty="0"/>
                    </a:p>
                  </a:txBody>
                  <a:tcPr anchor="ctr"/>
                </a:tc>
                <a:extLst>
                  <a:ext uri="{0D108BD9-81ED-4DB2-BD59-A6C34878D82A}">
                    <a16:rowId xmlns:a16="http://schemas.microsoft.com/office/drawing/2014/main" val="1337741476"/>
                  </a:ext>
                </a:extLst>
              </a:tr>
              <a:tr h="1524073">
                <a:tc>
                  <a:txBody>
                    <a:bodyPr/>
                    <a:lstStyle/>
                    <a:p>
                      <a:pPr algn="ctr" latinLnBrk="0">
                        <a:lnSpc>
                          <a:spcPct val="150000"/>
                        </a:lnSpc>
                      </a:pPr>
                      <a:r>
                        <a:rPr lang="en-US" altLang="ko-KR" sz="1400" dirty="0" err="1">
                          <a:latin typeface="consolas" panose="020B0609020204030204" pitchFamily="49" charset="0"/>
                        </a:rPr>
                        <a:t>HillClimbing.randomRestart</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Executes the </a:t>
                      </a:r>
                      <a:r>
                        <a:rPr lang="en-US" sz="1400" b="1" dirty="0"/>
                        <a:t>run</a:t>
                      </a:r>
                      <a:r>
                        <a:rPr lang="en-US" sz="1400" dirty="0"/>
                        <a:t> method for </a:t>
                      </a:r>
                      <a:r>
                        <a:rPr lang="en-US" sz="1400" i="1" dirty="0" err="1"/>
                        <a:t>numRestart</a:t>
                      </a:r>
                      <a:r>
                        <a:rPr lang="en-US" sz="1400" dirty="0"/>
                        <a:t> times and saves the best solution among them (</a:t>
                      </a:r>
                      <a:r>
                        <a:rPr lang="en-US" sz="1400" i="1" dirty="0" err="1"/>
                        <a:t>storeResult</a:t>
                      </a:r>
                      <a:r>
                        <a:rPr lang="en-US" sz="1400" dirty="0"/>
                        <a:t>)</a:t>
                      </a:r>
                      <a:endParaRPr lang="en-US" altLang="ko-KR" sz="1400" dirty="0"/>
                    </a:p>
                    <a:p>
                      <a:pPr marL="285750" indent="-285750" latinLnBrk="0">
                        <a:lnSpc>
                          <a:spcPct val="150000"/>
                        </a:lnSpc>
                        <a:buFont typeface="Arial" panose="020B0604020202020204" pitchFamily="34" charset="0"/>
                        <a:buChar char="•"/>
                      </a:pPr>
                      <a:r>
                        <a:rPr lang="en-US" sz="1400" b="1" dirty="0"/>
                        <a:t>Note:</a:t>
                      </a:r>
                      <a:r>
                        <a:rPr lang="en-US" sz="1400" dirty="0"/>
                        <a:t> The </a:t>
                      </a:r>
                      <a:r>
                        <a:rPr lang="en-US" sz="1400" i="1" dirty="0"/>
                        <a:t>run</a:t>
                      </a:r>
                      <a:r>
                        <a:rPr lang="en-US" sz="1400" dirty="0"/>
                        <a:t> method starts by generating a </a:t>
                      </a:r>
                      <a:r>
                        <a:rPr lang="en-US" sz="1400" b="1" dirty="0"/>
                        <a:t>random initial solution</a:t>
                      </a:r>
                      <a:r>
                        <a:rPr lang="en-US" sz="1400" dirty="0"/>
                        <a:t> and repeats until a better solution no longer emerges.</a:t>
                      </a:r>
                      <a:endParaRPr lang="ko-KR" altLang="en-US" sz="1400" dirty="0"/>
                    </a:p>
                  </a:txBody>
                  <a:tcPr anchor="ctr"/>
                </a:tc>
                <a:extLst>
                  <a:ext uri="{0D108BD9-81ED-4DB2-BD59-A6C34878D82A}">
                    <a16:rowId xmlns:a16="http://schemas.microsoft.com/office/drawing/2014/main" val="2427089285"/>
                  </a:ext>
                </a:extLst>
              </a:tr>
              <a:tr h="797063">
                <a:tc>
                  <a:txBody>
                    <a:bodyPr/>
                    <a:lstStyle/>
                    <a:p>
                      <a:pPr algn="ctr" latinLnBrk="0">
                        <a:lnSpc>
                          <a:spcPct val="150000"/>
                        </a:lnSpc>
                      </a:pPr>
                      <a:r>
                        <a:rPr lang="en-US" altLang="ko-KR" sz="1400" dirty="0" err="1">
                          <a:latin typeface="consolas" panose="020B0609020204030204" pitchFamily="49" charset="0"/>
                        </a:rPr>
                        <a:t>Stochastic.run</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Similar to </a:t>
                      </a:r>
                      <a:r>
                        <a:rPr lang="en-US" sz="1400" i="1" dirty="0"/>
                        <a:t>steepest ascent</a:t>
                      </a:r>
                      <a:r>
                        <a:rPr lang="en-US" sz="1400" dirty="0"/>
                        <a:t>, it generates </a:t>
                      </a:r>
                      <a:r>
                        <a:rPr lang="en-US" sz="1400" b="1" dirty="0"/>
                        <a:t>neighbor solutions</a:t>
                      </a:r>
                      <a:r>
                        <a:rPr lang="en-US" sz="1400" dirty="0"/>
                        <a:t> randomly, then </a:t>
                      </a:r>
                      <a:r>
                        <a:rPr lang="en-US" sz="1400" b="1" dirty="0"/>
                        <a:t>probabilistically selects</a:t>
                      </a:r>
                      <a:r>
                        <a:rPr lang="en-US" sz="1400" dirty="0"/>
                        <a:t> the best solution among them (</a:t>
                      </a:r>
                      <a:r>
                        <a:rPr lang="en-US" sz="1400" i="1" dirty="0" err="1"/>
                        <a:t>stochasticBest</a:t>
                      </a:r>
                      <a:r>
                        <a:rPr lang="en-US" sz="1400" dirty="0"/>
                        <a:t>).</a:t>
                      </a:r>
                      <a:endParaRPr lang="ko-KR" altLang="en-US" sz="1400" dirty="0"/>
                    </a:p>
                  </a:txBody>
                  <a:tcPr anchor="ctr"/>
                </a:tc>
                <a:extLst>
                  <a:ext uri="{0D108BD9-81ED-4DB2-BD59-A6C34878D82A}">
                    <a16:rowId xmlns:a16="http://schemas.microsoft.com/office/drawing/2014/main" val="2387790662"/>
                  </a:ext>
                </a:extLst>
              </a:tr>
              <a:tr h="790807">
                <a:tc>
                  <a:txBody>
                    <a:bodyPr/>
                    <a:lstStyle/>
                    <a:p>
                      <a:pPr algn="ctr" latinLnBrk="0">
                        <a:lnSpc>
                          <a:spcPct val="150000"/>
                        </a:lnSpc>
                      </a:pPr>
                      <a:r>
                        <a:rPr lang="en-US" altLang="ko-KR" sz="1400" dirty="0" err="1">
                          <a:latin typeface="consolas" panose="020B0609020204030204" pitchFamily="49" charset="0"/>
                        </a:rPr>
                        <a:t>Stochastic.stochasticBest</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b="1" dirty="0"/>
                        <a:t>Probabilistically selects one</a:t>
                      </a:r>
                      <a:r>
                        <a:rPr lang="en-US" sz="1400" dirty="0"/>
                        <a:t> from among the neighbor solutions (at this time, it uses the results of evaluating each solution).</a:t>
                      </a:r>
                      <a:endParaRPr lang="ko-KR" altLang="en-US" sz="1400" dirty="0"/>
                    </a:p>
                  </a:txBody>
                  <a:tcPr anchor="ctr"/>
                </a:tc>
                <a:extLst>
                  <a:ext uri="{0D108BD9-81ED-4DB2-BD59-A6C34878D82A}">
                    <a16:rowId xmlns:a16="http://schemas.microsoft.com/office/drawing/2014/main" val="515630971"/>
                  </a:ext>
                </a:extLst>
              </a:tr>
            </a:tbl>
          </a:graphicData>
        </a:graphic>
      </p:graphicFrame>
    </p:spTree>
    <p:extLst>
      <p:ext uri="{BB962C8B-B14F-4D97-AF65-F5344CB8AC3E}">
        <p14:creationId xmlns:p14="http://schemas.microsoft.com/office/powerpoint/2010/main" val="1472214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0F38A5-98D6-49A4-BE98-71138BB7514A}"/>
              </a:ext>
            </a:extLst>
          </p:cNvPr>
          <p:cNvSpPr>
            <a:spLocks noGrp="1"/>
          </p:cNvSpPr>
          <p:nvPr>
            <p:ph type="title"/>
          </p:nvPr>
        </p:nvSpPr>
        <p:spPr/>
        <p:txBody>
          <a:bodyPr/>
          <a:lstStyle/>
          <a:p>
            <a:r>
              <a:rPr lang="en-US" dirty="0"/>
              <a:t>Source Code Structure</a:t>
            </a:r>
            <a:endParaRPr lang="ko-KR" altLang="en-US" dirty="0"/>
          </a:p>
        </p:txBody>
      </p:sp>
      <p:sp>
        <p:nvSpPr>
          <p:cNvPr id="3" name="내용 개체 틀 2">
            <a:extLst>
              <a:ext uri="{FF2B5EF4-FFF2-40B4-BE49-F238E27FC236}">
                <a16:creationId xmlns:a16="http://schemas.microsoft.com/office/drawing/2014/main" id="{73782BD9-BD6F-46EB-90B2-6F3BF1E4DDB1}"/>
              </a:ext>
            </a:extLst>
          </p:cNvPr>
          <p:cNvSpPr>
            <a:spLocks noGrp="1"/>
          </p:cNvSpPr>
          <p:nvPr>
            <p:ph idx="1"/>
          </p:nvPr>
        </p:nvSpPr>
        <p:spPr/>
        <p:txBody>
          <a:bodyPr/>
          <a:lstStyle/>
          <a:p>
            <a:r>
              <a:rPr lang="en-US" sz="1600" dirty="0"/>
              <a:t>Key methods by source code file (focusing on newly added methods)</a:t>
            </a:r>
          </a:p>
          <a:p>
            <a:r>
              <a:rPr lang="en-US" altLang="ko-KR" sz="1600" dirty="0">
                <a:latin typeface="consolas" panose="020B0609020204030204" pitchFamily="49" charset="0"/>
              </a:rPr>
              <a:t>optimizer.py</a:t>
            </a:r>
          </a:p>
          <a:p>
            <a:pPr lvl="1"/>
            <a:endParaRPr lang="en-US" altLang="ko-KR" sz="1600" dirty="0"/>
          </a:p>
          <a:p>
            <a:endParaRPr lang="ko-KR" altLang="en-US" sz="1600" dirty="0"/>
          </a:p>
        </p:txBody>
      </p:sp>
      <p:sp>
        <p:nvSpPr>
          <p:cNvPr id="4" name="바닥글 개체 틀 3">
            <a:extLst>
              <a:ext uri="{FF2B5EF4-FFF2-40B4-BE49-F238E27FC236}">
                <a16:creationId xmlns:a16="http://schemas.microsoft.com/office/drawing/2014/main" id="{78DAA9A6-348A-4973-BCE3-07DFDC3E6375}"/>
              </a:ext>
            </a:extLst>
          </p:cNvPr>
          <p:cNvSpPr>
            <a:spLocks noGrp="1"/>
          </p:cNvSpPr>
          <p:nvPr>
            <p:ph type="ftr" sz="quarter" idx="10"/>
          </p:nvPr>
        </p:nvSpPr>
        <p:spPr/>
        <p:txBody>
          <a:bodyPr/>
          <a:lstStyle/>
          <a:p>
            <a:pPr>
              <a:defRPr/>
            </a:pPr>
            <a:r>
              <a:rPr lang="en-US" altLang="ko-KR"/>
              <a:t>Search Algorithms: Object-Oriented Implementation (Part E)</a:t>
            </a:r>
            <a:endParaRPr lang="ko-KR" altLang="ko-KR"/>
          </a:p>
        </p:txBody>
      </p:sp>
      <p:sp>
        <p:nvSpPr>
          <p:cNvPr id="5" name="슬라이드 번호 개체 틀 4">
            <a:extLst>
              <a:ext uri="{FF2B5EF4-FFF2-40B4-BE49-F238E27FC236}">
                <a16:creationId xmlns:a16="http://schemas.microsoft.com/office/drawing/2014/main" id="{ED8E5FE8-4270-4417-824A-893D65C41B1B}"/>
              </a:ext>
            </a:extLst>
          </p:cNvPr>
          <p:cNvSpPr>
            <a:spLocks noGrp="1"/>
          </p:cNvSpPr>
          <p:nvPr>
            <p:ph type="sldNum" sz="quarter" idx="11"/>
          </p:nvPr>
        </p:nvSpPr>
        <p:spPr/>
        <p:txBody>
          <a:bodyPr/>
          <a:lstStyle/>
          <a:p>
            <a:fld id="{D23E0CB1-4BC8-4E84-BEA7-51F2FD8D65B1}" type="slidenum">
              <a:rPr lang="ko-KR" altLang="en-US" smtClean="0"/>
              <a:pPr/>
              <a:t>26</a:t>
            </a:fld>
            <a:endParaRPr lang="en-US" altLang="ko-KR"/>
          </a:p>
        </p:txBody>
      </p:sp>
      <p:graphicFrame>
        <p:nvGraphicFramePr>
          <p:cNvPr id="7" name="표 6">
            <a:extLst>
              <a:ext uri="{FF2B5EF4-FFF2-40B4-BE49-F238E27FC236}">
                <a16:creationId xmlns:a16="http://schemas.microsoft.com/office/drawing/2014/main" id="{F3DF9D84-8AC2-48F0-9D72-2C8908F495FA}"/>
              </a:ext>
            </a:extLst>
          </p:cNvPr>
          <p:cNvGraphicFramePr>
            <a:graphicFrameLocks/>
          </p:cNvGraphicFramePr>
          <p:nvPr>
            <p:extLst>
              <p:ext uri="{D42A27DB-BD31-4B8C-83A1-F6EECF244321}">
                <p14:modId xmlns:p14="http://schemas.microsoft.com/office/powerpoint/2010/main" val="3338043084"/>
              </p:ext>
            </p:extLst>
          </p:nvPr>
        </p:nvGraphicFramePr>
        <p:xfrm>
          <a:off x="457200" y="1700808"/>
          <a:ext cx="8229600" cy="4242276"/>
        </p:xfrm>
        <a:graphic>
          <a:graphicData uri="http://schemas.openxmlformats.org/drawingml/2006/table">
            <a:tbl>
              <a:tblPr firstRow="1" bandRow="1">
                <a:tableStyleId>{5C22544A-7EE6-4342-B048-85BDC9FD1C3A}</a:tableStyleId>
              </a:tblPr>
              <a:tblGrid>
                <a:gridCol w="2962672">
                  <a:extLst>
                    <a:ext uri="{9D8B030D-6E8A-4147-A177-3AD203B41FA5}">
                      <a16:colId xmlns:a16="http://schemas.microsoft.com/office/drawing/2014/main" val="4168492687"/>
                    </a:ext>
                  </a:extLst>
                </a:gridCol>
                <a:gridCol w="5266928">
                  <a:extLst>
                    <a:ext uri="{9D8B030D-6E8A-4147-A177-3AD203B41FA5}">
                      <a16:colId xmlns:a16="http://schemas.microsoft.com/office/drawing/2014/main" val="685584906"/>
                    </a:ext>
                  </a:extLst>
                </a:gridCol>
              </a:tblGrid>
              <a:tr h="539193">
                <a:tc>
                  <a:txBody>
                    <a:bodyPr/>
                    <a:lstStyle/>
                    <a:p>
                      <a:pPr algn="ctr" latinLnBrk="0">
                        <a:lnSpc>
                          <a:spcPct val="150000"/>
                        </a:lnSpc>
                      </a:pPr>
                      <a:r>
                        <a:rPr lang="en-US" altLang="ko-KR" sz="1400" dirty="0"/>
                        <a:t>Method</a:t>
                      </a:r>
                      <a:endParaRPr lang="ko-KR" altLang="en-US" sz="1400" dirty="0"/>
                    </a:p>
                  </a:txBody>
                  <a:tcPr anchor="ctr"/>
                </a:tc>
                <a:tc>
                  <a:txBody>
                    <a:bodyPr/>
                    <a:lstStyle/>
                    <a:p>
                      <a:pPr algn="ctr" latinLnBrk="0">
                        <a:lnSpc>
                          <a:spcPct val="150000"/>
                        </a:lnSpc>
                      </a:pPr>
                      <a:r>
                        <a:rPr lang="en-US" altLang="ko-KR" sz="1400" dirty="0"/>
                        <a:t>Description</a:t>
                      </a:r>
                      <a:endParaRPr lang="ko-KR" altLang="en-US" sz="1400" dirty="0"/>
                    </a:p>
                  </a:txBody>
                  <a:tcPr anchor="ctr"/>
                </a:tc>
                <a:extLst>
                  <a:ext uri="{0D108BD9-81ED-4DB2-BD59-A6C34878D82A}">
                    <a16:rowId xmlns:a16="http://schemas.microsoft.com/office/drawing/2014/main" val="1337741476"/>
                  </a:ext>
                </a:extLst>
              </a:tr>
              <a:tr h="1009925">
                <a:tc>
                  <a:txBody>
                    <a:bodyPr/>
                    <a:lstStyle/>
                    <a:p>
                      <a:pPr algn="ctr" latinLnBrk="0">
                        <a:lnSpc>
                          <a:spcPct val="150000"/>
                        </a:lnSpc>
                      </a:pPr>
                      <a:r>
                        <a:rPr lang="en-US" altLang="ko-KR" sz="1400" dirty="0" err="1">
                          <a:latin typeface="consolas" panose="020B0609020204030204" pitchFamily="49" charset="0"/>
                        </a:rPr>
                        <a:t>SimulatedAnnealing.run</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Generates </a:t>
                      </a:r>
                      <a:r>
                        <a:rPr lang="en-US" sz="1400" b="1" dirty="0"/>
                        <a:t>one random neighbor solution</a:t>
                      </a:r>
                      <a:r>
                        <a:rPr lang="en-US" sz="1400" dirty="0"/>
                        <a:t> (similar to </a:t>
                      </a:r>
                      <a:r>
                        <a:rPr lang="en-US" sz="1400" i="1" dirty="0"/>
                        <a:t>FirstChoice</a:t>
                      </a:r>
                      <a:r>
                        <a:rPr lang="en-US" sz="1400" dirty="0"/>
                        <a:t>).</a:t>
                      </a:r>
                    </a:p>
                    <a:p>
                      <a:pPr marL="285750" indent="-285750" latinLnBrk="0">
                        <a:lnSpc>
                          <a:spcPct val="150000"/>
                        </a:lnSpc>
                        <a:buFont typeface="Arial" panose="020B0604020202020204" pitchFamily="34" charset="0"/>
                        <a:buChar char="•"/>
                      </a:pPr>
                      <a:r>
                        <a:rPr lang="en-US" sz="1400" dirty="0"/>
                        <a:t>Selects the neighbor solution </a:t>
                      </a:r>
                      <a:r>
                        <a:rPr lang="en-US" sz="1400" b="1" dirty="0"/>
                        <a:t>probabilistically</a:t>
                      </a:r>
                      <a:r>
                        <a:rPr lang="en-US" sz="1400" dirty="0"/>
                        <a:t>.</a:t>
                      </a:r>
                      <a:endParaRPr lang="ko-KR" altLang="en-US" sz="1400" dirty="0"/>
                    </a:p>
                  </a:txBody>
                  <a:tcPr anchor="ctr"/>
                </a:tc>
                <a:extLst>
                  <a:ext uri="{0D108BD9-81ED-4DB2-BD59-A6C34878D82A}">
                    <a16:rowId xmlns:a16="http://schemas.microsoft.com/office/drawing/2014/main" val="2427089285"/>
                  </a:ext>
                </a:extLst>
              </a:tr>
              <a:tr h="872952">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ko-KR" sz="1400" dirty="0" err="1">
                          <a:latin typeface="consolas" panose="020B0609020204030204" pitchFamily="49" charset="0"/>
                        </a:rPr>
                        <a:t>SimulatedAnnealing.initTemp</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dirty="0"/>
                        <a:t>Sets the initial parameters so that the </a:t>
                      </a:r>
                      <a:r>
                        <a:rPr lang="en-US" sz="1400" b="1" dirty="0"/>
                        <a:t>probability of selecting a bad neighbor solution is 0.5</a:t>
                      </a:r>
                      <a:r>
                        <a:rPr lang="en-US" sz="1400" dirty="0"/>
                        <a:t> (Initial temperature setting).</a:t>
                      </a:r>
                      <a:endParaRPr lang="ko-KR" altLang="en-US" sz="1400" dirty="0"/>
                    </a:p>
                  </a:txBody>
                  <a:tcPr anchor="ctr"/>
                </a:tc>
                <a:extLst>
                  <a:ext uri="{0D108BD9-81ED-4DB2-BD59-A6C34878D82A}">
                    <a16:rowId xmlns:a16="http://schemas.microsoft.com/office/drawing/2014/main" val="2387790662"/>
                  </a:ext>
                </a:extLst>
              </a:tr>
              <a:tr h="1682385">
                <a:tc>
                  <a:txBody>
                    <a:bodyPr/>
                    <a:lstStyle/>
                    <a:p>
                      <a:pPr algn="ctr" latinLnBrk="0">
                        <a:lnSpc>
                          <a:spcPct val="150000"/>
                        </a:lnSpc>
                      </a:pPr>
                      <a:r>
                        <a:rPr lang="en-US" altLang="ko-KR" sz="1400" dirty="0" err="1">
                          <a:latin typeface="consolas" panose="020B0609020204030204" pitchFamily="49" charset="0"/>
                        </a:rPr>
                        <a:t>SimulatedAnnealing.tSchedule</a:t>
                      </a:r>
                      <a:endParaRPr lang="ko-KR" altLang="en-US" sz="1400" dirty="0">
                        <a:latin typeface="consolas" panose="020B0609020204030204" pitchFamily="49" charset="0"/>
                      </a:endParaRPr>
                    </a:p>
                  </a:txBody>
                  <a:tcPr anchor="ctr"/>
                </a:tc>
                <a:tc>
                  <a:txBody>
                    <a:bodyPr/>
                    <a:lstStyle/>
                    <a:p>
                      <a:pPr marL="285750" indent="-285750" latinLnBrk="0">
                        <a:lnSpc>
                          <a:spcPct val="150000"/>
                        </a:lnSpc>
                        <a:buFont typeface="Arial" panose="020B0604020202020204" pitchFamily="34" charset="0"/>
                        <a:buChar char="•"/>
                      </a:pPr>
                      <a:r>
                        <a:rPr lang="en-US" sz="1400" b="1" dirty="0"/>
                        <a:t>Gradually decreases the probability</a:t>
                      </a:r>
                      <a:r>
                        <a:rPr lang="en-US" sz="1400" dirty="0"/>
                        <a:t> of selecting a bad neighbor solution as the </a:t>
                      </a:r>
                      <a:r>
                        <a:rPr lang="en-US" sz="1400" i="1" dirty="0"/>
                        <a:t>iteration</a:t>
                      </a:r>
                      <a:r>
                        <a:rPr lang="en-US" sz="1400" dirty="0"/>
                        <a:t> repeats.</a:t>
                      </a:r>
                    </a:p>
                    <a:p>
                      <a:pPr marL="285750" indent="-285750" latinLnBrk="0">
                        <a:lnSpc>
                          <a:spcPct val="150000"/>
                        </a:lnSpc>
                        <a:buFont typeface="Arial" panose="020B0604020202020204" pitchFamily="34" charset="0"/>
                        <a:buChar char="•"/>
                      </a:pPr>
                      <a:r>
                        <a:rPr lang="en-US" sz="1400" dirty="0"/>
                        <a:t>That is, it is gradually decreased by the temperature value (</a:t>
                      </a:r>
                      <a:r>
                        <a:rPr lang="en-US" sz="1400" i="1" dirty="0"/>
                        <a:t>temperature</a:t>
                      </a:r>
                      <a:r>
                        <a:rPr lang="en-US" sz="1400" dirty="0"/>
                        <a:t> is high -&gt; high probability of selecting a bad solution).</a:t>
                      </a:r>
                      <a:endParaRPr lang="ko-KR" altLang="en-US" sz="1400" dirty="0"/>
                    </a:p>
                  </a:txBody>
                  <a:tcPr anchor="ctr"/>
                </a:tc>
                <a:extLst>
                  <a:ext uri="{0D108BD9-81ED-4DB2-BD59-A6C34878D82A}">
                    <a16:rowId xmlns:a16="http://schemas.microsoft.com/office/drawing/2014/main" val="515630971"/>
                  </a:ext>
                </a:extLst>
              </a:tr>
            </a:tbl>
          </a:graphicData>
        </a:graphic>
      </p:graphicFrame>
    </p:spTree>
    <p:extLst>
      <p:ext uri="{BB962C8B-B14F-4D97-AF65-F5344CB8AC3E}">
        <p14:creationId xmlns:p14="http://schemas.microsoft.com/office/powerpoint/2010/main" val="364530652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41572</TotalTime>
  <Words>2797</Words>
  <Application>Microsoft Office PowerPoint</Application>
  <PresentationFormat>On-screen Show (4:3)</PresentationFormat>
  <Paragraphs>331</Paragraphs>
  <Slides>26</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26</vt:i4>
      </vt:variant>
    </vt:vector>
  </HeadingPairs>
  <TitlesOfParts>
    <vt:vector size="38" baseType="lpstr">
      <vt:lpstr>굴림</vt:lpstr>
      <vt:lpstr>맑은 고딕</vt:lpstr>
      <vt:lpstr>나눔스퀘어</vt:lpstr>
      <vt:lpstr>나눔스퀘어_ac</vt:lpstr>
      <vt:lpstr>Arial</vt:lpstr>
      <vt:lpstr>Book Antiqua</vt:lpstr>
      <vt:lpstr>consolas</vt:lpstr>
      <vt:lpstr>consolas</vt:lpstr>
      <vt:lpstr>Courier New</vt:lpstr>
      <vt:lpstr>Helvetica</vt:lpstr>
      <vt:lpstr>Wingdings</vt:lpstr>
      <vt:lpstr>Office 테마</vt:lpstr>
      <vt:lpstr>Search Algorithms: Object-Oriented Implementation (Part E)</vt:lpstr>
      <vt:lpstr>Contents</vt:lpstr>
      <vt:lpstr>Adding More Algorithms and Classes</vt:lpstr>
      <vt:lpstr>Review (1/2)</vt:lpstr>
      <vt:lpstr>Review (2/2)</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Adding More Algorithms and Classes</vt:lpstr>
      <vt:lpstr>Source Code Modification Summary</vt:lpstr>
      <vt:lpstr>Source Code Structure</vt:lpstr>
      <vt:lpstr>Source Code Structure</vt:lpstr>
      <vt:lpstr>Source Code 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krryu</dc:creator>
  <cp:lastModifiedBy>Rian Pratama</cp:lastModifiedBy>
  <cp:revision>1689</cp:revision>
  <cp:lastPrinted>2024-11-25T00:35:04Z</cp:lastPrinted>
  <dcterms:created xsi:type="dcterms:W3CDTF">1601-01-01T00:00:00Z</dcterms:created>
  <dcterms:modified xsi:type="dcterms:W3CDTF">2025-11-17T07:45:31Z</dcterms:modified>
</cp:coreProperties>
</file>