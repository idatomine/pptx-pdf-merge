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6" r:id="rId1"/>
  </p:sldMasterIdLst>
  <p:notesMasterIdLst>
    <p:notesMasterId r:id="rId35"/>
  </p:notesMasterIdLst>
  <p:handoutMasterIdLst>
    <p:handoutMasterId r:id="rId36"/>
  </p:handoutMasterIdLst>
  <p:sldIdLst>
    <p:sldId id="256" r:id="rId2"/>
    <p:sldId id="499" r:id="rId3"/>
    <p:sldId id="817" r:id="rId4"/>
    <p:sldId id="794" r:id="rId5"/>
    <p:sldId id="807" r:id="rId6"/>
    <p:sldId id="795" r:id="rId7"/>
    <p:sldId id="796" r:id="rId8"/>
    <p:sldId id="818" r:id="rId9"/>
    <p:sldId id="797" r:id="rId10"/>
    <p:sldId id="819" r:id="rId11"/>
    <p:sldId id="798" r:id="rId12"/>
    <p:sldId id="799" r:id="rId13"/>
    <p:sldId id="800" r:id="rId14"/>
    <p:sldId id="786" r:id="rId15"/>
    <p:sldId id="788" r:id="rId16"/>
    <p:sldId id="808" r:id="rId17"/>
    <p:sldId id="789" r:id="rId18"/>
    <p:sldId id="790" r:id="rId19"/>
    <p:sldId id="791" r:id="rId20"/>
    <p:sldId id="767" r:id="rId21"/>
    <p:sldId id="709" r:id="rId22"/>
    <p:sldId id="783" r:id="rId23"/>
    <p:sldId id="714" r:id="rId24"/>
    <p:sldId id="809" r:id="rId25"/>
    <p:sldId id="810" r:id="rId26"/>
    <p:sldId id="784" r:id="rId27"/>
    <p:sldId id="716" r:id="rId28"/>
    <p:sldId id="717" r:id="rId29"/>
    <p:sldId id="820" r:id="rId30"/>
    <p:sldId id="814" r:id="rId31"/>
    <p:sldId id="815" r:id="rId32"/>
    <p:sldId id="812" r:id="rId33"/>
    <p:sldId id="811" r:id="rId3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00B050"/>
    <a:srgbClr val="800080"/>
    <a:srgbClr val="D7ADD9"/>
    <a:srgbClr val="99CCFF"/>
    <a:srgbClr val="990033"/>
    <a:srgbClr val="A50021"/>
    <a:srgbClr val="FFC000"/>
    <a:srgbClr val="7882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213C76-A53E-45D6-A289-C7A7B0DA0689}" v="1123" dt="2025-11-19T10:47:32.093"/>
    <p1510:client id="{BBFA11EE-3EAD-4674-8B6D-192B5EB8C480}" v="153" dt="2025-11-19T08:33:17.1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an Pratama" userId="ba5a381f79e67128" providerId="LiveId" clId="{99315E96-9BCD-4534-AC38-894194240F61}"/>
    <pc:docChg chg="undo custSel modSld">
      <pc:chgData name="Rian Pratama" userId="ba5a381f79e67128" providerId="LiveId" clId="{99315E96-9BCD-4534-AC38-894194240F61}" dt="2025-11-19T10:47:32.093" v="1074" actId="113"/>
      <pc:docMkLst>
        <pc:docMk/>
      </pc:docMkLst>
      <pc:sldChg chg="addSp delSp modSp mod">
        <pc:chgData name="Rian Pratama" userId="ba5a381f79e67128" providerId="LiveId" clId="{99315E96-9BCD-4534-AC38-894194240F61}" dt="2025-11-19T09:57:11.486" v="149" actId="14100"/>
        <pc:sldMkLst>
          <pc:docMk/>
          <pc:sldMk cId="0" sldId="714"/>
        </pc:sldMkLst>
        <pc:spChg chg="mod">
          <ac:chgData name="Rian Pratama" userId="ba5a381f79e67128" providerId="LiveId" clId="{99315E96-9BCD-4534-AC38-894194240F61}" dt="2025-11-19T09:57:11.486" v="149" actId="14100"/>
          <ac:spMkLst>
            <pc:docMk/>
            <pc:sldMk cId="0" sldId="714"/>
            <ac:spMk id="4" creationId="{4029943F-6E95-E2AD-151B-18F2874E3E60}"/>
          </ac:spMkLst>
        </pc:spChg>
        <pc:spChg chg="add">
          <ac:chgData name="Rian Pratama" userId="ba5a381f79e67128" providerId="LiveId" clId="{99315E96-9BCD-4534-AC38-894194240F61}" dt="2025-11-19T09:47:49.525" v="0"/>
          <ac:spMkLst>
            <pc:docMk/>
            <pc:sldMk cId="0" sldId="714"/>
            <ac:spMk id="5" creationId="{6E3DAB1D-CC9E-6FA9-51C6-E795F6077505}"/>
          </ac:spMkLst>
        </pc:spChg>
        <pc:spChg chg="mod">
          <ac:chgData name="Rian Pratama" userId="ba5a381f79e67128" providerId="LiveId" clId="{99315E96-9BCD-4534-AC38-894194240F61}" dt="2025-11-19T09:53:30.928" v="102" actId="1037"/>
          <ac:spMkLst>
            <pc:docMk/>
            <pc:sldMk cId="0" sldId="714"/>
            <ac:spMk id="6" creationId="{9813FB11-9B82-4F50-9348-690610428BD6}"/>
          </ac:spMkLst>
        </pc:spChg>
        <pc:spChg chg="mod">
          <ac:chgData name="Rian Pratama" userId="ba5a381f79e67128" providerId="LiveId" clId="{99315E96-9BCD-4534-AC38-894194240F61}" dt="2025-11-19T09:56:27.190" v="140" actId="20577"/>
          <ac:spMkLst>
            <pc:docMk/>
            <pc:sldMk cId="0" sldId="714"/>
            <ac:spMk id="7" creationId="{D78D81C2-70CE-4BF4-93D0-DAAE276AA03F}"/>
          </ac:spMkLst>
        </pc:spChg>
        <pc:spChg chg="mod">
          <ac:chgData name="Rian Pratama" userId="ba5a381f79e67128" providerId="LiveId" clId="{99315E96-9BCD-4534-AC38-894194240F61}" dt="2025-11-19T09:56:51.223" v="146" actId="20577"/>
          <ac:spMkLst>
            <pc:docMk/>
            <pc:sldMk cId="0" sldId="714"/>
            <ac:spMk id="8" creationId="{2AC6DAC6-707B-4CD2-9A52-E46A598F8F38}"/>
          </ac:spMkLst>
        </pc:spChg>
        <pc:spChg chg="add del mod">
          <ac:chgData name="Rian Pratama" userId="ba5a381f79e67128" providerId="LiveId" clId="{99315E96-9BCD-4534-AC38-894194240F61}" dt="2025-11-19T09:48:38.895" v="10"/>
          <ac:spMkLst>
            <pc:docMk/>
            <pc:sldMk cId="0" sldId="714"/>
            <ac:spMk id="9" creationId="{3CED9E14-C4C4-5C73-7A8F-E60DA3957A87}"/>
          </ac:spMkLst>
        </pc:spChg>
        <pc:spChg chg="add">
          <ac:chgData name="Rian Pratama" userId="ba5a381f79e67128" providerId="LiveId" clId="{99315E96-9BCD-4534-AC38-894194240F61}" dt="2025-11-19T09:48:35.341" v="8"/>
          <ac:spMkLst>
            <pc:docMk/>
            <pc:sldMk cId="0" sldId="714"/>
            <ac:spMk id="10" creationId="{707148F9-C708-C04A-DE44-8ECF9525FCD5}"/>
          </ac:spMkLst>
        </pc:spChg>
        <pc:spChg chg="add del mod">
          <ac:chgData name="Rian Pratama" userId="ba5a381f79e67128" providerId="LiveId" clId="{99315E96-9BCD-4534-AC38-894194240F61}" dt="2025-11-19T09:50:52.321" v="43"/>
          <ac:spMkLst>
            <pc:docMk/>
            <pc:sldMk cId="0" sldId="714"/>
            <ac:spMk id="11" creationId="{745C4E68-C778-D81D-2F7B-7BE7553268BD}"/>
          </ac:spMkLst>
        </pc:spChg>
        <pc:spChg chg="add">
          <ac:chgData name="Rian Pratama" userId="ba5a381f79e67128" providerId="LiveId" clId="{99315E96-9BCD-4534-AC38-894194240F61}" dt="2025-11-19T09:52:01.506" v="63"/>
          <ac:spMkLst>
            <pc:docMk/>
            <pc:sldMk cId="0" sldId="714"/>
            <ac:spMk id="12" creationId="{63C77F09-DC6E-FF98-45E0-C0916E6EF795}"/>
          </ac:spMkLst>
        </pc:spChg>
      </pc:sldChg>
      <pc:sldChg chg="modSp mod">
        <pc:chgData name="Rian Pratama" userId="ba5a381f79e67128" providerId="LiveId" clId="{99315E96-9BCD-4534-AC38-894194240F61}" dt="2025-11-19T10:27:05.759" v="489" actId="114"/>
        <pc:sldMkLst>
          <pc:docMk/>
          <pc:sldMk cId="0" sldId="716"/>
        </pc:sldMkLst>
        <pc:spChg chg="mod">
          <ac:chgData name="Rian Pratama" userId="ba5a381f79e67128" providerId="LiveId" clId="{99315E96-9BCD-4534-AC38-894194240F61}" dt="2025-11-19T10:27:05.759" v="489" actId="114"/>
          <ac:spMkLst>
            <pc:docMk/>
            <pc:sldMk cId="0" sldId="716"/>
            <ac:spMk id="37890" creationId="{26F8E20C-40E7-67A8-49F7-CFFDF7DEE483}"/>
          </ac:spMkLst>
        </pc:spChg>
      </pc:sldChg>
      <pc:sldChg chg="modSp mod">
        <pc:chgData name="Rian Pratama" userId="ba5a381f79e67128" providerId="LiveId" clId="{99315E96-9BCD-4534-AC38-894194240F61}" dt="2025-11-19T10:30:01.433" v="566" actId="2711"/>
        <pc:sldMkLst>
          <pc:docMk/>
          <pc:sldMk cId="0" sldId="717"/>
        </pc:sldMkLst>
        <pc:spChg chg="mod">
          <ac:chgData name="Rian Pratama" userId="ba5a381f79e67128" providerId="LiveId" clId="{99315E96-9BCD-4534-AC38-894194240F61}" dt="2025-11-19T10:30:01.433" v="566" actId="2711"/>
          <ac:spMkLst>
            <pc:docMk/>
            <pc:sldMk cId="0" sldId="717"/>
            <ac:spMk id="39938" creationId="{34621378-8899-C9FD-6B07-38CA55CFE1C2}"/>
          </ac:spMkLst>
        </pc:spChg>
      </pc:sldChg>
      <pc:sldChg chg="modSp mod">
        <pc:chgData name="Rian Pratama" userId="ba5a381f79e67128" providerId="LiveId" clId="{99315E96-9BCD-4534-AC38-894194240F61}" dt="2025-11-19T10:23:03.962" v="404" actId="113"/>
        <pc:sldMkLst>
          <pc:docMk/>
          <pc:sldMk cId="0" sldId="784"/>
        </pc:sldMkLst>
        <pc:spChg chg="mod">
          <ac:chgData name="Rian Pratama" userId="ba5a381f79e67128" providerId="LiveId" clId="{99315E96-9BCD-4534-AC38-894194240F61}" dt="2025-11-19T10:23:03.962" v="404" actId="113"/>
          <ac:spMkLst>
            <pc:docMk/>
            <pc:sldMk cId="0" sldId="784"/>
            <ac:spMk id="2" creationId="{50FE1739-62D8-47C3-EE1C-6325F29420AA}"/>
          </ac:spMkLst>
        </pc:spChg>
        <pc:spChg chg="mod">
          <ac:chgData name="Rian Pratama" userId="ba5a381f79e67128" providerId="LiveId" clId="{99315E96-9BCD-4534-AC38-894194240F61}" dt="2025-11-19T10:20:47.035" v="371" actId="20577"/>
          <ac:spMkLst>
            <pc:docMk/>
            <pc:sldMk cId="0" sldId="784"/>
            <ac:spMk id="35842" creationId="{2D0CD42E-2F7B-0C6F-CE25-3AAABC334B5B}"/>
          </ac:spMkLst>
        </pc:spChg>
      </pc:sldChg>
      <pc:sldChg chg="addSp modSp mod">
        <pc:chgData name="Rian Pratama" userId="ba5a381f79e67128" providerId="LiveId" clId="{99315E96-9BCD-4534-AC38-894194240F61}" dt="2025-11-19T10:01:44.453" v="222" actId="113"/>
        <pc:sldMkLst>
          <pc:docMk/>
          <pc:sldMk cId="1051961445" sldId="809"/>
        </pc:sldMkLst>
        <pc:spChg chg="add">
          <ac:chgData name="Rian Pratama" userId="ba5a381f79e67128" providerId="LiveId" clId="{99315E96-9BCD-4534-AC38-894194240F61}" dt="2025-11-19T09:58:40.164" v="161"/>
          <ac:spMkLst>
            <pc:docMk/>
            <pc:sldMk cId="1051961445" sldId="809"/>
            <ac:spMk id="2" creationId="{D119C0B3-B2FB-F621-3227-C833260B9325}"/>
          </ac:spMkLst>
        </pc:spChg>
        <pc:spChg chg="mod">
          <ac:chgData name="Rian Pratama" userId="ba5a381f79e67128" providerId="LiveId" clId="{99315E96-9BCD-4534-AC38-894194240F61}" dt="2025-11-19T10:01:44.453" v="222" actId="113"/>
          <ac:spMkLst>
            <pc:docMk/>
            <pc:sldMk cId="1051961445" sldId="809"/>
            <ac:spMk id="35842" creationId="{2D0CD42E-2F7B-0C6F-CE25-3AAABC334B5B}"/>
          </ac:spMkLst>
        </pc:spChg>
      </pc:sldChg>
      <pc:sldChg chg="addSp modSp mod">
        <pc:chgData name="Rian Pratama" userId="ba5a381f79e67128" providerId="LiveId" clId="{99315E96-9BCD-4534-AC38-894194240F61}" dt="2025-11-19T10:17:50.375" v="359" actId="113"/>
        <pc:sldMkLst>
          <pc:docMk/>
          <pc:sldMk cId="758833237" sldId="810"/>
        </pc:sldMkLst>
        <pc:spChg chg="add">
          <ac:chgData name="Rian Pratama" userId="ba5a381f79e67128" providerId="LiveId" clId="{99315E96-9BCD-4534-AC38-894194240F61}" dt="2025-11-19T10:12:26.638" v="231"/>
          <ac:spMkLst>
            <pc:docMk/>
            <pc:sldMk cId="758833237" sldId="810"/>
            <ac:spMk id="2" creationId="{32692666-38BF-3530-04A8-17B3B3E1003F}"/>
          </ac:spMkLst>
        </pc:spChg>
        <pc:spChg chg="mod">
          <ac:chgData name="Rian Pratama" userId="ba5a381f79e67128" providerId="LiveId" clId="{99315E96-9BCD-4534-AC38-894194240F61}" dt="2025-11-19T10:17:50.375" v="359" actId="113"/>
          <ac:spMkLst>
            <pc:docMk/>
            <pc:sldMk cId="758833237" sldId="810"/>
            <ac:spMk id="35842" creationId="{2D0CD42E-2F7B-0C6F-CE25-3AAABC334B5B}"/>
          </ac:spMkLst>
        </pc:spChg>
      </pc:sldChg>
      <pc:sldChg chg="modSp mod">
        <pc:chgData name="Rian Pratama" userId="ba5a381f79e67128" providerId="LiveId" clId="{99315E96-9BCD-4534-AC38-894194240F61}" dt="2025-11-19T10:46:52.115" v="1064"/>
        <pc:sldMkLst>
          <pc:docMk/>
          <pc:sldMk cId="700447537" sldId="811"/>
        </pc:sldMkLst>
        <pc:spChg chg="mod">
          <ac:chgData name="Rian Pratama" userId="ba5a381f79e67128" providerId="LiveId" clId="{99315E96-9BCD-4534-AC38-894194240F61}" dt="2025-11-19T10:46:52.115" v="1064"/>
          <ac:spMkLst>
            <pc:docMk/>
            <pc:sldMk cId="700447537" sldId="811"/>
            <ac:spMk id="37890" creationId="{26F8E20C-40E7-67A8-49F7-CFFDF7DEE483}"/>
          </ac:spMkLst>
        </pc:spChg>
      </pc:sldChg>
      <pc:sldChg chg="modSp mod">
        <pc:chgData name="Rian Pratama" userId="ba5a381f79e67128" providerId="LiveId" clId="{99315E96-9BCD-4534-AC38-894194240F61}" dt="2025-11-19T10:42:01.048" v="852" actId="1076"/>
        <pc:sldMkLst>
          <pc:docMk/>
          <pc:sldMk cId="4211924920" sldId="812"/>
        </pc:sldMkLst>
        <pc:spChg chg="mod">
          <ac:chgData name="Rian Pratama" userId="ba5a381f79e67128" providerId="LiveId" clId="{99315E96-9BCD-4534-AC38-894194240F61}" dt="2025-11-19T10:41:57.273" v="851" actId="6549"/>
          <ac:spMkLst>
            <pc:docMk/>
            <pc:sldMk cId="4211924920" sldId="812"/>
            <ac:spMk id="39938" creationId="{34621378-8899-C9FD-6B07-38CA55CFE1C2}"/>
          </ac:spMkLst>
        </pc:spChg>
        <pc:picChg chg="mod">
          <ac:chgData name="Rian Pratama" userId="ba5a381f79e67128" providerId="LiveId" clId="{99315E96-9BCD-4534-AC38-894194240F61}" dt="2025-11-19T10:42:01.048" v="852" actId="1076"/>
          <ac:picMkLst>
            <pc:docMk/>
            <pc:sldMk cId="4211924920" sldId="812"/>
            <ac:picMk id="3" creationId="{A2FF2511-E862-4973-AF67-8FD67099B1C8}"/>
          </ac:picMkLst>
        </pc:picChg>
      </pc:sldChg>
      <pc:sldChg chg="modSp mod">
        <pc:chgData name="Rian Pratama" userId="ba5a381f79e67128" providerId="LiveId" clId="{99315E96-9BCD-4534-AC38-894194240F61}" dt="2025-11-19T10:47:32.093" v="1074" actId="113"/>
        <pc:sldMkLst>
          <pc:docMk/>
          <pc:sldMk cId="810939816" sldId="814"/>
        </pc:sldMkLst>
        <pc:spChg chg="mod">
          <ac:chgData name="Rian Pratama" userId="ba5a381f79e67128" providerId="LiveId" clId="{99315E96-9BCD-4534-AC38-894194240F61}" dt="2025-11-19T10:47:32.093" v="1074" actId="113"/>
          <ac:spMkLst>
            <pc:docMk/>
            <pc:sldMk cId="810939816" sldId="814"/>
            <ac:spMk id="39938" creationId="{34621378-8899-C9FD-6B07-38CA55CFE1C2}"/>
          </ac:spMkLst>
        </pc:spChg>
      </pc:sldChg>
      <pc:sldChg chg="addSp modSp mod">
        <pc:chgData name="Rian Pratama" userId="ba5a381f79e67128" providerId="LiveId" clId="{99315E96-9BCD-4534-AC38-894194240F61}" dt="2025-11-19T10:41:27.056" v="849" actId="113"/>
        <pc:sldMkLst>
          <pc:docMk/>
          <pc:sldMk cId="422268046" sldId="815"/>
        </pc:sldMkLst>
        <pc:spChg chg="add">
          <ac:chgData name="Rian Pratama" userId="ba5a381f79e67128" providerId="LiveId" clId="{99315E96-9BCD-4534-AC38-894194240F61}" dt="2025-11-19T10:35:11.611" v="684"/>
          <ac:spMkLst>
            <pc:docMk/>
            <pc:sldMk cId="422268046" sldId="815"/>
            <ac:spMk id="2" creationId="{E857708C-499F-18BB-CA6F-745994D3F897}"/>
          </ac:spMkLst>
        </pc:spChg>
        <pc:spChg chg="mod">
          <ac:chgData name="Rian Pratama" userId="ba5a381f79e67128" providerId="LiveId" clId="{99315E96-9BCD-4534-AC38-894194240F61}" dt="2025-11-19T10:41:27.056" v="849" actId="113"/>
          <ac:spMkLst>
            <pc:docMk/>
            <pc:sldMk cId="422268046" sldId="815"/>
            <ac:spMk id="39938" creationId="{34621378-8899-C9FD-6B07-38CA55CFE1C2}"/>
          </ac:spMkLst>
        </pc:spChg>
      </pc:sldChg>
      <pc:sldChg chg="modSp mod">
        <pc:chgData name="Rian Pratama" userId="ba5a381f79e67128" providerId="LiveId" clId="{99315E96-9BCD-4534-AC38-894194240F61}" dt="2025-11-19T10:31:55.300" v="604" actId="20577"/>
        <pc:sldMkLst>
          <pc:docMk/>
          <pc:sldMk cId="2391513584" sldId="820"/>
        </pc:sldMkLst>
        <pc:spChg chg="mod">
          <ac:chgData name="Rian Pratama" userId="ba5a381f79e67128" providerId="LiveId" clId="{99315E96-9BCD-4534-AC38-894194240F61}" dt="2025-11-19T10:31:55.300" v="604" actId="20577"/>
          <ac:spMkLst>
            <pc:docMk/>
            <pc:sldMk cId="2391513584" sldId="820"/>
            <ac:spMk id="39938" creationId="{A4C6C72E-43C4-0749-C5BB-B71B45BB2F74}"/>
          </ac:spMkLst>
        </pc:spChg>
      </pc:sldChg>
    </pc:docChg>
  </pc:docChgLst>
  <pc:docChgLst>
    <pc:chgData name="Rian Pratama" userId="ba5a381f79e67128" providerId="LiveId" clId="{1B3D42E5-558C-46C9-A1CA-A9EF05FAD6B9}"/>
    <pc:docChg chg="undo custSel modSld">
      <pc:chgData name="Rian Pratama" userId="ba5a381f79e67128" providerId="LiveId" clId="{1B3D42E5-558C-46C9-A1CA-A9EF05FAD6B9}" dt="2025-11-19T08:33:17.118" v="753"/>
      <pc:docMkLst>
        <pc:docMk/>
      </pc:docMkLst>
      <pc:sldChg chg="modSp mod">
        <pc:chgData name="Rian Pratama" userId="ba5a381f79e67128" providerId="LiveId" clId="{1B3D42E5-558C-46C9-A1CA-A9EF05FAD6B9}" dt="2025-11-19T08:13:30.124" v="608" actId="14100"/>
        <pc:sldMkLst>
          <pc:docMk/>
          <pc:sldMk cId="0" sldId="709"/>
        </pc:sldMkLst>
        <pc:spChg chg="mod">
          <ac:chgData name="Rian Pratama" userId="ba5a381f79e67128" providerId="LiveId" clId="{1B3D42E5-558C-46C9-A1CA-A9EF05FAD6B9}" dt="2025-11-19T08:13:30.124" v="608" actId="14100"/>
          <ac:spMkLst>
            <pc:docMk/>
            <pc:sldMk cId="0" sldId="709"/>
            <ac:spMk id="27" creationId="{0E347301-5FB8-487A-A0EE-3AF0DB63E267}"/>
          </ac:spMkLst>
        </pc:spChg>
        <pc:spChg chg="mod">
          <ac:chgData name="Rian Pratama" userId="ba5a381f79e67128" providerId="LiveId" clId="{1B3D42E5-558C-46C9-A1CA-A9EF05FAD6B9}" dt="2025-11-19T08:11:19.391" v="572"/>
          <ac:spMkLst>
            <pc:docMk/>
            <pc:sldMk cId="0" sldId="709"/>
            <ac:spMk id="9218" creationId="{4D2D5C81-FA48-0372-B3A9-B75834299EE3}"/>
          </ac:spMkLst>
        </pc:spChg>
        <pc:spChg chg="mod">
          <ac:chgData name="Rian Pratama" userId="ba5a381f79e67128" providerId="LiveId" clId="{1B3D42E5-558C-46C9-A1CA-A9EF05FAD6B9}" dt="2025-11-19T08:09:59.157" v="551" actId="20577"/>
          <ac:spMkLst>
            <pc:docMk/>
            <pc:sldMk cId="0" sldId="709"/>
            <ac:spMk id="9219" creationId="{DA1780E7-0B28-7B70-C79F-D3160A7C60F2}"/>
          </ac:spMkLst>
        </pc:spChg>
      </pc:sldChg>
      <pc:sldChg chg="modSp mod">
        <pc:chgData name="Rian Pratama" userId="ba5a381f79e67128" providerId="LiveId" clId="{1B3D42E5-558C-46C9-A1CA-A9EF05FAD6B9}" dt="2025-11-19T08:31:22.474" v="732" actId="20577"/>
        <pc:sldMkLst>
          <pc:docMk/>
          <pc:sldMk cId="0" sldId="714"/>
        </pc:sldMkLst>
        <pc:spChg chg="mod">
          <ac:chgData name="Rian Pratama" userId="ba5a381f79e67128" providerId="LiveId" clId="{1B3D42E5-558C-46C9-A1CA-A9EF05FAD6B9}" dt="2025-11-19T08:31:22.474" v="732" actId="20577"/>
          <ac:spMkLst>
            <pc:docMk/>
            <pc:sldMk cId="0" sldId="714"/>
            <ac:spMk id="6" creationId="{9813FB11-9B82-4F50-9348-690610428BD6}"/>
          </ac:spMkLst>
        </pc:spChg>
        <pc:spChg chg="mod">
          <ac:chgData name="Rian Pratama" userId="ba5a381f79e67128" providerId="LiveId" clId="{1B3D42E5-558C-46C9-A1CA-A9EF05FAD6B9}" dt="2025-11-19T08:26:21.974" v="703" actId="20577"/>
          <ac:spMkLst>
            <pc:docMk/>
            <pc:sldMk cId="0" sldId="714"/>
            <ac:spMk id="33795" creationId="{75D6C0FB-0360-34CB-7C1F-A2F0A4B4DE80}"/>
          </ac:spMkLst>
        </pc:spChg>
      </pc:sldChg>
      <pc:sldChg chg="addSp delSp modSp mod">
        <pc:chgData name="Rian Pratama" userId="ba5a381f79e67128" providerId="LiveId" clId="{1B3D42E5-558C-46C9-A1CA-A9EF05FAD6B9}" dt="2025-11-19T08:32:48.148" v="744" actId="20577"/>
        <pc:sldMkLst>
          <pc:docMk/>
          <pc:sldMk cId="0" sldId="716"/>
        </pc:sldMkLst>
        <pc:spChg chg="mod">
          <ac:chgData name="Rian Pratama" userId="ba5a381f79e67128" providerId="LiveId" clId="{1B3D42E5-558C-46C9-A1CA-A9EF05FAD6B9}" dt="2025-11-19T08:32:48.148" v="744" actId="20577"/>
          <ac:spMkLst>
            <pc:docMk/>
            <pc:sldMk cId="0" sldId="716"/>
            <ac:spMk id="37891" creationId="{AB24A12B-A3B1-0091-00BA-56DDBEB6C246}"/>
          </ac:spMkLst>
        </pc:spChg>
        <pc:picChg chg="del">
          <ac:chgData name="Rian Pratama" userId="ba5a381f79e67128" providerId="LiveId" clId="{1B3D42E5-558C-46C9-A1CA-A9EF05FAD6B9}" dt="2025-11-19T08:32:09.663" v="733" actId="478"/>
          <ac:picMkLst>
            <pc:docMk/>
            <pc:sldMk cId="0" sldId="716"/>
            <ac:picMk id="3" creationId="{18FAE348-3813-47E3-94F9-319F5B380BAF}"/>
          </ac:picMkLst>
        </pc:picChg>
        <pc:picChg chg="add mod">
          <ac:chgData name="Rian Pratama" userId="ba5a381f79e67128" providerId="LiveId" clId="{1B3D42E5-558C-46C9-A1CA-A9EF05FAD6B9}" dt="2025-11-19T08:32:44.018" v="739" actId="1076"/>
          <ac:picMkLst>
            <pc:docMk/>
            <pc:sldMk cId="0" sldId="716"/>
            <ac:picMk id="4" creationId="{F587EF13-C063-8DB6-BE55-8878C80BAB50}"/>
          </ac:picMkLst>
        </pc:picChg>
      </pc:sldChg>
      <pc:sldChg chg="modSp">
        <pc:chgData name="Rian Pratama" userId="ba5a381f79e67128" providerId="LiveId" clId="{1B3D42E5-558C-46C9-A1CA-A9EF05FAD6B9}" dt="2025-11-19T08:33:10.603" v="748"/>
        <pc:sldMkLst>
          <pc:docMk/>
          <pc:sldMk cId="0" sldId="717"/>
        </pc:sldMkLst>
        <pc:spChg chg="mod">
          <ac:chgData name="Rian Pratama" userId="ba5a381f79e67128" providerId="LiveId" clId="{1B3D42E5-558C-46C9-A1CA-A9EF05FAD6B9}" dt="2025-11-19T08:33:10.603" v="748"/>
          <ac:spMkLst>
            <pc:docMk/>
            <pc:sldMk cId="0" sldId="717"/>
            <ac:spMk id="39939" creationId="{485E7F45-4D5B-F62E-62F6-3015AF0C37BA}"/>
          </ac:spMkLst>
        </pc:spChg>
      </pc:sldChg>
      <pc:sldChg chg="addSp delSp modSp mod">
        <pc:chgData name="Rian Pratama" userId="ba5a381f79e67128" providerId="LiveId" clId="{1B3D42E5-558C-46C9-A1CA-A9EF05FAD6B9}" dt="2025-11-19T08:15:55.409" v="698" actId="20577"/>
        <pc:sldMkLst>
          <pc:docMk/>
          <pc:sldMk cId="0" sldId="783"/>
        </pc:sldMkLst>
        <pc:spChg chg="mod">
          <ac:chgData name="Rian Pratama" userId="ba5a381f79e67128" providerId="LiveId" clId="{1B3D42E5-558C-46C9-A1CA-A9EF05FAD6B9}" dt="2025-11-19T08:15:33.894" v="676" actId="14100"/>
          <ac:spMkLst>
            <pc:docMk/>
            <pc:sldMk cId="0" sldId="783"/>
            <ac:spMk id="9" creationId="{69E0E0D3-B0D5-4B1C-A8D7-900753C5FC1B}"/>
          </ac:spMkLst>
        </pc:spChg>
        <pc:spChg chg="mod">
          <ac:chgData name="Rian Pratama" userId="ba5a381f79e67128" providerId="LiveId" clId="{1B3D42E5-558C-46C9-A1CA-A9EF05FAD6B9}" dt="2025-11-19T08:15:20.927" v="674" actId="20577"/>
          <ac:spMkLst>
            <pc:docMk/>
            <pc:sldMk cId="0" sldId="783"/>
            <ac:spMk id="10" creationId="{E8F2D262-AA97-4A27-A4DB-5CD72AF578D2}"/>
          </ac:spMkLst>
        </pc:spChg>
        <pc:spChg chg="mod">
          <ac:chgData name="Rian Pratama" userId="ba5a381f79e67128" providerId="LiveId" clId="{1B3D42E5-558C-46C9-A1CA-A9EF05FAD6B9}" dt="2025-11-19T08:15:16.846" v="669" actId="20577"/>
          <ac:spMkLst>
            <pc:docMk/>
            <pc:sldMk cId="0" sldId="783"/>
            <ac:spMk id="15" creationId="{F27B5D1D-B6C5-43FD-9902-20BA17D437BC}"/>
          </ac:spMkLst>
        </pc:spChg>
        <pc:spChg chg="mod">
          <ac:chgData name="Rian Pratama" userId="ba5a381f79e67128" providerId="LiveId" clId="{1B3D42E5-558C-46C9-A1CA-A9EF05FAD6B9}" dt="2025-11-19T08:15:55.409" v="698" actId="20577"/>
          <ac:spMkLst>
            <pc:docMk/>
            <pc:sldMk cId="0" sldId="783"/>
            <ac:spMk id="31746" creationId="{349CBFC1-56D2-A368-F1DA-4DBCD8403091}"/>
          </ac:spMkLst>
        </pc:spChg>
        <pc:picChg chg="add del">
          <ac:chgData name="Rian Pratama" userId="ba5a381f79e67128" providerId="LiveId" clId="{1B3D42E5-558C-46C9-A1CA-A9EF05FAD6B9}" dt="2025-11-19T08:13:54.570" v="618" actId="22"/>
          <ac:picMkLst>
            <pc:docMk/>
            <pc:sldMk cId="0" sldId="783"/>
            <ac:picMk id="3" creationId="{B789CEEC-F9D6-4B49-FEE0-A2F9EB2E160C}"/>
          </ac:picMkLst>
        </pc:picChg>
      </pc:sldChg>
      <pc:sldChg chg="modSp">
        <pc:chgData name="Rian Pratama" userId="ba5a381f79e67128" providerId="LiveId" clId="{1B3D42E5-558C-46C9-A1CA-A9EF05FAD6B9}" dt="2025-11-19T08:33:07.298" v="747"/>
        <pc:sldMkLst>
          <pc:docMk/>
          <pc:sldMk cId="0" sldId="784"/>
        </pc:sldMkLst>
        <pc:spChg chg="mod">
          <ac:chgData name="Rian Pratama" userId="ba5a381f79e67128" providerId="LiveId" clId="{1B3D42E5-558C-46C9-A1CA-A9EF05FAD6B9}" dt="2025-11-19T08:33:07.298" v="747"/>
          <ac:spMkLst>
            <pc:docMk/>
            <pc:sldMk cId="0" sldId="784"/>
            <ac:spMk id="35843" creationId="{24B89CA6-C3F1-2E92-3AEE-CC7F42E13C7F}"/>
          </ac:spMkLst>
        </pc:spChg>
      </pc:sldChg>
      <pc:sldChg chg="modSp mod">
        <pc:chgData name="Rian Pratama" userId="ba5a381f79e67128" providerId="LiveId" clId="{1B3D42E5-558C-46C9-A1CA-A9EF05FAD6B9}" dt="2025-11-19T07:25:37.012" v="347"/>
        <pc:sldMkLst>
          <pc:docMk/>
          <pc:sldMk cId="0" sldId="786"/>
        </pc:sldMkLst>
        <pc:spChg chg="mod">
          <ac:chgData name="Rian Pratama" userId="ba5a381f79e67128" providerId="LiveId" clId="{1B3D42E5-558C-46C9-A1CA-A9EF05FAD6B9}" dt="2025-11-19T07:25:37.012" v="347"/>
          <ac:spMkLst>
            <pc:docMk/>
            <pc:sldMk cId="0" sldId="786"/>
            <ac:spMk id="19458" creationId="{E36C7FAF-0AEB-CF52-A033-9E38F1189A7B}"/>
          </ac:spMkLst>
        </pc:spChg>
      </pc:sldChg>
      <pc:sldChg chg="modSp mod">
        <pc:chgData name="Rian Pratama" userId="ba5a381f79e67128" providerId="LiveId" clId="{1B3D42E5-558C-46C9-A1CA-A9EF05FAD6B9}" dt="2025-11-19T07:28:09.413" v="395" actId="2711"/>
        <pc:sldMkLst>
          <pc:docMk/>
          <pc:sldMk cId="0" sldId="788"/>
        </pc:sldMkLst>
        <pc:spChg chg="mod">
          <ac:chgData name="Rian Pratama" userId="ba5a381f79e67128" providerId="LiveId" clId="{1B3D42E5-558C-46C9-A1CA-A9EF05FAD6B9}" dt="2025-11-19T07:28:09.413" v="395" actId="2711"/>
          <ac:spMkLst>
            <pc:docMk/>
            <pc:sldMk cId="0" sldId="788"/>
            <ac:spMk id="7" creationId="{C82DD357-6F3A-4C7D-9398-1B8AD88EC9C9}"/>
          </ac:spMkLst>
        </pc:spChg>
      </pc:sldChg>
      <pc:sldChg chg="modSp mod">
        <pc:chgData name="Rian Pratama" userId="ba5a381f79e67128" providerId="LiveId" clId="{1B3D42E5-558C-46C9-A1CA-A9EF05FAD6B9}" dt="2025-11-19T07:59:23.842" v="520" actId="20577"/>
        <pc:sldMkLst>
          <pc:docMk/>
          <pc:sldMk cId="0" sldId="789"/>
        </pc:sldMkLst>
        <pc:spChg chg="mod">
          <ac:chgData name="Rian Pratama" userId="ba5a381f79e67128" providerId="LiveId" clId="{1B3D42E5-558C-46C9-A1CA-A9EF05FAD6B9}" dt="2025-11-19T07:59:23.842" v="520" actId="20577"/>
          <ac:spMkLst>
            <pc:docMk/>
            <pc:sldMk cId="0" sldId="789"/>
            <ac:spMk id="46085" creationId="{979E33AE-185F-9F8B-1E4C-7D4682D69262}"/>
          </ac:spMkLst>
        </pc:spChg>
      </pc:sldChg>
      <pc:sldChg chg="modSp mod">
        <pc:chgData name="Rian Pratama" userId="ba5a381f79e67128" providerId="LiveId" clId="{1B3D42E5-558C-46C9-A1CA-A9EF05FAD6B9}" dt="2025-11-19T07:11:42.482" v="103" actId="1076"/>
        <pc:sldMkLst>
          <pc:docMk/>
          <pc:sldMk cId="0" sldId="794"/>
        </pc:sldMkLst>
        <pc:spChg chg="mod">
          <ac:chgData name="Rian Pratama" userId="ba5a381f79e67128" providerId="LiveId" clId="{1B3D42E5-558C-46C9-A1CA-A9EF05FAD6B9}" dt="2025-11-19T07:11:39.686" v="102" actId="115"/>
          <ac:spMkLst>
            <pc:docMk/>
            <pc:sldMk cId="0" sldId="794"/>
            <ac:spMk id="5122" creationId="{FA2A0874-E9DD-91DF-9136-A1B587475A16}"/>
          </ac:spMkLst>
        </pc:spChg>
        <pc:picChg chg="mod">
          <ac:chgData name="Rian Pratama" userId="ba5a381f79e67128" providerId="LiveId" clId="{1B3D42E5-558C-46C9-A1CA-A9EF05FAD6B9}" dt="2025-11-19T07:11:42.482" v="103" actId="1076"/>
          <ac:picMkLst>
            <pc:docMk/>
            <pc:sldMk cId="0" sldId="794"/>
            <ac:picMk id="7" creationId="{439E741D-940B-4E6B-BF13-CD8347A23B83}"/>
          </ac:picMkLst>
        </pc:picChg>
      </pc:sldChg>
      <pc:sldChg chg="addSp modSp mod">
        <pc:chgData name="Rian Pratama" userId="ba5a381f79e67128" providerId="LiveId" clId="{1B3D42E5-558C-46C9-A1CA-A9EF05FAD6B9}" dt="2025-11-19T07:13:36.851" v="120"/>
        <pc:sldMkLst>
          <pc:docMk/>
          <pc:sldMk cId="4220619687" sldId="807"/>
        </pc:sldMkLst>
        <pc:spChg chg="add">
          <ac:chgData name="Rian Pratama" userId="ba5a381f79e67128" providerId="LiveId" clId="{1B3D42E5-558C-46C9-A1CA-A9EF05FAD6B9}" dt="2025-11-19T07:12:31.903" v="104"/>
          <ac:spMkLst>
            <pc:docMk/>
            <pc:sldMk cId="4220619687" sldId="807"/>
            <ac:spMk id="3" creationId="{4CADAD75-85D6-4EDF-B7B9-223275EB91CE}"/>
          </ac:spMkLst>
        </pc:spChg>
        <pc:spChg chg="mod">
          <ac:chgData name="Rian Pratama" userId="ba5a381f79e67128" providerId="LiveId" clId="{1B3D42E5-558C-46C9-A1CA-A9EF05FAD6B9}" dt="2025-11-19T07:13:36.851" v="120"/>
          <ac:spMkLst>
            <pc:docMk/>
            <pc:sldMk cId="4220619687" sldId="807"/>
            <ac:spMk id="17410" creationId="{9E56AB29-09B9-DBF2-5889-6334097AD5B6}"/>
          </ac:spMkLst>
        </pc:spChg>
      </pc:sldChg>
      <pc:sldChg chg="modSp mod">
        <pc:chgData name="Rian Pratama" userId="ba5a381f79e67128" providerId="LiveId" clId="{1B3D42E5-558C-46C9-A1CA-A9EF05FAD6B9}" dt="2025-11-19T07:58:50.922" v="490" actId="14100"/>
        <pc:sldMkLst>
          <pc:docMk/>
          <pc:sldMk cId="598096120" sldId="808"/>
        </pc:sldMkLst>
        <pc:spChg chg="mod">
          <ac:chgData name="Rian Pratama" userId="ba5a381f79e67128" providerId="LiveId" clId="{1B3D42E5-558C-46C9-A1CA-A9EF05FAD6B9}" dt="2025-11-19T07:56:46.437" v="434" actId="14100"/>
          <ac:spMkLst>
            <pc:docMk/>
            <pc:sldMk cId="598096120" sldId="808"/>
            <ac:spMk id="17" creationId="{46740481-853D-4F3B-8643-5B404789CB81}"/>
          </ac:spMkLst>
        </pc:spChg>
        <pc:spChg chg="mod">
          <ac:chgData name="Rian Pratama" userId="ba5a381f79e67128" providerId="LiveId" clId="{1B3D42E5-558C-46C9-A1CA-A9EF05FAD6B9}" dt="2025-11-19T07:56:58.525" v="466" actId="20577"/>
          <ac:spMkLst>
            <pc:docMk/>
            <pc:sldMk cId="598096120" sldId="808"/>
            <ac:spMk id="18" creationId="{591A58EC-6247-41AD-8DA7-45F236DCBAB0}"/>
          </ac:spMkLst>
        </pc:spChg>
        <pc:spChg chg="mod">
          <ac:chgData name="Rian Pratama" userId="ba5a381f79e67128" providerId="LiveId" clId="{1B3D42E5-558C-46C9-A1CA-A9EF05FAD6B9}" dt="2025-11-19T07:56:22.757" v="397"/>
          <ac:spMkLst>
            <pc:docMk/>
            <pc:sldMk cId="598096120" sldId="808"/>
            <ac:spMk id="23" creationId="{12E2CF2A-A308-4744-92A1-30195B050F9F}"/>
          </ac:spMkLst>
        </pc:spChg>
        <pc:spChg chg="mod">
          <ac:chgData name="Rian Pratama" userId="ba5a381f79e67128" providerId="LiveId" clId="{1B3D42E5-558C-46C9-A1CA-A9EF05FAD6B9}" dt="2025-11-19T07:58:30.725" v="485" actId="20577"/>
          <ac:spMkLst>
            <pc:docMk/>
            <pc:sldMk cId="598096120" sldId="808"/>
            <ac:spMk id="21509" creationId="{F349A342-688B-A1DA-16C0-3CA595399AB9}"/>
          </ac:spMkLst>
        </pc:spChg>
        <pc:cxnChg chg="mod">
          <ac:chgData name="Rian Pratama" userId="ba5a381f79e67128" providerId="LiveId" clId="{1B3D42E5-558C-46C9-A1CA-A9EF05FAD6B9}" dt="2025-11-19T07:58:50.922" v="490" actId="14100"/>
          <ac:cxnSpMkLst>
            <pc:docMk/>
            <pc:sldMk cId="598096120" sldId="808"/>
            <ac:cxnSpMk id="10" creationId="{AFD59FB6-6867-466F-B732-0B0D771DCF26}"/>
          </ac:cxnSpMkLst>
        </pc:cxnChg>
        <pc:cxnChg chg="mod">
          <ac:chgData name="Rian Pratama" userId="ba5a381f79e67128" providerId="LiveId" clId="{1B3D42E5-558C-46C9-A1CA-A9EF05FAD6B9}" dt="2025-11-19T07:58:45.960" v="488" actId="14100"/>
          <ac:cxnSpMkLst>
            <pc:docMk/>
            <pc:sldMk cId="598096120" sldId="808"/>
            <ac:cxnSpMk id="19" creationId="{9FA8E134-6AF2-48FC-8F5D-D347DEB98966}"/>
          </ac:cxnSpMkLst>
        </pc:cxnChg>
      </pc:sldChg>
      <pc:sldChg chg="modSp">
        <pc:chgData name="Rian Pratama" userId="ba5a381f79e67128" providerId="LiveId" clId="{1B3D42E5-558C-46C9-A1CA-A9EF05FAD6B9}" dt="2025-11-19T08:33:05.065" v="745"/>
        <pc:sldMkLst>
          <pc:docMk/>
          <pc:sldMk cId="1051961445" sldId="809"/>
        </pc:sldMkLst>
        <pc:spChg chg="mod">
          <ac:chgData name="Rian Pratama" userId="ba5a381f79e67128" providerId="LiveId" clId="{1B3D42E5-558C-46C9-A1CA-A9EF05FAD6B9}" dt="2025-11-19T08:33:05.065" v="745"/>
          <ac:spMkLst>
            <pc:docMk/>
            <pc:sldMk cId="1051961445" sldId="809"/>
            <ac:spMk id="35843" creationId="{24B89CA6-C3F1-2E92-3AEE-CC7F42E13C7F}"/>
          </ac:spMkLst>
        </pc:spChg>
      </pc:sldChg>
      <pc:sldChg chg="modSp">
        <pc:chgData name="Rian Pratama" userId="ba5a381f79e67128" providerId="LiveId" clId="{1B3D42E5-558C-46C9-A1CA-A9EF05FAD6B9}" dt="2025-11-19T08:33:06.209" v="746"/>
        <pc:sldMkLst>
          <pc:docMk/>
          <pc:sldMk cId="758833237" sldId="810"/>
        </pc:sldMkLst>
        <pc:spChg chg="mod">
          <ac:chgData name="Rian Pratama" userId="ba5a381f79e67128" providerId="LiveId" clId="{1B3D42E5-558C-46C9-A1CA-A9EF05FAD6B9}" dt="2025-11-19T08:33:06.209" v="746"/>
          <ac:spMkLst>
            <pc:docMk/>
            <pc:sldMk cId="758833237" sldId="810"/>
            <ac:spMk id="35843" creationId="{24B89CA6-C3F1-2E92-3AEE-CC7F42E13C7F}"/>
          </ac:spMkLst>
        </pc:spChg>
      </pc:sldChg>
      <pc:sldChg chg="modSp">
        <pc:chgData name="Rian Pratama" userId="ba5a381f79e67128" providerId="LiveId" clId="{1B3D42E5-558C-46C9-A1CA-A9EF05FAD6B9}" dt="2025-11-19T08:33:17.118" v="753"/>
        <pc:sldMkLst>
          <pc:docMk/>
          <pc:sldMk cId="700447537" sldId="811"/>
        </pc:sldMkLst>
        <pc:spChg chg="mod">
          <ac:chgData name="Rian Pratama" userId="ba5a381f79e67128" providerId="LiveId" clId="{1B3D42E5-558C-46C9-A1CA-A9EF05FAD6B9}" dt="2025-11-19T08:33:17.118" v="753"/>
          <ac:spMkLst>
            <pc:docMk/>
            <pc:sldMk cId="700447537" sldId="811"/>
            <ac:spMk id="37891" creationId="{AB24A12B-A3B1-0091-00BA-56DDBEB6C246}"/>
          </ac:spMkLst>
        </pc:spChg>
      </pc:sldChg>
      <pc:sldChg chg="modSp">
        <pc:chgData name="Rian Pratama" userId="ba5a381f79e67128" providerId="LiveId" clId="{1B3D42E5-558C-46C9-A1CA-A9EF05FAD6B9}" dt="2025-11-19T08:33:15.532" v="752"/>
        <pc:sldMkLst>
          <pc:docMk/>
          <pc:sldMk cId="4211924920" sldId="812"/>
        </pc:sldMkLst>
        <pc:spChg chg="mod">
          <ac:chgData name="Rian Pratama" userId="ba5a381f79e67128" providerId="LiveId" clId="{1B3D42E5-558C-46C9-A1CA-A9EF05FAD6B9}" dt="2025-11-19T08:33:15.532" v="752"/>
          <ac:spMkLst>
            <pc:docMk/>
            <pc:sldMk cId="4211924920" sldId="812"/>
            <ac:spMk id="39939" creationId="{485E7F45-4D5B-F62E-62F6-3015AF0C37BA}"/>
          </ac:spMkLst>
        </pc:spChg>
      </pc:sldChg>
      <pc:sldChg chg="modSp">
        <pc:chgData name="Rian Pratama" userId="ba5a381f79e67128" providerId="LiveId" clId="{1B3D42E5-558C-46C9-A1CA-A9EF05FAD6B9}" dt="2025-11-19T08:33:12.685" v="750"/>
        <pc:sldMkLst>
          <pc:docMk/>
          <pc:sldMk cId="810939816" sldId="814"/>
        </pc:sldMkLst>
        <pc:spChg chg="mod">
          <ac:chgData name="Rian Pratama" userId="ba5a381f79e67128" providerId="LiveId" clId="{1B3D42E5-558C-46C9-A1CA-A9EF05FAD6B9}" dt="2025-11-19T08:33:12.685" v="750"/>
          <ac:spMkLst>
            <pc:docMk/>
            <pc:sldMk cId="810939816" sldId="814"/>
            <ac:spMk id="39939" creationId="{485E7F45-4D5B-F62E-62F6-3015AF0C37BA}"/>
          </ac:spMkLst>
        </pc:spChg>
      </pc:sldChg>
      <pc:sldChg chg="modSp">
        <pc:chgData name="Rian Pratama" userId="ba5a381f79e67128" providerId="LiveId" clId="{1B3D42E5-558C-46C9-A1CA-A9EF05FAD6B9}" dt="2025-11-19T08:33:14.159" v="751"/>
        <pc:sldMkLst>
          <pc:docMk/>
          <pc:sldMk cId="422268046" sldId="815"/>
        </pc:sldMkLst>
        <pc:spChg chg="mod">
          <ac:chgData name="Rian Pratama" userId="ba5a381f79e67128" providerId="LiveId" clId="{1B3D42E5-558C-46C9-A1CA-A9EF05FAD6B9}" dt="2025-11-19T08:33:14.159" v="751"/>
          <ac:spMkLst>
            <pc:docMk/>
            <pc:sldMk cId="422268046" sldId="815"/>
            <ac:spMk id="39939" creationId="{485E7F45-4D5B-F62E-62F6-3015AF0C37BA}"/>
          </ac:spMkLst>
        </pc:spChg>
      </pc:sldChg>
      <pc:sldChg chg="addSp modSp mod">
        <pc:chgData name="Rian Pratama" userId="ba5a381f79e67128" providerId="LiveId" clId="{1B3D42E5-558C-46C9-A1CA-A9EF05FAD6B9}" dt="2025-11-19T08:09:02.931" v="526" actId="20577"/>
        <pc:sldMkLst>
          <pc:docMk/>
          <pc:sldMk cId="0" sldId="817"/>
        </pc:sldMkLst>
        <pc:spChg chg="add">
          <ac:chgData name="Rian Pratama" userId="ba5a381f79e67128" providerId="LiveId" clId="{1B3D42E5-558C-46C9-A1CA-A9EF05FAD6B9}" dt="2025-11-19T06:49:38.582" v="0"/>
          <ac:spMkLst>
            <pc:docMk/>
            <pc:sldMk cId="0" sldId="817"/>
            <ac:spMk id="2" creationId="{B840C056-C336-BA60-5992-C26F1BFC2C02}"/>
          </ac:spMkLst>
        </pc:spChg>
        <pc:spChg chg="mod">
          <ac:chgData name="Rian Pratama" userId="ba5a381f79e67128" providerId="LiveId" clId="{1B3D42E5-558C-46C9-A1CA-A9EF05FAD6B9}" dt="2025-11-19T08:09:02.931" v="526" actId="20577"/>
          <ac:spMkLst>
            <pc:docMk/>
            <pc:sldMk cId="0" sldId="817"/>
            <ac:spMk id="9218" creationId="{4D2D5C81-FA48-0372-B3A9-B75834299EE3}"/>
          </ac:spMkLst>
        </pc:spChg>
      </pc:sldChg>
      <pc:sldChg chg="modSp mod">
        <pc:chgData name="Rian Pratama" userId="ba5a381f79e67128" providerId="LiveId" clId="{1B3D42E5-558C-46C9-A1CA-A9EF05FAD6B9}" dt="2025-11-19T07:15:08.281" v="152" actId="113"/>
        <pc:sldMkLst>
          <pc:docMk/>
          <pc:sldMk cId="1144761566" sldId="818"/>
        </pc:sldMkLst>
        <pc:spChg chg="mod">
          <ac:chgData name="Rian Pratama" userId="ba5a381f79e67128" providerId="LiveId" clId="{1B3D42E5-558C-46C9-A1CA-A9EF05FAD6B9}" dt="2025-11-19T07:15:08.281" v="152" actId="113"/>
          <ac:spMkLst>
            <pc:docMk/>
            <pc:sldMk cId="1144761566" sldId="818"/>
            <ac:spMk id="9218" creationId="{B3BF7AC7-3926-EDDE-3F74-52D1963329A3}"/>
          </ac:spMkLst>
        </pc:spChg>
      </pc:sldChg>
      <pc:sldChg chg="modSp">
        <pc:chgData name="Rian Pratama" userId="ba5a381f79e67128" providerId="LiveId" clId="{1B3D42E5-558C-46C9-A1CA-A9EF05FAD6B9}" dt="2025-11-19T08:33:11.658" v="749"/>
        <pc:sldMkLst>
          <pc:docMk/>
          <pc:sldMk cId="2391513584" sldId="820"/>
        </pc:sldMkLst>
        <pc:spChg chg="mod">
          <ac:chgData name="Rian Pratama" userId="ba5a381f79e67128" providerId="LiveId" clId="{1B3D42E5-558C-46C9-A1CA-A9EF05FAD6B9}" dt="2025-11-19T08:33:11.658" v="749"/>
          <ac:spMkLst>
            <pc:docMk/>
            <pc:sldMk cId="2391513584" sldId="820"/>
            <ac:spMk id="39939" creationId="{D08FC1AB-6AA7-23A4-DF2C-D571C9EB40A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>
            <a:extLst>
              <a:ext uri="{FF2B5EF4-FFF2-40B4-BE49-F238E27FC236}">
                <a16:creationId xmlns:a16="http://schemas.microsoft.com/office/drawing/2014/main" id="{16EFA9EF-5947-91A6-F992-6C69D644EE3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12995" name="Rectangle 3">
            <a:extLst>
              <a:ext uri="{FF2B5EF4-FFF2-40B4-BE49-F238E27FC236}">
                <a16:creationId xmlns:a16="http://schemas.microsoft.com/office/drawing/2014/main" id="{A1DEBAD7-C8DB-5F80-415D-261BED0DCFC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12996" name="Rectangle 4">
            <a:extLst>
              <a:ext uri="{FF2B5EF4-FFF2-40B4-BE49-F238E27FC236}">
                <a16:creationId xmlns:a16="http://schemas.microsoft.com/office/drawing/2014/main" id="{5AA0B2CF-9BE3-481F-CDA5-698D229728C7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12997" name="Rectangle 5">
            <a:extLst>
              <a:ext uri="{FF2B5EF4-FFF2-40B4-BE49-F238E27FC236}">
                <a16:creationId xmlns:a16="http://schemas.microsoft.com/office/drawing/2014/main" id="{A5B89A91-7B07-15C3-B089-33A4B17C28A8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B3AF23AE-7663-4AA2-9D48-D359943A43C5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2E5EA352-ADD9-222A-5AD6-7AF789FBDF0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F52E7138-6716-9909-680E-C09FFF5CD7D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D985020D-1D86-ADBA-3531-349D2E46C46D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65" name="Rectangle 5">
            <a:extLst>
              <a:ext uri="{FF2B5EF4-FFF2-40B4-BE49-F238E27FC236}">
                <a16:creationId xmlns:a16="http://schemas.microsoft.com/office/drawing/2014/main" id="{FB0D8977-FB72-A1F3-AFAC-54289DD72E5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92166" name="Rectangle 6">
            <a:extLst>
              <a:ext uri="{FF2B5EF4-FFF2-40B4-BE49-F238E27FC236}">
                <a16:creationId xmlns:a16="http://schemas.microsoft.com/office/drawing/2014/main" id="{38D26786-8DBB-3DBB-4430-94E215E205D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2167" name="Rectangle 7">
            <a:extLst>
              <a:ext uri="{FF2B5EF4-FFF2-40B4-BE49-F238E27FC236}">
                <a16:creationId xmlns:a16="http://schemas.microsoft.com/office/drawing/2014/main" id="{E453CD45-4FEE-CD6A-217F-782E867503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9C90B0EC-BAC4-4B96-87BF-52EFC8AF351C}" type="slidenum">
              <a:rPr lang="ko-KR" altLang="en-US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슬라이드 이미지 개체 틀 1">
            <a:extLst>
              <a:ext uri="{FF2B5EF4-FFF2-40B4-BE49-F238E27FC236}">
                <a16:creationId xmlns:a16="http://schemas.microsoft.com/office/drawing/2014/main" id="{196674EA-A3FC-DC63-4776-B56171A8816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7" name="슬라이드 노트 개체 틀 2">
            <a:extLst>
              <a:ext uri="{FF2B5EF4-FFF2-40B4-BE49-F238E27FC236}">
                <a16:creationId xmlns:a16="http://schemas.microsoft.com/office/drawing/2014/main" id="{2AF19441-60D3-C6DD-11B8-27D99B4ABA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148" name="슬라이드 번호 개체 틀 3">
            <a:extLst>
              <a:ext uri="{FF2B5EF4-FFF2-40B4-BE49-F238E27FC236}">
                <a16:creationId xmlns:a16="http://schemas.microsoft.com/office/drawing/2014/main" id="{88C00651-8D7D-EA54-01B8-804FDCE886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7AE337B3-1F7C-4637-8DEE-1E7A996B02D2}" type="slidenum">
              <a:rPr lang="ko-KR" altLang="en-US"/>
              <a:pPr/>
              <a:t>1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슬라이드 이미지 개체 틀 1">
            <a:extLst>
              <a:ext uri="{FF2B5EF4-FFF2-40B4-BE49-F238E27FC236}">
                <a16:creationId xmlns:a16="http://schemas.microsoft.com/office/drawing/2014/main" id="{B0CDACBA-B094-29A2-98EF-2C1673B1F4D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슬라이드 노트 개체 틀 2">
            <a:extLst>
              <a:ext uri="{FF2B5EF4-FFF2-40B4-BE49-F238E27FC236}">
                <a16:creationId xmlns:a16="http://schemas.microsoft.com/office/drawing/2014/main" id="{0A74829C-9EA8-1896-8CFF-7B39B7F333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8196" name="슬라이드 번호 개체 틀 3">
            <a:extLst>
              <a:ext uri="{FF2B5EF4-FFF2-40B4-BE49-F238E27FC236}">
                <a16:creationId xmlns:a16="http://schemas.microsoft.com/office/drawing/2014/main" id="{6D8C2C14-481B-87F9-E5C8-5AAE4F850F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4CFD2F22-65F0-4BDF-987B-A735D98A6F46}" type="slidenum">
              <a:rPr lang="ko-KR" altLang="en-US"/>
              <a:pPr/>
              <a:t>2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이미지 개체 틀 1">
            <a:extLst>
              <a:ext uri="{FF2B5EF4-FFF2-40B4-BE49-F238E27FC236}">
                <a16:creationId xmlns:a16="http://schemas.microsoft.com/office/drawing/2014/main" id="{5BC2C3AF-9FFD-90C0-1619-26F03BF1AE2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3" name="슬라이드 노트 개체 틀 2">
            <a:extLst>
              <a:ext uri="{FF2B5EF4-FFF2-40B4-BE49-F238E27FC236}">
                <a16:creationId xmlns:a16="http://schemas.microsoft.com/office/drawing/2014/main" id="{90729274-8F0F-0056-1A0A-FA40417792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244" name="슬라이드 번호 개체 틀 3">
            <a:extLst>
              <a:ext uri="{FF2B5EF4-FFF2-40B4-BE49-F238E27FC236}">
                <a16:creationId xmlns:a16="http://schemas.microsoft.com/office/drawing/2014/main" id="{51E85742-F7CB-E40F-BC69-3500CA73C0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54772745-2DC9-489A-AFC1-364323BBA0F9}" type="slidenum">
              <a:rPr lang="ko-KR" altLang="en-US"/>
              <a:pPr/>
              <a:t>3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슬라이드 이미지 개체 틀 1">
            <a:extLst>
              <a:ext uri="{FF2B5EF4-FFF2-40B4-BE49-F238E27FC236}">
                <a16:creationId xmlns:a16="http://schemas.microsoft.com/office/drawing/2014/main" id="{42046519-1B50-14D0-B9E1-4E88F9B65D4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7" name="슬라이드 노트 개체 틀 2">
            <a:extLst>
              <a:ext uri="{FF2B5EF4-FFF2-40B4-BE49-F238E27FC236}">
                <a16:creationId xmlns:a16="http://schemas.microsoft.com/office/drawing/2014/main" id="{7FDED9C6-3D5B-BB3C-809A-2732C193A7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148" name="슬라이드 번호 개체 틀 3">
            <a:extLst>
              <a:ext uri="{FF2B5EF4-FFF2-40B4-BE49-F238E27FC236}">
                <a16:creationId xmlns:a16="http://schemas.microsoft.com/office/drawing/2014/main" id="{79EC38C0-7060-4570-591C-F6FC951878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573AF654-74C5-4BDB-87EF-630F3AF86273}" type="slidenum">
              <a:rPr lang="ko-KR" altLang="en-US"/>
              <a:pPr/>
              <a:t>4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슬라이드 이미지 개체 틀 1">
            <a:extLst>
              <a:ext uri="{FF2B5EF4-FFF2-40B4-BE49-F238E27FC236}">
                <a16:creationId xmlns:a16="http://schemas.microsoft.com/office/drawing/2014/main" id="{9AD13045-A621-75B0-E81A-D15F1EF70DE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슬라이드 노트 개체 틀 2">
            <a:extLst>
              <a:ext uri="{FF2B5EF4-FFF2-40B4-BE49-F238E27FC236}">
                <a16:creationId xmlns:a16="http://schemas.microsoft.com/office/drawing/2014/main" id="{315E7E20-420A-E819-C3E2-8FAB154555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8436" name="슬라이드 번호 개체 틀 3">
            <a:extLst>
              <a:ext uri="{FF2B5EF4-FFF2-40B4-BE49-F238E27FC236}">
                <a16:creationId xmlns:a16="http://schemas.microsoft.com/office/drawing/2014/main" id="{93B7285A-9077-6535-89F2-470814103A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4B2404B9-1EEC-4BF7-94D0-79F31E72BCCB}" type="slidenum">
              <a:rPr lang="ko-KR" altLang="en-US"/>
              <a:pPr/>
              <a:t>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101226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슬라이드 이미지 개체 틀 1">
            <a:extLst>
              <a:ext uri="{FF2B5EF4-FFF2-40B4-BE49-F238E27FC236}">
                <a16:creationId xmlns:a16="http://schemas.microsoft.com/office/drawing/2014/main" id="{43E91677-CA24-6F25-B528-C0828AEDA78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슬라이드 노트 개체 틀 2">
            <a:extLst>
              <a:ext uri="{FF2B5EF4-FFF2-40B4-BE49-F238E27FC236}">
                <a16:creationId xmlns:a16="http://schemas.microsoft.com/office/drawing/2014/main" id="{350BA0E6-662B-65AA-4CFE-1CD68D8DA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8196" name="슬라이드 번호 개체 틀 3">
            <a:extLst>
              <a:ext uri="{FF2B5EF4-FFF2-40B4-BE49-F238E27FC236}">
                <a16:creationId xmlns:a16="http://schemas.microsoft.com/office/drawing/2014/main" id="{0634ECD5-CBF5-2CDC-F3AC-F93EBC8009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816A638D-BD61-4D2A-B58D-0CAD1C5D06BD}" type="slidenum">
              <a:rPr lang="ko-KR" altLang="en-US"/>
              <a:pPr/>
              <a:t>6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이미지 개체 틀 1">
            <a:extLst>
              <a:ext uri="{FF2B5EF4-FFF2-40B4-BE49-F238E27FC236}">
                <a16:creationId xmlns:a16="http://schemas.microsoft.com/office/drawing/2014/main" id="{1A88E5E8-6BEC-F8C5-16B7-73044924A67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3" name="슬라이드 노트 개체 틀 2">
            <a:extLst>
              <a:ext uri="{FF2B5EF4-FFF2-40B4-BE49-F238E27FC236}">
                <a16:creationId xmlns:a16="http://schemas.microsoft.com/office/drawing/2014/main" id="{CB2C4535-5A46-6822-829E-9CCBBB8669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244" name="슬라이드 번호 개체 틀 3">
            <a:extLst>
              <a:ext uri="{FF2B5EF4-FFF2-40B4-BE49-F238E27FC236}">
                <a16:creationId xmlns:a16="http://schemas.microsoft.com/office/drawing/2014/main" id="{4408170C-2BBB-7583-B002-AF0DB06C9D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26C06DC5-B5DD-4E01-BF93-DA38CCD00065}" type="slidenum">
              <a:rPr lang="ko-KR" altLang="en-US"/>
              <a:pPr/>
              <a:t>7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0382C-902D-C489-B371-950A99C13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이미지 개체 틀 1">
            <a:extLst>
              <a:ext uri="{FF2B5EF4-FFF2-40B4-BE49-F238E27FC236}">
                <a16:creationId xmlns:a16="http://schemas.microsoft.com/office/drawing/2014/main" id="{F4FCE4F2-00E1-D37C-C5DE-FD869B7CDF0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3" name="슬라이드 노트 개체 틀 2">
            <a:extLst>
              <a:ext uri="{FF2B5EF4-FFF2-40B4-BE49-F238E27FC236}">
                <a16:creationId xmlns:a16="http://schemas.microsoft.com/office/drawing/2014/main" id="{FADDBD1C-D0CF-0062-701A-33EB7967A6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244" name="슬라이드 번호 개체 틀 3">
            <a:extLst>
              <a:ext uri="{FF2B5EF4-FFF2-40B4-BE49-F238E27FC236}">
                <a16:creationId xmlns:a16="http://schemas.microsoft.com/office/drawing/2014/main" id="{923D5500-9944-3403-2800-53D10FC21A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26C06DC5-B5DD-4E01-BF93-DA38CCD00065}" type="slidenum">
              <a:rPr lang="ko-KR" altLang="en-US"/>
              <a:pPr/>
              <a:t>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575424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슬라이드 이미지 개체 틀 1">
            <a:extLst>
              <a:ext uri="{FF2B5EF4-FFF2-40B4-BE49-F238E27FC236}">
                <a16:creationId xmlns:a16="http://schemas.microsoft.com/office/drawing/2014/main" id="{F6D16A5D-C936-07FA-627D-78A71F371B4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91" name="슬라이드 노트 개체 틀 2">
            <a:extLst>
              <a:ext uri="{FF2B5EF4-FFF2-40B4-BE49-F238E27FC236}">
                <a16:creationId xmlns:a16="http://schemas.microsoft.com/office/drawing/2014/main" id="{084D209D-F447-2A18-8019-F50BCF6F50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2292" name="슬라이드 번호 개체 틀 3">
            <a:extLst>
              <a:ext uri="{FF2B5EF4-FFF2-40B4-BE49-F238E27FC236}">
                <a16:creationId xmlns:a16="http://schemas.microsoft.com/office/drawing/2014/main" id="{7548C3A6-C847-F668-8827-115A93C3E9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F3B52EBA-D673-4868-BDD4-24FFCCBCAB1C}" type="slidenum">
              <a:rPr lang="ko-KR" altLang="en-US"/>
              <a:pPr/>
              <a:t>9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8A6D1-287B-134C-82EC-4E797DCF2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슬라이드 이미지 개체 틀 1">
            <a:extLst>
              <a:ext uri="{FF2B5EF4-FFF2-40B4-BE49-F238E27FC236}">
                <a16:creationId xmlns:a16="http://schemas.microsoft.com/office/drawing/2014/main" id="{8C782984-AE42-A278-47ED-6A1B661C923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91" name="슬라이드 노트 개체 틀 2">
            <a:extLst>
              <a:ext uri="{FF2B5EF4-FFF2-40B4-BE49-F238E27FC236}">
                <a16:creationId xmlns:a16="http://schemas.microsoft.com/office/drawing/2014/main" id="{598C37A3-B05C-E8AA-443E-CECDC0D1BB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2292" name="슬라이드 번호 개체 틀 3">
            <a:extLst>
              <a:ext uri="{FF2B5EF4-FFF2-40B4-BE49-F238E27FC236}">
                <a16:creationId xmlns:a16="http://schemas.microsoft.com/office/drawing/2014/main" id="{3CD711FF-B9F1-9401-CCD6-B5C6A80A36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F3B52EBA-D673-4868-BDD4-24FFCCBCAB1C}" type="slidenum">
              <a:rPr lang="ko-KR" altLang="en-US"/>
              <a:pPr/>
              <a:t>10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124835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97935962-26E2-CD33-B434-24B72161B71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27C5FFC9-6AC9-2B8D-F833-92AC7DBE3E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815BF6D9-7254-482E-EA54-398D5E706E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3B8BE4C5-2860-4151-BE81-824E82F622AC}" type="slidenum">
              <a:rPr lang="ko-KR" altLang="en-US"/>
              <a:pPr/>
              <a:t>11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이미지 개체 틀 1">
            <a:extLst>
              <a:ext uri="{FF2B5EF4-FFF2-40B4-BE49-F238E27FC236}">
                <a16:creationId xmlns:a16="http://schemas.microsoft.com/office/drawing/2014/main" id="{58E3DBA1-0B3B-3CAC-0CD3-45A1F3DF9E0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슬라이드 노트 개체 틀 2">
            <a:extLst>
              <a:ext uri="{FF2B5EF4-FFF2-40B4-BE49-F238E27FC236}">
                <a16:creationId xmlns:a16="http://schemas.microsoft.com/office/drawing/2014/main" id="{8B938F6F-4D6D-A211-75D8-A5CD89260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6388" name="슬라이드 번호 개체 틀 3">
            <a:extLst>
              <a:ext uri="{FF2B5EF4-FFF2-40B4-BE49-F238E27FC236}">
                <a16:creationId xmlns:a16="http://schemas.microsoft.com/office/drawing/2014/main" id="{FA0594A7-E3E0-B55E-62D3-6DE040391B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1474E076-A29C-4E80-BADC-63528BF8AC79}" type="slidenum">
              <a:rPr lang="ko-KR" altLang="en-US"/>
              <a:pPr/>
              <a:t>12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슬라이드 이미지 개체 틀 1">
            <a:extLst>
              <a:ext uri="{FF2B5EF4-FFF2-40B4-BE49-F238E27FC236}">
                <a16:creationId xmlns:a16="http://schemas.microsoft.com/office/drawing/2014/main" id="{021FD789-CA51-874E-0021-416E408C9D1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슬라이드 노트 개체 틀 2">
            <a:extLst>
              <a:ext uri="{FF2B5EF4-FFF2-40B4-BE49-F238E27FC236}">
                <a16:creationId xmlns:a16="http://schemas.microsoft.com/office/drawing/2014/main" id="{A6CA50BF-6233-B37C-3086-F19690321F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8436" name="슬라이드 번호 개체 틀 3">
            <a:extLst>
              <a:ext uri="{FF2B5EF4-FFF2-40B4-BE49-F238E27FC236}">
                <a16:creationId xmlns:a16="http://schemas.microsoft.com/office/drawing/2014/main" id="{41F23B36-5F12-1A48-5914-F0DA7500AA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4E51C110-D0E2-4848-800F-D14FC69F6FB5}" type="slidenum">
              <a:rPr lang="ko-KR" altLang="en-US"/>
              <a:pPr/>
              <a:t>13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슬라이드 이미지 개체 틀 1">
            <a:extLst>
              <a:ext uri="{FF2B5EF4-FFF2-40B4-BE49-F238E27FC236}">
                <a16:creationId xmlns:a16="http://schemas.microsoft.com/office/drawing/2014/main" id="{564DFF0E-D215-E5A0-BF0C-739886AE27C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3" name="슬라이드 노트 개체 틀 2">
            <a:extLst>
              <a:ext uri="{FF2B5EF4-FFF2-40B4-BE49-F238E27FC236}">
                <a16:creationId xmlns:a16="http://schemas.microsoft.com/office/drawing/2014/main" id="{5BC4B4D1-1232-2A85-0CE8-7E8DD08283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0484" name="슬라이드 번호 개체 틀 3">
            <a:extLst>
              <a:ext uri="{FF2B5EF4-FFF2-40B4-BE49-F238E27FC236}">
                <a16:creationId xmlns:a16="http://schemas.microsoft.com/office/drawing/2014/main" id="{CAE6C2D1-2A7F-1DF9-CBC1-10F6E07376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532E3292-AC45-4F1C-A078-27784D460656}" type="slidenum">
              <a:rPr lang="ko-KR" altLang="en-US"/>
              <a:pPr/>
              <a:t>14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슬라이드 이미지 개체 틀 1">
            <a:extLst>
              <a:ext uri="{FF2B5EF4-FFF2-40B4-BE49-F238E27FC236}">
                <a16:creationId xmlns:a16="http://schemas.microsoft.com/office/drawing/2014/main" id="{7B4FF5A6-8F13-82B5-38D0-527690CD08B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슬라이드 노트 개체 틀 2">
            <a:extLst>
              <a:ext uri="{FF2B5EF4-FFF2-40B4-BE49-F238E27FC236}">
                <a16:creationId xmlns:a16="http://schemas.microsoft.com/office/drawing/2014/main" id="{2A2A17AC-1146-50C9-AEDE-3D2EAC35BB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2532" name="슬라이드 번호 개체 틀 3">
            <a:extLst>
              <a:ext uri="{FF2B5EF4-FFF2-40B4-BE49-F238E27FC236}">
                <a16:creationId xmlns:a16="http://schemas.microsoft.com/office/drawing/2014/main" id="{F2FA8711-5216-8A67-131D-CEC6CEA5BB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929CBEA8-4E61-48D3-A0ED-A6C1F3EF501C}" type="slidenum">
              <a:rPr lang="ko-KR" altLang="en-US"/>
              <a:pPr/>
              <a:t>15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슬라이드 이미지 개체 틀 1">
            <a:extLst>
              <a:ext uri="{FF2B5EF4-FFF2-40B4-BE49-F238E27FC236}">
                <a16:creationId xmlns:a16="http://schemas.microsoft.com/office/drawing/2014/main" id="{7B4FF5A6-8F13-82B5-38D0-527690CD08B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슬라이드 노트 개체 틀 2">
            <a:extLst>
              <a:ext uri="{FF2B5EF4-FFF2-40B4-BE49-F238E27FC236}">
                <a16:creationId xmlns:a16="http://schemas.microsoft.com/office/drawing/2014/main" id="{2A2A17AC-1146-50C9-AEDE-3D2EAC35BB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2532" name="슬라이드 번호 개체 틀 3">
            <a:extLst>
              <a:ext uri="{FF2B5EF4-FFF2-40B4-BE49-F238E27FC236}">
                <a16:creationId xmlns:a16="http://schemas.microsoft.com/office/drawing/2014/main" id="{F2FA8711-5216-8A67-131D-CEC6CEA5BB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929CBEA8-4E61-48D3-A0ED-A6C1F3EF501C}" type="slidenum">
              <a:rPr lang="ko-KR" altLang="en-US"/>
              <a:pPr/>
              <a:t>16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411857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슬라이드 이미지 개체 틀 1">
            <a:extLst>
              <a:ext uri="{FF2B5EF4-FFF2-40B4-BE49-F238E27FC236}">
                <a16:creationId xmlns:a16="http://schemas.microsoft.com/office/drawing/2014/main" id="{F55F2124-105F-D08F-8FBB-7575B541824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9" name="슬라이드 노트 개체 틀 2">
            <a:extLst>
              <a:ext uri="{FF2B5EF4-FFF2-40B4-BE49-F238E27FC236}">
                <a16:creationId xmlns:a16="http://schemas.microsoft.com/office/drawing/2014/main" id="{EAEE46FB-DC6E-5F00-B7A0-99CFC2EF1F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4580" name="슬라이드 번호 개체 틀 3">
            <a:extLst>
              <a:ext uri="{FF2B5EF4-FFF2-40B4-BE49-F238E27FC236}">
                <a16:creationId xmlns:a16="http://schemas.microsoft.com/office/drawing/2014/main" id="{3D6A602C-D5A9-76F0-D4D0-0B8A0AA54C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C47B09A6-F1A6-47C4-B06D-CF1F601A7519}" type="slidenum">
              <a:rPr lang="ko-KR" altLang="en-US"/>
              <a:pPr/>
              <a:t>17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슬라이드 이미지 개체 틀 1">
            <a:extLst>
              <a:ext uri="{FF2B5EF4-FFF2-40B4-BE49-F238E27FC236}">
                <a16:creationId xmlns:a16="http://schemas.microsoft.com/office/drawing/2014/main" id="{D00DBDE3-8807-F37A-27B6-1F4A37EF75B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슬라이드 노트 개체 틀 2">
            <a:extLst>
              <a:ext uri="{FF2B5EF4-FFF2-40B4-BE49-F238E27FC236}">
                <a16:creationId xmlns:a16="http://schemas.microsoft.com/office/drawing/2014/main" id="{A7ED93E1-5ED5-5852-C0ED-68E414D039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6628" name="슬라이드 번호 개체 틀 3">
            <a:extLst>
              <a:ext uri="{FF2B5EF4-FFF2-40B4-BE49-F238E27FC236}">
                <a16:creationId xmlns:a16="http://schemas.microsoft.com/office/drawing/2014/main" id="{8816BB09-E192-6942-C3CC-6A16C00A7B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341DE3B8-6513-4F06-999D-91E33B6B1F05}" type="slidenum">
              <a:rPr lang="ko-KR" altLang="en-US"/>
              <a:pPr/>
              <a:t>18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슬라이드 이미지 개체 틀 1">
            <a:extLst>
              <a:ext uri="{FF2B5EF4-FFF2-40B4-BE49-F238E27FC236}">
                <a16:creationId xmlns:a16="http://schemas.microsoft.com/office/drawing/2014/main" id="{9E413142-C28F-CE75-924F-A4B7579AC00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슬라이드 노트 개체 틀 2">
            <a:extLst>
              <a:ext uri="{FF2B5EF4-FFF2-40B4-BE49-F238E27FC236}">
                <a16:creationId xmlns:a16="http://schemas.microsoft.com/office/drawing/2014/main" id="{A8B2F537-2DB3-FC32-9928-4965AD8897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8676" name="슬라이드 번호 개체 틀 3">
            <a:extLst>
              <a:ext uri="{FF2B5EF4-FFF2-40B4-BE49-F238E27FC236}">
                <a16:creationId xmlns:a16="http://schemas.microsoft.com/office/drawing/2014/main" id="{97AB439A-8111-BEDE-9DF4-F9BA20576E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28928154-1B66-4609-BAA6-7C5BDC9759BF}" type="slidenum">
              <a:rPr lang="ko-KR" altLang="en-US"/>
              <a:pPr/>
              <a:t>19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슬라이드 이미지 개체 틀 1">
            <a:extLst>
              <a:ext uri="{FF2B5EF4-FFF2-40B4-BE49-F238E27FC236}">
                <a16:creationId xmlns:a16="http://schemas.microsoft.com/office/drawing/2014/main" id="{F3D9F053-BC07-1DB7-B5CB-34816124A3E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723" name="슬라이드 노트 개체 틀 2">
            <a:extLst>
              <a:ext uri="{FF2B5EF4-FFF2-40B4-BE49-F238E27FC236}">
                <a16:creationId xmlns:a16="http://schemas.microsoft.com/office/drawing/2014/main" id="{A9CC806A-FD2F-F9A8-C27C-362B729A49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0724" name="슬라이드 번호 개체 틀 3">
            <a:extLst>
              <a:ext uri="{FF2B5EF4-FFF2-40B4-BE49-F238E27FC236}">
                <a16:creationId xmlns:a16="http://schemas.microsoft.com/office/drawing/2014/main" id="{405A112C-50CD-740A-8242-95EA294A7D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A8B77F1C-0B1D-4ED4-AB54-68BE4E41792D}" type="slidenum">
              <a:rPr lang="ko-KR" altLang="en-US"/>
              <a:pPr/>
              <a:t>20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이미지 개체 틀 1">
            <a:extLst>
              <a:ext uri="{FF2B5EF4-FFF2-40B4-BE49-F238E27FC236}">
                <a16:creationId xmlns:a16="http://schemas.microsoft.com/office/drawing/2014/main" id="{5BC2C3AF-9FFD-90C0-1619-26F03BF1AE2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3" name="슬라이드 노트 개체 틀 2">
            <a:extLst>
              <a:ext uri="{FF2B5EF4-FFF2-40B4-BE49-F238E27FC236}">
                <a16:creationId xmlns:a16="http://schemas.microsoft.com/office/drawing/2014/main" id="{90729274-8F0F-0056-1A0A-FA40417792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244" name="슬라이드 번호 개체 틀 3">
            <a:extLst>
              <a:ext uri="{FF2B5EF4-FFF2-40B4-BE49-F238E27FC236}">
                <a16:creationId xmlns:a16="http://schemas.microsoft.com/office/drawing/2014/main" id="{51E85742-F7CB-E40F-BC69-3500CA73C0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54772745-2DC9-489A-AFC1-364323BBA0F9}" type="slidenum">
              <a:rPr lang="ko-KR" altLang="en-US"/>
              <a:pPr/>
              <a:t>21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슬라이드 이미지 개체 틀 1">
            <a:extLst>
              <a:ext uri="{FF2B5EF4-FFF2-40B4-BE49-F238E27FC236}">
                <a16:creationId xmlns:a16="http://schemas.microsoft.com/office/drawing/2014/main" id="{A5D487D9-B6C6-F46C-DC03-AC7EFF3F87C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슬라이드 노트 개체 틀 2">
            <a:extLst>
              <a:ext uri="{FF2B5EF4-FFF2-40B4-BE49-F238E27FC236}">
                <a16:creationId xmlns:a16="http://schemas.microsoft.com/office/drawing/2014/main" id="{A16463BD-485C-5483-5784-9D95F5EAC0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2772" name="슬라이드 번호 개체 틀 3">
            <a:extLst>
              <a:ext uri="{FF2B5EF4-FFF2-40B4-BE49-F238E27FC236}">
                <a16:creationId xmlns:a16="http://schemas.microsoft.com/office/drawing/2014/main" id="{7D40E540-50DC-6399-D4AA-3FDF19C09A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10C5F438-F285-4729-A5E3-F8DD6B94FB6D}" type="slidenum">
              <a:rPr lang="ko-KR" altLang="en-US"/>
              <a:pPr/>
              <a:t>22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2CB76833-8F2A-8BAB-2D04-A0BD469A0EE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906D4E7D-2B1F-9210-B40A-E1B48056D3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89CC6528-5B10-0D09-5890-310EA0B51A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3E42C9BA-F0FB-4ABC-B419-4B18B1B93E5E}" type="slidenum">
              <a:rPr lang="ko-KR" altLang="en-US"/>
              <a:pPr/>
              <a:t>23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슬라이드 이미지 개체 틀 1">
            <a:extLst>
              <a:ext uri="{FF2B5EF4-FFF2-40B4-BE49-F238E27FC236}">
                <a16:creationId xmlns:a16="http://schemas.microsoft.com/office/drawing/2014/main" id="{72AD9F74-0EF5-F679-B2E4-048D4D1E7B0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슬라이드 노트 개체 틀 2">
            <a:extLst>
              <a:ext uri="{FF2B5EF4-FFF2-40B4-BE49-F238E27FC236}">
                <a16:creationId xmlns:a16="http://schemas.microsoft.com/office/drawing/2014/main" id="{6685F3DB-DE5F-E977-7CAE-F9C71AE66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6868" name="슬라이드 번호 개체 틀 3">
            <a:extLst>
              <a:ext uri="{FF2B5EF4-FFF2-40B4-BE49-F238E27FC236}">
                <a16:creationId xmlns:a16="http://schemas.microsoft.com/office/drawing/2014/main" id="{45F6DA8B-68E9-6E5C-513F-97E804EC32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F2525BD3-9AF7-44E4-8715-CB27C0A277FC}" type="slidenum">
              <a:rPr lang="ko-KR" altLang="en-US"/>
              <a:pPr/>
              <a:t>24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7624820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슬라이드 이미지 개체 틀 1">
            <a:extLst>
              <a:ext uri="{FF2B5EF4-FFF2-40B4-BE49-F238E27FC236}">
                <a16:creationId xmlns:a16="http://schemas.microsoft.com/office/drawing/2014/main" id="{72AD9F74-0EF5-F679-B2E4-048D4D1E7B0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슬라이드 노트 개체 틀 2">
            <a:extLst>
              <a:ext uri="{FF2B5EF4-FFF2-40B4-BE49-F238E27FC236}">
                <a16:creationId xmlns:a16="http://schemas.microsoft.com/office/drawing/2014/main" id="{6685F3DB-DE5F-E977-7CAE-F9C71AE66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6868" name="슬라이드 번호 개체 틀 3">
            <a:extLst>
              <a:ext uri="{FF2B5EF4-FFF2-40B4-BE49-F238E27FC236}">
                <a16:creationId xmlns:a16="http://schemas.microsoft.com/office/drawing/2014/main" id="{45F6DA8B-68E9-6E5C-513F-97E804EC32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F2525BD3-9AF7-44E4-8715-CB27C0A277FC}" type="slidenum">
              <a:rPr lang="ko-KR" altLang="en-US"/>
              <a:pPr/>
              <a:t>25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7699317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슬라이드 이미지 개체 틀 1">
            <a:extLst>
              <a:ext uri="{FF2B5EF4-FFF2-40B4-BE49-F238E27FC236}">
                <a16:creationId xmlns:a16="http://schemas.microsoft.com/office/drawing/2014/main" id="{72AD9F74-0EF5-F679-B2E4-048D4D1E7B0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슬라이드 노트 개체 틀 2">
            <a:extLst>
              <a:ext uri="{FF2B5EF4-FFF2-40B4-BE49-F238E27FC236}">
                <a16:creationId xmlns:a16="http://schemas.microsoft.com/office/drawing/2014/main" id="{6685F3DB-DE5F-E977-7CAE-F9C71AE66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6868" name="슬라이드 번호 개체 틀 3">
            <a:extLst>
              <a:ext uri="{FF2B5EF4-FFF2-40B4-BE49-F238E27FC236}">
                <a16:creationId xmlns:a16="http://schemas.microsoft.com/office/drawing/2014/main" id="{45F6DA8B-68E9-6E5C-513F-97E804EC32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F2525BD3-9AF7-44E4-8715-CB27C0A277FC}" type="slidenum">
              <a:rPr lang="ko-KR" altLang="en-US"/>
              <a:pPr/>
              <a:t>26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슬라이드 이미지 개체 틀 1">
            <a:extLst>
              <a:ext uri="{FF2B5EF4-FFF2-40B4-BE49-F238E27FC236}">
                <a16:creationId xmlns:a16="http://schemas.microsoft.com/office/drawing/2014/main" id="{F964F121-94CE-BC6B-CBF8-5DC81CD2B72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슬라이드 노트 개체 틀 2">
            <a:extLst>
              <a:ext uri="{FF2B5EF4-FFF2-40B4-BE49-F238E27FC236}">
                <a16:creationId xmlns:a16="http://schemas.microsoft.com/office/drawing/2014/main" id="{E7009741-2310-A63F-A118-F59EDAECE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8916" name="슬라이드 번호 개체 틀 3">
            <a:extLst>
              <a:ext uri="{FF2B5EF4-FFF2-40B4-BE49-F238E27FC236}">
                <a16:creationId xmlns:a16="http://schemas.microsoft.com/office/drawing/2014/main" id="{28277069-B100-4A52-8E89-90344C17BE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A43682A3-FEAB-4825-9D59-0D943DBA98F4}" type="slidenum">
              <a:rPr lang="ko-KR" altLang="en-US"/>
              <a:pPr/>
              <a:t>27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슬라이드 이미지 개체 틀 1">
            <a:extLst>
              <a:ext uri="{FF2B5EF4-FFF2-40B4-BE49-F238E27FC236}">
                <a16:creationId xmlns:a16="http://schemas.microsoft.com/office/drawing/2014/main" id="{3648C501-A43B-7BCE-CE7B-AF5AFC5942C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슬라이드 노트 개체 틀 2">
            <a:extLst>
              <a:ext uri="{FF2B5EF4-FFF2-40B4-BE49-F238E27FC236}">
                <a16:creationId xmlns:a16="http://schemas.microsoft.com/office/drawing/2014/main" id="{AC461765-DA3F-4F55-03EB-F034F2268C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0964" name="슬라이드 번호 개체 틀 3">
            <a:extLst>
              <a:ext uri="{FF2B5EF4-FFF2-40B4-BE49-F238E27FC236}">
                <a16:creationId xmlns:a16="http://schemas.microsoft.com/office/drawing/2014/main" id="{71ED3A0F-4980-6790-C0DC-99524ACF4A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83DEA23B-3EE5-41A9-BDB5-EF5EA2C0D698}" type="slidenum">
              <a:rPr lang="ko-KR" altLang="en-US"/>
              <a:pPr/>
              <a:t>28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32C84-A75E-78F4-AA4A-5968BE586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슬라이드 이미지 개체 틀 1">
            <a:extLst>
              <a:ext uri="{FF2B5EF4-FFF2-40B4-BE49-F238E27FC236}">
                <a16:creationId xmlns:a16="http://schemas.microsoft.com/office/drawing/2014/main" id="{7D1C5198-449F-AAEF-F7E6-9B0DD451536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슬라이드 노트 개체 틀 2">
            <a:extLst>
              <a:ext uri="{FF2B5EF4-FFF2-40B4-BE49-F238E27FC236}">
                <a16:creationId xmlns:a16="http://schemas.microsoft.com/office/drawing/2014/main" id="{7E383577-43F5-B727-3B63-AD9943F32C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0964" name="슬라이드 번호 개체 틀 3">
            <a:extLst>
              <a:ext uri="{FF2B5EF4-FFF2-40B4-BE49-F238E27FC236}">
                <a16:creationId xmlns:a16="http://schemas.microsoft.com/office/drawing/2014/main" id="{C0596C3F-7B52-A600-2642-73E4081073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83DEA23B-3EE5-41A9-BDB5-EF5EA2C0D698}" type="slidenum">
              <a:rPr lang="ko-KR" altLang="en-US"/>
              <a:pPr/>
              <a:t>29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3206709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슬라이드 이미지 개체 틀 1">
            <a:extLst>
              <a:ext uri="{FF2B5EF4-FFF2-40B4-BE49-F238E27FC236}">
                <a16:creationId xmlns:a16="http://schemas.microsoft.com/office/drawing/2014/main" id="{3648C501-A43B-7BCE-CE7B-AF5AFC5942C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슬라이드 노트 개체 틀 2">
            <a:extLst>
              <a:ext uri="{FF2B5EF4-FFF2-40B4-BE49-F238E27FC236}">
                <a16:creationId xmlns:a16="http://schemas.microsoft.com/office/drawing/2014/main" id="{AC461765-DA3F-4F55-03EB-F034F2268C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0964" name="슬라이드 번호 개체 틀 3">
            <a:extLst>
              <a:ext uri="{FF2B5EF4-FFF2-40B4-BE49-F238E27FC236}">
                <a16:creationId xmlns:a16="http://schemas.microsoft.com/office/drawing/2014/main" id="{71ED3A0F-4980-6790-C0DC-99524ACF4A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83DEA23B-3EE5-41A9-BDB5-EF5EA2C0D698}" type="slidenum">
              <a:rPr lang="ko-KR" altLang="en-US"/>
              <a:pPr/>
              <a:t>30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1870950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슬라이드 이미지 개체 틀 1">
            <a:extLst>
              <a:ext uri="{FF2B5EF4-FFF2-40B4-BE49-F238E27FC236}">
                <a16:creationId xmlns:a16="http://schemas.microsoft.com/office/drawing/2014/main" id="{3648C501-A43B-7BCE-CE7B-AF5AFC5942C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슬라이드 노트 개체 틀 2">
            <a:extLst>
              <a:ext uri="{FF2B5EF4-FFF2-40B4-BE49-F238E27FC236}">
                <a16:creationId xmlns:a16="http://schemas.microsoft.com/office/drawing/2014/main" id="{AC461765-DA3F-4F55-03EB-F034F2268C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0964" name="슬라이드 번호 개체 틀 3">
            <a:extLst>
              <a:ext uri="{FF2B5EF4-FFF2-40B4-BE49-F238E27FC236}">
                <a16:creationId xmlns:a16="http://schemas.microsoft.com/office/drawing/2014/main" id="{71ED3A0F-4980-6790-C0DC-99524ACF4A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83DEA23B-3EE5-41A9-BDB5-EF5EA2C0D698}" type="slidenum">
              <a:rPr lang="ko-KR" altLang="en-US"/>
              <a:pPr/>
              <a:t>31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2511397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슬라이드 이미지 개체 틀 1">
            <a:extLst>
              <a:ext uri="{FF2B5EF4-FFF2-40B4-BE49-F238E27FC236}">
                <a16:creationId xmlns:a16="http://schemas.microsoft.com/office/drawing/2014/main" id="{3648C501-A43B-7BCE-CE7B-AF5AFC5942C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슬라이드 노트 개체 틀 2">
            <a:extLst>
              <a:ext uri="{FF2B5EF4-FFF2-40B4-BE49-F238E27FC236}">
                <a16:creationId xmlns:a16="http://schemas.microsoft.com/office/drawing/2014/main" id="{AC461765-DA3F-4F55-03EB-F034F2268C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0964" name="슬라이드 번호 개체 틀 3">
            <a:extLst>
              <a:ext uri="{FF2B5EF4-FFF2-40B4-BE49-F238E27FC236}">
                <a16:creationId xmlns:a16="http://schemas.microsoft.com/office/drawing/2014/main" id="{71ED3A0F-4980-6790-C0DC-99524ACF4A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83DEA23B-3EE5-41A9-BDB5-EF5EA2C0D698}" type="slidenum">
              <a:rPr lang="ko-KR" altLang="en-US"/>
              <a:pPr/>
              <a:t>32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656435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슬라이드 이미지 개체 틀 1">
            <a:extLst>
              <a:ext uri="{FF2B5EF4-FFF2-40B4-BE49-F238E27FC236}">
                <a16:creationId xmlns:a16="http://schemas.microsoft.com/office/drawing/2014/main" id="{F964F121-94CE-BC6B-CBF8-5DC81CD2B72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슬라이드 노트 개체 틀 2">
            <a:extLst>
              <a:ext uri="{FF2B5EF4-FFF2-40B4-BE49-F238E27FC236}">
                <a16:creationId xmlns:a16="http://schemas.microsoft.com/office/drawing/2014/main" id="{E7009741-2310-A63F-A118-F59EDAECE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8916" name="슬라이드 번호 개체 틀 3">
            <a:extLst>
              <a:ext uri="{FF2B5EF4-FFF2-40B4-BE49-F238E27FC236}">
                <a16:creationId xmlns:a16="http://schemas.microsoft.com/office/drawing/2014/main" id="{28277069-B100-4A52-8E89-90344C17BE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A43682A3-FEAB-4825-9D59-0D943DBA98F4}" type="slidenum">
              <a:rPr lang="ko-KR" altLang="en-US"/>
              <a:pPr/>
              <a:t>33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84853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lnSpc>
                <a:spcPct val="120000"/>
              </a:lnSpc>
              <a:defRPr sz="36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lnSpc>
                <a:spcPct val="120000"/>
              </a:lnSpc>
              <a:buNone/>
              <a:defRPr sz="28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EDFDD1-5AF2-AAFE-37F8-E1AD15F67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56E11A-5151-1254-F5FC-F68F8484A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Search Algorithms: Object-Oriented Implementation (Part E)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47A56F-823D-5375-E505-BB6EA6472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81A93B-EE80-4938-A7B8-4770D86BF282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30961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  <a:noFill/>
          <a:ln cmpd="sng">
            <a:noFill/>
          </a:ln>
        </p:spPr>
        <p:txBody>
          <a:bodyPr/>
          <a:lstStyle>
            <a:lvl1pPr>
              <a:defRPr sz="28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256584"/>
          </a:xfrm>
        </p:spPr>
        <p:txBody>
          <a:bodyPr/>
          <a:lstStyle>
            <a:lvl1pPr marL="288000" indent="-288000">
              <a:lnSpc>
                <a:spcPct val="120000"/>
              </a:lnSpc>
              <a:defRPr sz="2000">
                <a:latin typeface="Arial" pitchFamily="34" charset="0"/>
                <a:cs typeface="Arial" pitchFamily="34" charset="0"/>
              </a:defRPr>
            </a:lvl1pPr>
            <a:lvl2pPr marL="612000">
              <a:lnSpc>
                <a:spcPct val="120000"/>
              </a:lnSpc>
              <a:defRPr sz="2000">
                <a:latin typeface="Arial" pitchFamily="34" charset="0"/>
                <a:cs typeface="Arial" pitchFamily="34" charset="0"/>
              </a:defRPr>
            </a:lvl2pPr>
            <a:lvl3pPr marL="900000" indent="-288000">
              <a:lnSpc>
                <a:spcPct val="120000"/>
              </a:lnSpc>
              <a:buFont typeface="Arial" pitchFamily="34" charset="0"/>
              <a:buChar char="○"/>
              <a:defRPr sz="2000">
                <a:latin typeface="Arial" pitchFamily="34" charset="0"/>
                <a:cs typeface="Arial" pitchFamily="34" charset="0"/>
              </a:defRPr>
            </a:lvl3pPr>
            <a:lvl4pPr marL="1080000">
              <a:lnSpc>
                <a:spcPct val="120000"/>
              </a:lnSpc>
              <a:buFont typeface="Wingdings" pitchFamily="2" charset="2"/>
              <a:buChar char="ü"/>
              <a:defRPr sz="1800">
                <a:latin typeface="Arial" pitchFamily="34" charset="0"/>
                <a:cs typeface="Arial" pitchFamily="34" charset="0"/>
              </a:defRPr>
            </a:lvl4pPr>
            <a:lvl5pPr marL="1332000">
              <a:lnSpc>
                <a:spcPct val="120000"/>
              </a:lnSpc>
              <a:defRPr sz="18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457656EF-9784-E5E3-2F91-6CEE0A96300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051050" y="6356350"/>
            <a:ext cx="5041900" cy="365125"/>
          </a:xfrm>
        </p:spPr>
        <p:txBody>
          <a:bodyPr/>
          <a:lstStyle>
            <a:lvl1pPr>
              <a:defRPr>
                <a:latin typeface="Book Antiqua" pitchFamily="18" charset="0"/>
              </a:defRPr>
            </a:lvl1pPr>
          </a:lstStyle>
          <a:p>
            <a:pPr>
              <a:defRPr/>
            </a:pPr>
            <a:r>
              <a:rPr lang="en-US" altLang="ko-KR"/>
              <a:t>Search Algorithms: Object-Oriented Implementation (Part E)</a:t>
            </a:r>
            <a:endParaRPr lang="ko-KR" altLang="ko-KR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1EB51B46-BB5D-E5E5-2604-FEC5AD16E69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596188" y="6356350"/>
            <a:ext cx="1090612" cy="365125"/>
          </a:xfrm>
        </p:spPr>
        <p:txBody>
          <a:bodyPr/>
          <a:lstStyle>
            <a:lvl1pPr>
              <a:defRPr>
                <a:latin typeface="Book Antiqua" panose="02040602050305030304" pitchFamily="18" charset="0"/>
              </a:defRPr>
            </a:lvl1pPr>
          </a:lstStyle>
          <a:p>
            <a:fld id="{537C1FE0-A22B-45E2-8596-B87EA3A2F493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50784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BC201B-44D7-6C17-C951-93B109705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B33920-D655-FF63-1A67-FCE0EF12F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Search Algorithms: Object-Oriented Implementation (Part E)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607CE3-AB37-287D-558D-F5AB88CE9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D8E69D-B3F9-41A6-AF6E-14586AF9C23B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67010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071ACEFF-1AF0-6FA4-F9AA-602D75927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CAFEAD84-C6D0-0CD8-58DC-5EE9978B3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Search Algorithms: Object-Oriented Implementation (Part E)</a:t>
            </a:r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3BD472D8-6406-B27F-2FB6-41C07582B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DEBC2E-6F38-4852-9670-8EDBC8171915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05732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ACE0BCB2-F431-78A5-B89D-D5116B4C1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A6256865-D276-CDAE-2247-5DA0D4C4A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Search Algorithms: Object-Oriented Implementation (Part E)</a:t>
            </a: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9D24C81B-B47E-2AAA-F74B-DB34F4952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FAE5AC-A409-4DD5-89E4-6A050671E3B6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59993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FFD208E5-1618-B7DC-8869-56018BBD2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2B539DA6-7B87-52DA-EF28-F007E0375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Search Algorithms: Object-Oriented Implementation (Part E)</a:t>
            </a:r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E11510F0-D34F-7255-4CEC-DB12A8A87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B17381-A627-4595-AC27-FFF26A3AB46C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55932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1F73F79E-F774-34B7-47E1-D6537100F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16C019EE-4AF5-7FA7-1B0D-68F22D9B9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Search Algorithms: Object-Oriented Implementation (Part E)</a:t>
            </a:r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1593A1A6-6B92-5756-C63A-1BB5AB70A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231E26-83B9-466A-8D4E-5588F3943419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51495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9BF54705-803C-0D04-3BD7-B587A2810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95BB6F7F-FC82-A747-BECF-806564825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Search Algorithms: Object-Oriented Implementation (Part E)</a:t>
            </a:r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32095F31-B666-5B6C-92EA-2FCC38CC5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13FD5C-802C-472E-BC69-DB87B5EE027C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92444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3CF8B80C-535A-D58D-473B-3ACB58A1F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95234F5B-1E50-2235-4F8C-B77108905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Search Algorithms: Object-Oriented Implementation (Part E)</a:t>
            </a:r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BE7FC6EC-E94B-4F0A-A016-44A2B8CD9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6647F0-800B-4889-8F5F-917D7487B47B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77938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AB9A17-AE5C-F180-2758-9EBD5BA36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91DB26-9D55-06DC-9EF8-5CE5CA8D1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Search Algorithms: Object-Oriented Implementation (Part E)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36E065-AD8B-2269-BC12-4306FC12A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DAC564-4741-4B60-8EDD-3614C0C9DE52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88565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33A466-B280-F717-5AAF-A1F5889FD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E7F2C7-2A22-FDC9-F4DC-41AEBB7A1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Search Algorithms: Object-Oriented Implementation (Part E)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08416E-5B87-5081-5711-744624042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46D501-E127-4929-B983-6B94C93A4423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66041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FA7D870E-3653-E8CD-B709-D24850A889B7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54AD358A-1272-AD66-5243-2C0F7CCC6C7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196975"/>
            <a:ext cx="8229600" cy="492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18E7CE-5287-CD38-6224-FDB289E818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latinLnBrk="1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31ED36-D25E-9F7C-EDA3-889681DFB6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latinLnBrk="1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/>
              <a:t>Search Algorithms: Object-Oriented Implementation (Part E)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1EA86A-8817-E3FD-8164-3C9A3E70FA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34366F0B-1690-4460-BEFF-6AF22E868FB9}" type="slidenum">
              <a:rPr lang="ko-KR" altLang="en-US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836" r:id="rId1"/>
    <p:sldLayoutId id="2147485846" r:id="rId2"/>
    <p:sldLayoutId id="2147485837" r:id="rId3"/>
    <p:sldLayoutId id="2147485838" r:id="rId4"/>
    <p:sldLayoutId id="2147485839" r:id="rId5"/>
    <p:sldLayoutId id="2147485840" r:id="rId6"/>
    <p:sldLayoutId id="2147485841" r:id="rId7"/>
    <p:sldLayoutId id="2147485842" r:id="rId8"/>
    <p:sldLayoutId id="2147485843" r:id="rId9"/>
    <p:sldLayoutId id="2147485844" r:id="rId10"/>
    <p:sldLayoutId id="2147485845" r:id="rId1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200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9pPr>
    </p:titleStyle>
    <p:bodyStyle>
      <a:lvl1pPr marL="342900" indent="-3429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numpy.org/doc/stable/reference/random/generated/numpy.random.rand.html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70F03B0D-D41E-1FBE-66F4-2A8EB5BF823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95288" y="1844675"/>
            <a:ext cx="8353425" cy="2016125"/>
          </a:xfrm>
        </p:spPr>
        <p:txBody>
          <a:bodyPr/>
          <a:lstStyle/>
          <a:p>
            <a:pPr eaLnBrk="1" hangingPunct="1"/>
            <a:r>
              <a:rPr lang="en-US" altLang="ko-KR">
                <a:solidFill>
                  <a:srgbClr val="7882AA"/>
                </a:solidFill>
              </a:rPr>
              <a:t>Search Algorithms: Object-Oriented Implementation (Part E)</a:t>
            </a:r>
            <a:endParaRPr lang="ko-KR" altLang="en-US">
              <a:solidFill>
                <a:srgbClr val="7882AA"/>
              </a:solidFill>
            </a:endParaRP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CD14EF9E-226A-A200-9761-7D7A8122962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071563" y="4149725"/>
            <a:ext cx="7143750" cy="1366838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endParaRPr lang="en-US" altLang="ko-KR" sz="20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>
            <a:extLst>
              <a:ext uri="{FF2B5EF4-FFF2-40B4-BE49-F238E27FC236}">
                <a16:creationId xmlns:a16="http://schemas.microsoft.com/office/drawing/2014/main" id="{CA53A9EE-6BB5-6E47-1CA2-097A6BE2BCA7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/>
            <a:r>
              <a:rPr lang="en-US" altLang="ko-KR" sz="2400">
                <a:solidFill>
                  <a:srgbClr val="99CCFF"/>
                </a:solidFill>
              </a:rPr>
              <a:t>Conventional vs. AI Algorithms</a:t>
            </a:r>
          </a:p>
          <a:p>
            <a:pPr marL="287338" indent="-287338"/>
            <a:r>
              <a:rPr lang="en-US" altLang="ko-KR" sz="2400">
                <a:solidFill>
                  <a:srgbClr val="99CCFF"/>
                </a:solidFill>
              </a:rPr>
              <a:t>Local Search Algorithms</a:t>
            </a:r>
          </a:p>
          <a:p>
            <a:pPr marL="287338" indent="-287338"/>
            <a:r>
              <a:rPr lang="en-US" altLang="ko-KR" sz="2400">
                <a:solidFill>
                  <a:srgbClr val="99CCFF"/>
                </a:solidFill>
              </a:rPr>
              <a:t>Genetic Algorithm</a:t>
            </a:r>
          </a:p>
          <a:p>
            <a:pPr marL="287338" indent="-287338"/>
            <a:r>
              <a:rPr lang="en-US" altLang="ko-KR" sz="2400">
                <a:solidFill>
                  <a:srgbClr val="99CCFF"/>
                </a:solidFill>
              </a:rPr>
              <a:t>Implementing Hill-Climbing Algorithms</a:t>
            </a:r>
          </a:p>
          <a:p>
            <a:pPr marL="287338" indent="-287338"/>
            <a:r>
              <a:rPr lang="en-US" altLang="ko-KR" sz="2400">
                <a:solidFill>
                  <a:srgbClr val="99CCFF"/>
                </a:solidFill>
              </a:rPr>
              <a:t>Defining ‘Problem’ Class</a:t>
            </a:r>
          </a:p>
          <a:p>
            <a:pPr marL="287338" indent="-287338"/>
            <a:r>
              <a:rPr lang="en-US" altLang="ko-KR" sz="2400">
                <a:solidFill>
                  <a:srgbClr val="99CCFF"/>
                </a:solidFill>
              </a:rPr>
              <a:t>Adding Gradient Descent</a:t>
            </a:r>
          </a:p>
          <a:p>
            <a:pPr marL="287338" indent="-287338"/>
            <a:r>
              <a:rPr lang="en-US" altLang="ko-KR" sz="2400">
                <a:solidFill>
                  <a:srgbClr val="99CCFF"/>
                </a:solidFill>
              </a:rPr>
              <a:t>Defining ‘</a:t>
            </a:r>
            <a:r>
              <a:rPr lang="en-US" altLang="ko-KR" sz="2400" err="1">
                <a:solidFill>
                  <a:srgbClr val="99CCFF"/>
                </a:solidFill>
              </a:rPr>
              <a:t>HillClimbing</a:t>
            </a:r>
            <a:r>
              <a:rPr lang="en-US" altLang="ko-KR" sz="2400">
                <a:solidFill>
                  <a:srgbClr val="99CCFF"/>
                </a:solidFill>
              </a:rPr>
              <a:t>’ Class</a:t>
            </a:r>
          </a:p>
          <a:p>
            <a:pPr marL="287338" indent="-287338"/>
            <a:r>
              <a:rPr lang="en-US" altLang="ko-KR" sz="2400">
                <a:solidFill>
                  <a:srgbClr val="0033CC"/>
                </a:solidFill>
              </a:rPr>
              <a:t>Adding More Algorithms and Classes</a:t>
            </a:r>
          </a:p>
          <a:p>
            <a:pPr marL="287338" indent="-287338"/>
            <a:r>
              <a:rPr lang="en-US" altLang="ko-KR" sz="2400">
                <a:solidFill>
                  <a:srgbClr val="99CCFF"/>
                </a:solidFill>
              </a:rPr>
              <a:t>Adding Genetic Algorithm</a:t>
            </a:r>
          </a:p>
          <a:p>
            <a:pPr marL="287338" indent="-287338"/>
            <a:r>
              <a:rPr lang="en-US" altLang="ko-KR" sz="2400">
                <a:solidFill>
                  <a:srgbClr val="99CCFF"/>
                </a:solidFill>
              </a:rPr>
              <a:t>Experiments</a:t>
            </a: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B86DC54-F582-25D4-453E-A649C76B35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>
                <a:solidFill>
                  <a:srgbClr val="7882AA"/>
                </a:solidFill>
              </a:rPr>
              <a:t>Contents</a:t>
            </a:r>
          </a:p>
        </p:txBody>
      </p:sp>
      <p:sp>
        <p:nvSpPr>
          <p:cNvPr id="7173" name="슬라이드 번호 개체 틀 1">
            <a:extLst>
              <a:ext uri="{FF2B5EF4-FFF2-40B4-BE49-F238E27FC236}">
                <a16:creationId xmlns:a16="http://schemas.microsoft.com/office/drawing/2014/main" id="{83F1B69F-F82D-7670-D99A-8A45B50A5A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C7B8C151-5BA5-47E1-B038-65F6E3402126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1E33491-5C61-4DD2-B847-1C7AF1712C2E}"/>
              </a:ext>
            </a:extLst>
          </p:cNvPr>
          <p:cNvSpPr/>
          <p:nvPr/>
        </p:nvSpPr>
        <p:spPr>
          <a:xfrm>
            <a:off x="457200" y="4581128"/>
            <a:ext cx="5482952" cy="50405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FEE80783-0209-599D-49CA-2C831D6D4CD1}"/>
              </a:ext>
            </a:extLst>
          </p:cNvPr>
          <p:cNvSpPr/>
          <p:nvPr/>
        </p:nvSpPr>
        <p:spPr>
          <a:xfrm rot="10800000">
            <a:off x="6043990" y="4578007"/>
            <a:ext cx="978408" cy="484632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>
            <a:extLst>
              <a:ext uri="{FF2B5EF4-FFF2-40B4-BE49-F238E27FC236}">
                <a16:creationId xmlns:a16="http://schemas.microsoft.com/office/drawing/2014/main" id="{4D2D5C81-FA48-0372-B3A9-B75834299EE3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 eaLnBrk="1" hangingPunct="1"/>
            <a:r>
              <a:rPr lang="en-US" altLang="ko-KR" sz="1800"/>
              <a:t>(TODO) Add</a:t>
            </a:r>
            <a:r>
              <a:rPr lang="ko-KR" altLang="en-US" sz="1800"/>
              <a:t> </a:t>
            </a:r>
            <a:r>
              <a:rPr lang="en-US" altLang="ko-KR" sz="1800" u="sng"/>
              <a:t>3 new</a:t>
            </a:r>
            <a:r>
              <a:rPr lang="ko-KR" altLang="en-US" sz="1800" u="sng"/>
              <a:t> </a:t>
            </a:r>
            <a:r>
              <a:rPr lang="en-US" altLang="ko-KR" sz="1800" u="sng"/>
              <a:t>Search Algorithms</a:t>
            </a:r>
            <a:r>
              <a:rPr lang="en-US" altLang="ko-KR" sz="1800"/>
              <a:t> to the existing code: </a:t>
            </a:r>
          </a:p>
          <a:p>
            <a:pPr marL="611338" lvl="1" indent="-287338" eaLnBrk="1" hangingPunct="1"/>
            <a:endParaRPr lang="en-US" altLang="ko-KR" sz="1800">
              <a:solidFill>
                <a:srgbClr val="0033CC"/>
              </a:solidFill>
            </a:endParaRPr>
          </a:p>
          <a:p>
            <a:pPr marL="611338" lvl="1" indent="-287338" eaLnBrk="1" hangingPunct="1"/>
            <a:r>
              <a:rPr lang="en-US" altLang="ko-KR" sz="1800">
                <a:solidFill>
                  <a:srgbClr val="0033CC"/>
                </a:solidFill>
              </a:rPr>
              <a:t>random-restart</a:t>
            </a:r>
          </a:p>
          <a:p>
            <a:pPr marL="611338" lvl="1" indent="-287338" eaLnBrk="1" hangingPunct="1"/>
            <a:r>
              <a:rPr lang="en-US" altLang="ko-KR" sz="1800">
                <a:solidFill>
                  <a:srgbClr val="0033CC"/>
                </a:solidFill>
              </a:rPr>
              <a:t>stochastic hill climbing</a:t>
            </a:r>
          </a:p>
          <a:p>
            <a:pPr marL="611338" lvl="1" indent="-287338" eaLnBrk="1" hangingPunct="1"/>
            <a:r>
              <a:rPr lang="en-US" altLang="ko-KR" sz="1800">
                <a:solidFill>
                  <a:srgbClr val="0033CC"/>
                </a:solidFill>
              </a:rPr>
              <a:t>simulated annealing</a:t>
            </a:r>
          </a:p>
          <a:p>
            <a:pPr marL="611338" lvl="1" indent="-287338" eaLnBrk="1" hangingPunct="1"/>
            <a:endParaRPr lang="en-US" altLang="ko-KR" sz="1800">
              <a:solidFill>
                <a:srgbClr val="0033CC"/>
              </a:solidFill>
            </a:endParaRPr>
          </a:p>
          <a:p>
            <a:pPr marL="287338" indent="-287338" eaLnBrk="1" hangingPunct="1"/>
            <a:r>
              <a:rPr lang="en-US" altLang="ko-KR" sz="1800"/>
              <a:t>(TODO) Also, modify the </a:t>
            </a:r>
            <a:r>
              <a:rPr lang="en-US" altLang="ko-KR" sz="1800">
                <a:solidFill>
                  <a:srgbClr val="0033CC"/>
                </a:solidFill>
              </a:rPr>
              <a:t>class structure</a:t>
            </a:r>
            <a:r>
              <a:rPr lang="en-US" altLang="ko-KR" sz="1800"/>
              <a:t> for expandability/extensibility</a:t>
            </a:r>
            <a:endParaRPr lang="en-US" sz="1800"/>
          </a:p>
          <a:p>
            <a:pPr marL="611338" lvl="1" indent="-287338" eaLnBrk="1" hangingPunct="1"/>
            <a:r>
              <a:rPr lang="en-US" sz="1600"/>
              <a:t>To easily add various types of algorithms</a:t>
            </a:r>
          </a:p>
          <a:p>
            <a:pPr marL="611338" lvl="1" indent="-287338" eaLnBrk="1" hangingPunct="1"/>
            <a:endParaRPr lang="en-US" altLang="ko-KR" sz="1600"/>
          </a:p>
          <a:p>
            <a:pPr marL="287338" indent="-287338" eaLnBrk="1" hangingPunct="1"/>
            <a:r>
              <a:rPr lang="en-US" altLang="ko-KR" sz="1600"/>
              <a:t>(TODO) </a:t>
            </a:r>
            <a:r>
              <a:rPr lang="en-US" sz="1600"/>
              <a:t>Add configuration files</a:t>
            </a:r>
            <a:endParaRPr lang="en-US" altLang="ko-KR" sz="1600"/>
          </a:p>
          <a:p>
            <a:pPr marL="611338" lvl="1" indent="-287338" eaLnBrk="1" hangingPunct="1"/>
            <a:r>
              <a:rPr lang="en-US" sz="1600"/>
              <a:t>Use a configuration file where the problem to be solved, the solution algorithm, and various parameters are predefined</a:t>
            </a:r>
            <a:endParaRPr lang="en-US" altLang="ko-KR" sz="1600"/>
          </a:p>
          <a:p>
            <a:pPr marL="611338" lvl="1" indent="-287338" eaLnBrk="1" hangingPunct="1"/>
            <a:r>
              <a:rPr lang="en-US" sz="1600"/>
              <a:t>As a result, the code that interacts with the user was modified, and logic for parsing and processing the configuration file was added</a:t>
            </a:r>
            <a:endParaRPr lang="en-US" altLang="ko-KR" sz="1600"/>
          </a:p>
          <a:p>
            <a:pPr marL="611338" lvl="1" indent="-287338" eaLnBrk="1" hangingPunct="1"/>
            <a:endParaRPr lang="en-US" altLang="ko-KR" sz="1800">
              <a:solidFill>
                <a:srgbClr val="0033CC"/>
              </a:solidFill>
            </a:endParaRP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DA1780E7-0B28-7B70-C79F-D3160A7C60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>
                <a:solidFill>
                  <a:srgbClr val="0033CC"/>
                </a:solidFill>
              </a:rPr>
              <a:t>Adding More Algorithms and Classes</a:t>
            </a:r>
          </a:p>
        </p:txBody>
      </p:sp>
      <p:sp>
        <p:nvSpPr>
          <p:cNvPr id="9221" name="슬라이드 번호 개체 틀 8">
            <a:extLst>
              <a:ext uri="{FF2B5EF4-FFF2-40B4-BE49-F238E27FC236}">
                <a16:creationId xmlns:a16="http://schemas.microsoft.com/office/drawing/2014/main" id="{BF63E5B7-F6F3-E1D0-8085-43D057CA2F4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0B60E5D6-F3AC-45C6-8E6E-C895350FC0C1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3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122" name="Rectangle 3">
                <a:extLst>
                  <a:ext uri="{FF2B5EF4-FFF2-40B4-BE49-F238E27FC236}">
                    <a16:creationId xmlns:a16="http://schemas.microsoft.com/office/drawing/2014/main" id="{FA2A0874-E9DD-91DF-9136-A1B587475A16}"/>
                  </a:ext>
                </a:extLst>
              </p:cNvPr>
              <p:cNvSpPr>
                <a:spLocks noGrp="1" noChangeAspect="1" noChangeArrowheads="1"/>
              </p:cNvSpPr>
              <p:nvPr>
                <p:ph idx="1"/>
              </p:nvPr>
            </p:nvSpPr>
            <p:spPr>
              <a:xfrm>
                <a:off x="457200" y="981075"/>
                <a:ext cx="8229600" cy="5256213"/>
              </a:xfrm>
            </p:spPr>
            <p:txBody>
              <a:bodyPr/>
              <a:lstStyle/>
              <a:p>
                <a:pPr marL="287338" indent="-287338" algn="just" eaLnBrk="1" hangingPunct="1"/>
                <a:r>
                  <a:rPr lang="en-US" altLang="ko-KR" sz="1800"/>
                  <a:t>The main program is changed significantly to meet the new requirements</a:t>
                </a:r>
              </a:p>
              <a:p>
                <a:pPr marL="611188" lvl="1" indent="-287338" algn="just" eaLnBrk="1" hangingPunct="1"/>
                <a:r>
                  <a:rPr lang="en-US" altLang="ko-KR" sz="1400"/>
                  <a:t>The program should be able to support </a:t>
                </a:r>
                <a:r>
                  <a:rPr lang="en-US" altLang="ko-KR" sz="1400" u="sng"/>
                  <a:t>multiple experiments </a:t>
                </a:r>
                <a:r>
                  <a:rPr lang="en-US" altLang="ko-KR" sz="1400"/>
                  <a:t>requested by the user</a:t>
                </a:r>
              </a:p>
              <a:p>
                <a:pPr marL="899188" lvl="2" indent="-287338" algn="just" eaLnBrk="1" hangingPunct="1"/>
                <a:r>
                  <a:rPr lang="en-US" altLang="ko-KR" sz="1400" b="1"/>
                  <a:t>Existing Program</a:t>
                </a:r>
                <a:r>
                  <a:rPr lang="en-US" altLang="ko-KR" sz="1400"/>
                  <a:t>:</a:t>
                </a:r>
                <a:r>
                  <a:rPr lang="en-US" altLang="ko-KR" sz="1400" b="1"/>
                  <a:t> </a:t>
                </a:r>
                <a:r>
                  <a:rPr lang="en-US" altLang="ko-KR" sz="1400"/>
                  <a:t>Returns the calculated solution by executing the user-selected algorithm once (Note: Numerous iterative calculations are performed during this single execution)</a:t>
                </a:r>
              </a:p>
              <a:p>
                <a:pPr marL="899188" lvl="2" indent="-287338" algn="just" eaLnBrk="1" hangingPunct="1"/>
                <a:r>
                  <a:rPr lang="en-US" altLang="ko-KR" sz="1400" b="1"/>
                  <a:t>New Requirement</a:t>
                </a:r>
                <a:r>
                  <a:rPr lang="en-US" altLang="ko-KR" sz="1400"/>
                  <a:t>: The program will be modified to execute the user-selected algorithm </a:t>
                </a:r>
                <a14:m>
                  <m:oMath xmlns:m="http://schemas.openxmlformats.org/officeDocument/2006/math"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nor/>
                      </m:rPr>
                      <a:rPr lang="en-US" altLang="ko-KR" sz="140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ko-KR" sz="1400" i="0" dirty="0" smtClean="0">
                        <a:latin typeface="Cambria Math" panose="02040503050406030204" pitchFamily="18" charset="0"/>
                      </a:rPr>
                      <m:t>times</m:t>
                    </m:r>
                    <m:r>
                      <m:rPr>
                        <m:nor/>
                      </m:rPr>
                      <a:rPr lang="en-US" altLang="ko-KR" sz="1400" i="0" dirty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ko-KR" sz="1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ko-KR" sz="1400" i="0" dirty="0" err="1" smtClean="0">
                            <a:latin typeface="Cambria Math" panose="02040503050406030204" pitchFamily="18" charset="0"/>
                          </a:rPr>
                          <m:t>numExp</m:t>
                        </m:r>
                      </m:e>
                    </m:d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400"/>
                  <a:t>and return the </a:t>
                </a:r>
                <a:r>
                  <a:rPr lang="en-US" altLang="ko-KR" sz="1400" b="1"/>
                  <a:t>best solution </a:t>
                </a:r>
                <a:r>
                  <a:rPr lang="en-US" altLang="ko-KR" sz="1400"/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ko-KR" sz="1400" i="0" dirty="0" smtClean="0">
                        <a:latin typeface="Cambria Math" panose="02040503050406030204" pitchFamily="18" charset="0"/>
                      </a:rPr>
                      <m:t>bestSolution</m:t>
                    </m:r>
                  </m:oMath>
                </a14:m>
                <a:r>
                  <a:rPr lang="en-US" altLang="ko-KR" sz="1400"/>
                  <a:t>) among them!</a:t>
                </a:r>
              </a:p>
              <a:p>
                <a:pPr marL="611188" lvl="1" indent="-287338" algn="just" eaLnBrk="1" hangingPunct="1"/>
                <a:r>
                  <a:rPr lang="en-US" altLang="ko-KR" sz="1600"/>
                  <a:t>Experimental settings and other information should be read from a </a:t>
                </a:r>
                <a:r>
                  <a:rPr lang="en-US" altLang="ko-KR" sz="1600" u="sng"/>
                  <a:t>setup file </a:t>
                </a:r>
                <a:r>
                  <a:rPr lang="en-US" altLang="ko-KR" sz="1600"/>
                  <a:t>provided by the user</a:t>
                </a:r>
                <a:endParaRPr lang="en-US" altLang="ko-KR" sz="1050"/>
              </a:p>
              <a:p>
                <a:pPr marL="899188" lvl="2" indent="-287338" algn="just" eaLnBrk="1" hangingPunct="1"/>
                <a:r>
                  <a:rPr lang="en-US" altLang="ko-KR" sz="1400"/>
                  <a:t>Existing Program: Receives 3 pieces of information from the user via a terminal-based user interface: (1) Problem Type (Numeric/TSP), (2) Solution Algorithm (SA, FC, GD), (3) Filename where the problem is defined</a:t>
                </a:r>
              </a:p>
              <a:p>
                <a:pPr marL="899188" lvl="2" indent="-287338" algn="just" eaLnBrk="1" hangingPunct="1"/>
                <a:r>
                  <a:rPr lang="en-US" altLang="ko-KR" sz="1400">
                    <a:latin typeface="+mn-lt"/>
                  </a:rPr>
                  <a:t>New Requirement: To receive the 3 pieces of information above and various parameter values 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ko-KR" sz="1400" i="0" dirty="0" smtClean="0">
                        <a:latin typeface="Cambria Math" panose="02040503050406030204" pitchFamily="18" charset="0"/>
                      </a:rPr>
                      <m:t>delta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altLang="ko-KR" sz="1400" i="0" dirty="0" err="1" smtClean="0">
                        <a:latin typeface="Cambria Math" panose="02040503050406030204" pitchFamily="18" charset="0"/>
                      </a:rPr>
                      <m:t>limitStuck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altLang="ko-KR" sz="1400" i="0" dirty="0" smtClean="0">
                        <a:latin typeface="Cambria Math" panose="02040503050406030204" pitchFamily="18" charset="0"/>
                      </a:rPr>
                      <m:t>dx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altLang="ko-KR" sz="1400" i="0" dirty="0" err="1" smtClean="0">
                        <a:latin typeface="Cambria Math" panose="02040503050406030204" pitchFamily="18" charset="0"/>
                      </a:rPr>
                      <m:t>numRestart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altLang="ko-KR" sz="1400" i="0" dirty="0" err="1" smtClean="0">
                        <a:latin typeface="Cambria Math" panose="02040503050406030204" pitchFamily="18" charset="0"/>
                      </a:rPr>
                      <m:t>limitEval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altLang="ko-KR" sz="1400" i="0" dirty="0" err="1" smtClean="0">
                        <a:latin typeface="Cambria Math" panose="02040503050406030204" pitchFamily="18" charset="0"/>
                      </a:rPr>
                      <m:t>numExp</m:t>
                    </m:r>
                  </m:oMath>
                </a14:m>
                <a:r>
                  <a:rPr lang="en-US" altLang="ko-KR" sz="1400">
                    <a:latin typeface="+mn-lt"/>
                  </a:rPr>
                  <a:t>) from the user, the program will receive only the name of the </a:t>
                </a:r>
                <a:r>
                  <a:rPr lang="en-US" altLang="ko-KR" sz="1400" u="sng">
                    <a:latin typeface="Cambria Math" panose="02040503050406030204" pitchFamily="18" charset="0"/>
                    <a:ea typeface="Cambria Math" panose="02040503050406030204" pitchFamily="18" charset="0"/>
                  </a:rPr>
                  <a:t>setup file</a:t>
                </a:r>
                <a:r>
                  <a:rPr lang="en-US" altLang="ko-KR" sz="1400">
                    <a:latin typeface="+mn-lt"/>
                  </a:rPr>
                  <a:t> (where all information is pre-entered) and process the contents of the </a:t>
                </a:r>
                <a:r>
                  <a:rPr lang="en-US" altLang="ko-KR" sz="1400" u="sng">
                    <a:latin typeface="Cambria Math" panose="02040503050406030204" pitchFamily="18" charset="0"/>
                    <a:ea typeface="Cambria Math" panose="02040503050406030204" pitchFamily="18" charset="0"/>
                  </a:rPr>
                  <a:t>setup file</a:t>
                </a:r>
                <a:r>
                  <a:rPr lang="en-US" altLang="ko-KR" sz="1400"/>
                  <a:t> </a:t>
                </a:r>
                <a:r>
                  <a:rPr lang="en-US" altLang="ko-KR" sz="1400">
                    <a:latin typeface="+mn-lt"/>
                  </a:rPr>
                  <a:t>to set the various parameters!</a:t>
                </a:r>
                <a:endParaRPr lang="en-US" altLang="ko-KR" sz="1400"/>
              </a:p>
            </p:txBody>
          </p:sp>
        </mc:Choice>
        <mc:Fallback>
          <p:sp>
            <p:nvSpPr>
              <p:cNvPr id="5122" name="Rectangle 3">
                <a:extLst>
                  <a:ext uri="{FF2B5EF4-FFF2-40B4-BE49-F238E27FC236}">
                    <a16:creationId xmlns:a16="http://schemas.microsoft.com/office/drawing/2014/main" id="{FA2A0874-E9DD-91DF-9136-A1B587475A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81075"/>
                <a:ext cx="8229600" cy="5256213"/>
              </a:xfrm>
              <a:blipFill>
                <a:blip r:embed="rId3"/>
                <a:stretch>
                  <a:fillRect l="-444" t="-116" r="-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23" name="Rectangle 2">
            <a:extLst>
              <a:ext uri="{FF2B5EF4-FFF2-40B4-BE49-F238E27FC236}">
                <a16:creationId xmlns:a16="http://schemas.microsoft.com/office/drawing/2014/main" id="{8022DBC4-B15B-DDC1-192F-F085B7D66D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>
                <a:solidFill>
                  <a:srgbClr val="800080"/>
                </a:solidFill>
              </a:rPr>
              <a:t>The New</a:t>
            </a:r>
            <a:r>
              <a:rPr lang="ko-KR" altLang="en-US" sz="2400">
                <a:solidFill>
                  <a:srgbClr val="800080"/>
                </a:solidFill>
              </a:rPr>
              <a:t> </a:t>
            </a:r>
            <a:r>
              <a:rPr lang="en-US" altLang="ko-KR" sz="2400">
                <a:solidFill>
                  <a:srgbClr val="800080"/>
                </a:solidFill>
              </a:rPr>
              <a:t>Main Program</a:t>
            </a:r>
            <a:endParaRPr lang="en-US" altLang="ko-KR" sz="2400">
              <a:solidFill>
                <a:srgbClr val="99CCFF"/>
              </a:solidFill>
            </a:endParaRPr>
          </a:p>
        </p:txBody>
      </p:sp>
      <p:sp>
        <p:nvSpPr>
          <p:cNvPr id="5125" name="슬라이드 번호 개체 틀 8">
            <a:extLst>
              <a:ext uri="{FF2B5EF4-FFF2-40B4-BE49-F238E27FC236}">
                <a16:creationId xmlns:a16="http://schemas.microsoft.com/office/drawing/2014/main" id="{53AE2E42-7123-845A-5B22-6F080A3E083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B690E407-7B88-4963-A91C-B7FC8532BE39}" type="slidenum">
              <a:rPr lang="ko-KR" altLang="en-US" sz="1200" smtClean="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4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39E741D-940B-4E6B-BF13-CD8347A23B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9632" y="5617862"/>
            <a:ext cx="6782376" cy="720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>
            <a:extLst>
              <a:ext uri="{FF2B5EF4-FFF2-40B4-BE49-F238E27FC236}">
                <a16:creationId xmlns:a16="http://schemas.microsoft.com/office/drawing/2014/main" id="{9E56AB29-09B9-DBF2-5889-6334097AD5B6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 eaLnBrk="1" hangingPunct="1"/>
            <a:r>
              <a:rPr lang="en-US" sz="1600"/>
              <a:t>Modified User Interface and setup file</a:t>
            </a:r>
            <a:r>
              <a:rPr lang="en-US" altLang="ko-KR" sz="1600"/>
              <a:t>:</a:t>
            </a:r>
          </a:p>
          <a:p>
            <a:pPr marL="611338" lvl="1" indent="-287338" eaLnBrk="1" hangingPunct="1"/>
            <a:r>
              <a:rPr lang="en-US" sz="1400"/>
              <a:t>Modified User Interface: The user only enters the</a:t>
            </a:r>
            <a:r>
              <a:rPr lang="ko-KR" altLang="en-US" sz="1400"/>
              <a:t> </a:t>
            </a:r>
            <a:r>
              <a:rPr lang="en-US" altLang="ko-KR" sz="1400" u="sng"/>
              <a:t>setup file</a:t>
            </a:r>
            <a:r>
              <a:rPr lang="en-US" altLang="ko-KR" sz="1400"/>
              <a:t> </a:t>
            </a:r>
            <a:r>
              <a:rPr lang="en-US" sz="1400"/>
              <a:t>name in the terminal</a:t>
            </a:r>
            <a:endParaRPr lang="en-US" altLang="ko-KR" sz="1400" u="sng"/>
          </a:p>
          <a:p>
            <a:pPr marL="611338" lvl="1" indent="-287338" eaLnBrk="1" hangingPunct="1"/>
            <a:r>
              <a:rPr lang="en-US" sz="1400"/>
              <a:t>Text File Example (Note: Lines starting with # are ignored):</a:t>
            </a:r>
            <a:endParaRPr lang="en-US" altLang="ko-KR" sz="1200"/>
          </a:p>
          <a:p>
            <a:pPr marL="899338" lvl="2" indent="-287338" eaLnBrk="1" hangingPunct="1"/>
            <a:endParaRPr lang="en-US" altLang="ko-KR" sz="1200"/>
          </a:p>
          <a:p>
            <a:pPr marL="287338" indent="-287338" eaLnBrk="1" hangingPunct="1"/>
            <a:endParaRPr lang="en-US" altLang="ko-KR" sz="1600"/>
          </a:p>
          <a:p>
            <a:pPr marL="287338" indent="-287338" eaLnBrk="1" hangingPunct="1"/>
            <a:endParaRPr lang="en-US" altLang="ko-KR" sz="1400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BC51FF49-6644-94F6-A1CE-7124B041AD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>
                <a:solidFill>
                  <a:srgbClr val="99CCFF"/>
                </a:solidFill>
              </a:rPr>
              <a:t>Adding More Algorithms and Classes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39FB974-1044-40D9-9F1E-101938FB59E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2104"/>
          <a:stretch/>
        </p:blipFill>
        <p:spPr>
          <a:xfrm>
            <a:off x="57908" y="2185137"/>
            <a:ext cx="5053263" cy="328473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9774D3D-FC41-43CB-9B39-2337764B6A4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7677"/>
          <a:stretch/>
        </p:blipFill>
        <p:spPr>
          <a:xfrm>
            <a:off x="4050187" y="3231471"/>
            <a:ext cx="5053263" cy="3588304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C60B2129-049A-46B4-B0FD-E0C315E4E35E}"/>
              </a:ext>
            </a:extLst>
          </p:cNvPr>
          <p:cNvSpPr/>
          <p:nvPr/>
        </p:nvSpPr>
        <p:spPr>
          <a:xfrm>
            <a:off x="539552" y="2632075"/>
            <a:ext cx="1922512" cy="1524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B93727F-8150-419E-A946-4E4466F8F927}"/>
              </a:ext>
            </a:extLst>
          </p:cNvPr>
          <p:cNvSpPr/>
          <p:nvPr/>
        </p:nvSpPr>
        <p:spPr>
          <a:xfrm>
            <a:off x="478987" y="3675106"/>
            <a:ext cx="3060000" cy="1524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AFCD845-EE53-4C8E-8699-5A40C6A5D7A9}"/>
              </a:ext>
            </a:extLst>
          </p:cNvPr>
          <p:cNvSpPr/>
          <p:nvPr/>
        </p:nvSpPr>
        <p:spPr>
          <a:xfrm>
            <a:off x="478987" y="5165075"/>
            <a:ext cx="3060000" cy="1524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1276207-1D84-4E79-BAA4-AE3ED2D83E0C}"/>
              </a:ext>
            </a:extLst>
          </p:cNvPr>
          <p:cNvSpPr/>
          <p:nvPr/>
        </p:nvSpPr>
        <p:spPr>
          <a:xfrm>
            <a:off x="4427984" y="3531334"/>
            <a:ext cx="3060000" cy="1524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16DB476-AA34-46AF-8E85-F96B6956D093}"/>
              </a:ext>
            </a:extLst>
          </p:cNvPr>
          <p:cNvSpPr/>
          <p:nvPr/>
        </p:nvSpPr>
        <p:spPr>
          <a:xfrm>
            <a:off x="4531262" y="4128117"/>
            <a:ext cx="3094655" cy="17336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82E6C26-D7DB-43C2-99D7-2436D92A08F0}"/>
              </a:ext>
            </a:extLst>
          </p:cNvPr>
          <p:cNvSpPr/>
          <p:nvPr/>
        </p:nvSpPr>
        <p:spPr>
          <a:xfrm>
            <a:off x="4531262" y="4735396"/>
            <a:ext cx="3440885" cy="31599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FDFCF9A-37E2-437F-A1C9-459452FCD355}"/>
              </a:ext>
            </a:extLst>
          </p:cNvPr>
          <p:cNvSpPr/>
          <p:nvPr/>
        </p:nvSpPr>
        <p:spPr>
          <a:xfrm>
            <a:off x="4441801" y="5626348"/>
            <a:ext cx="3060000" cy="1524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5B8E66C-0F65-4A46-B065-E4B9D3AFCA8C}"/>
              </a:ext>
            </a:extLst>
          </p:cNvPr>
          <p:cNvSpPr/>
          <p:nvPr/>
        </p:nvSpPr>
        <p:spPr>
          <a:xfrm>
            <a:off x="4441801" y="6229968"/>
            <a:ext cx="3060000" cy="1524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5CE3134-2ECC-47E3-8AF7-8245F07A7514}"/>
              </a:ext>
            </a:extLst>
          </p:cNvPr>
          <p:cNvSpPr/>
          <p:nvPr/>
        </p:nvSpPr>
        <p:spPr>
          <a:xfrm>
            <a:off x="4427984" y="6667313"/>
            <a:ext cx="3060000" cy="1524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0619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>
            <a:extLst>
              <a:ext uri="{FF2B5EF4-FFF2-40B4-BE49-F238E27FC236}">
                <a16:creationId xmlns:a16="http://schemas.microsoft.com/office/drawing/2014/main" id="{77825024-FFEB-E0A2-3915-B4396995921E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 eaLnBrk="1" hangingPunct="1"/>
            <a:r>
              <a:rPr lang="en-US" altLang="ko-KR" sz="1800" b="1">
                <a:latin typeface="Courier New" panose="02070309020205020404" pitchFamily="49" charset="0"/>
                <a:cs typeface="Courier New" panose="02070309020205020404" pitchFamily="49" charset="0"/>
              </a:rPr>
              <a:t>main()</a:t>
            </a:r>
            <a:r>
              <a:rPr lang="en-US" altLang="ko-KR">
                <a:cs typeface="Courier New" panose="02070309020205020404" pitchFamily="49" charset="0"/>
              </a:rPr>
              <a:t>:</a:t>
            </a:r>
          </a:p>
          <a:p>
            <a:pPr marL="611188" lvl="1" indent="-287338" eaLnBrk="1" hangingPunct="1"/>
            <a:r>
              <a:rPr lang="en-US" altLang="ko-KR" sz="1400"/>
              <a:t>(</a:t>
            </a:r>
            <a:r>
              <a:rPr lang="en-US" altLang="ko-KR" sz="1400" b="1" err="1">
                <a:latin typeface="Courier New" panose="02070309020205020404" pitchFamily="49" charset="0"/>
              </a:rPr>
              <a:t>readPlanAndCreate</a:t>
            </a:r>
            <a:r>
              <a:rPr lang="en-US" altLang="ko-KR" sz="1400"/>
              <a:t>) </a:t>
            </a:r>
            <a:r>
              <a:rPr lang="en-US" altLang="ko-KR" sz="1600">
                <a:cs typeface="Courier New" panose="02070309020205020404" pitchFamily="49" charset="0"/>
              </a:rPr>
              <a:t>Reads information from a setup file and</a:t>
            </a:r>
          </a:p>
          <a:p>
            <a:pPr marL="899188" lvl="2" indent="-287338" eaLnBrk="1" hangingPunct="1"/>
            <a:r>
              <a:rPr lang="en-US" altLang="ko-KR" sz="1600">
                <a:cs typeface="Courier New" panose="02070309020205020404" pitchFamily="49" charset="0"/>
              </a:rPr>
              <a:t>creates a problem </a:t>
            </a: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altLang="ko-KR" sz="1600"/>
              <a:t> </a:t>
            </a:r>
            <a:r>
              <a:rPr lang="en-US" altLang="ko-KR" sz="1400"/>
              <a:t>(</a:t>
            </a:r>
            <a:r>
              <a:rPr lang="en-US" altLang="ko-KR" sz="1400" b="1">
                <a:latin typeface="Courier New" panose="02070309020205020404" pitchFamily="49" charset="0"/>
              </a:rPr>
              <a:t>Problem</a:t>
            </a:r>
            <a:r>
              <a:rPr lang="en-US" altLang="ko-KR" sz="1400"/>
              <a:t> object) </a:t>
            </a:r>
            <a:r>
              <a:rPr lang="en-US" altLang="ko-KR" sz="1600"/>
              <a:t>to be solved, and </a:t>
            </a:r>
          </a:p>
          <a:p>
            <a:pPr marL="899188" lvl="2" indent="-287338" eaLnBrk="1" hangingPunct="1"/>
            <a:r>
              <a:rPr lang="en-US" altLang="ko-KR" sz="1600"/>
              <a:t>creates an optimizer </a:t>
            </a:r>
            <a:r>
              <a:rPr lang="en-US" altLang="ko-KR" sz="1600" b="1" err="1">
                <a:latin typeface="Courier New" panose="02070309020205020404" pitchFamily="49" charset="0"/>
              </a:rPr>
              <a:t>alg</a:t>
            </a:r>
            <a:r>
              <a:rPr lang="en-US" altLang="ko-KR" sz="1600"/>
              <a:t> </a:t>
            </a:r>
            <a:r>
              <a:rPr lang="en-US" altLang="ko-KR" sz="1400"/>
              <a:t>(</a:t>
            </a:r>
            <a:r>
              <a:rPr lang="en-US" altLang="ko-KR" sz="1400" b="1">
                <a:latin typeface="Courier New" panose="02070309020205020404" pitchFamily="49" charset="0"/>
              </a:rPr>
              <a:t>Optimizer</a:t>
            </a:r>
            <a:r>
              <a:rPr lang="en-US" altLang="ko-KR" sz="1400"/>
              <a:t> object) </a:t>
            </a:r>
            <a:r>
              <a:rPr lang="en-US" altLang="ko-KR" sz="1600"/>
              <a:t>to be used</a:t>
            </a:r>
          </a:p>
          <a:p>
            <a:pPr marL="611188" lvl="1" indent="-287338" eaLnBrk="1" hangingPunct="1"/>
            <a:r>
              <a:rPr lang="en-US" altLang="ko-KR" sz="1600"/>
              <a:t>Conducts experiments and obtains the result </a:t>
            </a:r>
            <a:r>
              <a:rPr lang="en-US" altLang="ko-KR" sz="1400"/>
              <a:t>(</a:t>
            </a:r>
            <a:r>
              <a:rPr lang="en-US" altLang="ko-KR" sz="1400" b="1" err="1">
                <a:latin typeface="Courier New" panose="02070309020205020404" pitchFamily="49" charset="0"/>
              </a:rPr>
              <a:t>conductExperiment</a:t>
            </a:r>
            <a:r>
              <a:rPr lang="en-US" altLang="ko-KR" sz="1400"/>
              <a:t>)</a:t>
            </a:r>
          </a:p>
          <a:p>
            <a:pPr marL="611188" lvl="1" indent="-287338" eaLnBrk="1" hangingPunct="1"/>
            <a:r>
              <a:rPr lang="en-US" altLang="ko-KR" sz="1600"/>
              <a:t>Describes the problem just solved (</a:t>
            </a:r>
            <a:r>
              <a:rPr lang="en-US" altLang="ko-KR" sz="1600" b="1" err="1">
                <a:latin typeface="Courier New" panose="02070309020205020404" pitchFamily="49" charset="0"/>
              </a:rPr>
              <a:t>p.describe</a:t>
            </a:r>
            <a:r>
              <a:rPr lang="en-US" altLang="ko-KR" sz="1600"/>
              <a:t>)</a:t>
            </a:r>
          </a:p>
          <a:p>
            <a:pPr marL="611188" lvl="1" indent="-287338" eaLnBrk="1" hangingPunct="1"/>
            <a:r>
              <a:rPr lang="en-US" altLang="ko-KR" sz="1600"/>
              <a:t>Shows the settings of experiment </a:t>
            </a:r>
            <a:r>
              <a:rPr lang="en-US" altLang="ko-KR" sz="1400"/>
              <a:t>(</a:t>
            </a:r>
            <a:r>
              <a:rPr lang="en-US" altLang="ko-KR" sz="1400" b="1" err="1">
                <a:latin typeface="Courier New" panose="02070309020205020404" pitchFamily="49" charset="0"/>
              </a:rPr>
              <a:t>alg.displayNumExp</a:t>
            </a:r>
            <a:r>
              <a:rPr lang="en-US" altLang="ko-KR" sz="1400"/>
              <a:t> and </a:t>
            </a:r>
            <a:r>
              <a:rPr lang="en-US" altLang="ko-KR" sz="1400" b="1" err="1">
                <a:latin typeface="Courier New" panose="02070309020205020404" pitchFamily="49" charset="0"/>
              </a:rPr>
              <a:t>alg.displaySetting</a:t>
            </a:r>
            <a:r>
              <a:rPr lang="en-US" altLang="ko-KR" sz="1400"/>
              <a:t>)</a:t>
            </a:r>
            <a:endParaRPr lang="en-US" altLang="ko-KR" sz="1600"/>
          </a:p>
          <a:p>
            <a:pPr marL="611188" lvl="1" indent="-287338" eaLnBrk="1" hangingPunct="1"/>
            <a:r>
              <a:rPr lang="en-US" altLang="ko-KR" sz="1600"/>
              <a:t>Reports the result of experiment (</a:t>
            </a:r>
            <a:r>
              <a:rPr lang="en-US" altLang="ko-KR" sz="1600" b="1" err="1">
                <a:latin typeface="Courier New" panose="02070309020205020404" pitchFamily="49" charset="0"/>
              </a:rPr>
              <a:t>p.report</a:t>
            </a:r>
            <a:r>
              <a:rPr lang="en-US" altLang="ko-KR" sz="1600"/>
              <a:t>)</a:t>
            </a: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8BE6D964-127D-1BEE-073C-CDF31325E5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>
                <a:solidFill>
                  <a:schemeClr val="accent2">
                    <a:lumMod val="75000"/>
                  </a:schemeClr>
                </a:solidFill>
              </a:rPr>
              <a:t>The New Main Program</a:t>
            </a:r>
          </a:p>
        </p:txBody>
      </p:sp>
      <p:sp>
        <p:nvSpPr>
          <p:cNvPr id="7173" name="슬라이드 번호 개체 틀 8">
            <a:extLst>
              <a:ext uri="{FF2B5EF4-FFF2-40B4-BE49-F238E27FC236}">
                <a16:creationId xmlns:a16="http://schemas.microsoft.com/office/drawing/2014/main" id="{E11C3340-D615-B3A0-FE33-01997B211C0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952A80C6-3730-43DE-B2E0-DB63F6C3D160}" type="slidenum">
              <a:rPr lang="ko-KR" altLang="en-US" sz="1200" smtClean="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6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C7B173D-C053-4F36-B2FE-15AEC28E6C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987" y="4005064"/>
            <a:ext cx="7058025" cy="17716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>
            <a:extLst>
              <a:ext uri="{FF2B5EF4-FFF2-40B4-BE49-F238E27FC236}">
                <a16:creationId xmlns:a16="http://schemas.microsoft.com/office/drawing/2014/main" id="{326C3DC8-C024-A683-5729-426E4962ED0B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 eaLnBrk="1" hangingPunct="1"/>
            <a:r>
              <a:rPr lang="en-US" altLang="ko-KR" sz="1800" b="1" err="1">
                <a:latin typeface="Courier New" panose="02070309020205020404" pitchFamily="49" charset="0"/>
              </a:rPr>
              <a:t>readPlanAndCreate</a:t>
            </a:r>
            <a:r>
              <a:rPr lang="en-US" altLang="ko-KR"/>
              <a:t>():</a:t>
            </a:r>
          </a:p>
          <a:p>
            <a:pPr marL="611188" lvl="1" indent="-287338" eaLnBrk="1" hangingPunct="1"/>
            <a:r>
              <a:rPr lang="en-US" altLang="ko-KR" sz="1600"/>
              <a:t>Reads setup information from a file and stores them in the dictionary </a:t>
            </a:r>
            <a:r>
              <a:rPr lang="en-US" altLang="ko-KR" sz="1600" b="1">
                <a:latin typeface="Courier New" panose="02070309020205020404" pitchFamily="49" charset="0"/>
              </a:rPr>
              <a:t>parameters</a:t>
            </a:r>
            <a:r>
              <a:rPr lang="en-US" altLang="ko-KR" sz="1600"/>
              <a:t> </a:t>
            </a:r>
            <a:r>
              <a:rPr lang="en-US" altLang="ko-KR" sz="1400"/>
              <a:t>(</a:t>
            </a:r>
            <a:r>
              <a:rPr lang="en-US" altLang="ko-KR" sz="1400" b="1" err="1">
                <a:latin typeface="Courier New" panose="02070309020205020404" pitchFamily="49" charset="0"/>
              </a:rPr>
              <a:t>readValidPlan</a:t>
            </a:r>
            <a:r>
              <a:rPr lang="en-US" altLang="ko-KR" sz="1400"/>
              <a:t>)</a:t>
            </a:r>
          </a:p>
          <a:p>
            <a:pPr marL="611188" lvl="1" indent="-287338" eaLnBrk="1" hangingPunct="1"/>
            <a:r>
              <a:rPr lang="en-US" altLang="ko-KR" sz="1600"/>
              <a:t>Creates </a:t>
            </a:r>
            <a:r>
              <a:rPr lang="en-US" altLang="ko-KR" sz="1600" b="1">
                <a:latin typeface="Courier New" panose="02070309020205020404" pitchFamily="49" charset="0"/>
              </a:rPr>
              <a:t>Problem</a:t>
            </a:r>
            <a:r>
              <a:rPr lang="en-US" altLang="ko-KR" sz="1600"/>
              <a:t> object and store it in </a:t>
            </a:r>
            <a:r>
              <a:rPr lang="en-US" altLang="ko-KR" sz="1600" b="1">
                <a:latin typeface="Courier New" panose="02070309020205020404" pitchFamily="49" charset="0"/>
              </a:rPr>
              <a:t>p</a:t>
            </a:r>
            <a:r>
              <a:rPr lang="en-US" altLang="ko-KR" sz="1600"/>
              <a:t> </a:t>
            </a:r>
            <a:r>
              <a:rPr lang="en-US" altLang="ko-KR" sz="1400"/>
              <a:t>(</a:t>
            </a:r>
            <a:r>
              <a:rPr lang="en-US" altLang="ko-KR" sz="1400" b="1" err="1">
                <a:latin typeface="Courier New" panose="02070309020205020404" pitchFamily="49" charset="0"/>
              </a:rPr>
              <a:t>createProblem</a:t>
            </a:r>
            <a:r>
              <a:rPr lang="en-US" altLang="ko-KR" sz="1400"/>
              <a:t>)</a:t>
            </a:r>
          </a:p>
          <a:p>
            <a:pPr marL="611188" lvl="1" indent="-287338" eaLnBrk="1" hangingPunct="1"/>
            <a:r>
              <a:rPr lang="en-US" altLang="ko-KR" sz="1600"/>
              <a:t>Creates </a:t>
            </a:r>
            <a:r>
              <a:rPr lang="en-US" altLang="ko-KR" sz="1600" b="1">
                <a:latin typeface="Courier New" panose="02070309020205020404" pitchFamily="49" charset="0"/>
              </a:rPr>
              <a:t>Optimizer</a:t>
            </a:r>
            <a:r>
              <a:rPr lang="en-US" altLang="ko-KR" sz="1600"/>
              <a:t> object and store it in </a:t>
            </a:r>
            <a:r>
              <a:rPr lang="en-US" altLang="ko-KR" sz="1600" b="1" err="1">
                <a:latin typeface="Courier New" panose="02070309020205020404" pitchFamily="49" charset="0"/>
              </a:rPr>
              <a:t>alg</a:t>
            </a:r>
            <a:r>
              <a:rPr lang="en-US" altLang="ko-KR" sz="1600"/>
              <a:t> </a:t>
            </a:r>
            <a:r>
              <a:rPr lang="en-US" altLang="ko-KR" sz="1400"/>
              <a:t>(</a:t>
            </a:r>
            <a:r>
              <a:rPr lang="en-US" altLang="ko-KR" sz="1400" b="1" err="1">
                <a:latin typeface="Courier New" panose="02070309020205020404" pitchFamily="49" charset="0"/>
              </a:rPr>
              <a:t>createOptimizer</a:t>
            </a:r>
            <a:r>
              <a:rPr lang="en-US" altLang="ko-KR" sz="1400"/>
              <a:t>)</a:t>
            </a:r>
          </a:p>
          <a:p>
            <a:pPr marL="611188" lvl="1" indent="-287338" eaLnBrk="1" hangingPunct="1"/>
            <a:r>
              <a:rPr lang="en-US" altLang="ko-KR" sz="1600"/>
              <a:t>Returns </a:t>
            </a:r>
            <a:r>
              <a:rPr lang="en-US" altLang="ko-KR" sz="1600" b="1">
                <a:latin typeface="Courier New" panose="02070309020205020404" pitchFamily="49" charset="0"/>
              </a:rPr>
              <a:t>p</a:t>
            </a:r>
            <a:r>
              <a:rPr lang="en-US" altLang="ko-KR" sz="1600"/>
              <a:t> and </a:t>
            </a:r>
            <a:r>
              <a:rPr lang="en-US" altLang="ko-KR" sz="1600" b="1" err="1">
                <a:latin typeface="Courier New" panose="02070309020205020404" pitchFamily="49" charset="0"/>
              </a:rPr>
              <a:t>alg</a:t>
            </a:r>
            <a:endParaRPr lang="en-US" altLang="ko-KR" sz="1600" b="1">
              <a:latin typeface="Courier New" panose="02070309020205020404" pitchFamily="49" charset="0"/>
            </a:endParaRPr>
          </a:p>
          <a:p>
            <a:pPr marL="287338" indent="-287338" eaLnBrk="1" hangingPunct="1"/>
            <a:endParaRPr lang="en-US" altLang="ko-KR" sz="1800" b="1">
              <a:latin typeface="Courier New" panose="02070309020205020404" pitchFamily="49" charset="0"/>
            </a:endParaRPr>
          </a:p>
          <a:p>
            <a:pPr marL="287338" indent="-287338" eaLnBrk="1" hangingPunct="1"/>
            <a:endParaRPr lang="en-US" altLang="ko-KR" sz="1600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023E61C0-30E4-C454-CDA1-6FDE8990C3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>
                <a:solidFill>
                  <a:srgbClr val="D7ADD9"/>
                </a:solidFill>
              </a:rPr>
              <a:t>The New Main Program</a:t>
            </a:r>
          </a:p>
        </p:txBody>
      </p:sp>
      <p:sp>
        <p:nvSpPr>
          <p:cNvPr id="9221" name="슬라이드 번호 개체 틀 8">
            <a:extLst>
              <a:ext uri="{FF2B5EF4-FFF2-40B4-BE49-F238E27FC236}">
                <a16:creationId xmlns:a16="http://schemas.microsoft.com/office/drawing/2014/main" id="{FA11CF33-507B-7FBA-2E37-C174EB17730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21B62914-18A9-43C2-9E07-E884391FC39B}" type="slidenum">
              <a:rPr lang="ko-KR" altLang="en-US" sz="1200" smtClean="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7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6F61574-06C3-F6E6-90DB-AE3C15B26B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828" y="3429000"/>
            <a:ext cx="7668344" cy="1144007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538D3FA-C056-6219-6B96-B2C29087E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>
            <a:extLst>
              <a:ext uri="{FF2B5EF4-FFF2-40B4-BE49-F238E27FC236}">
                <a16:creationId xmlns:a16="http://schemas.microsoft.com/office/drawing/2014/main" id="{B3BF7AC7-3926-EDDE-3F74-52D1963329A3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 eaLnBrk="1" hangingPunct="1"/>
            <a:r>
              <a:rPr lang="en-US" altLang="ko-KR" sz="1800" b="1" err="1">
                <a:latin typeface="Courier New" panose="02070309020205020404" pitchFamily="49" charset="0"/>
              </a:rPr>
              <a:t>readValidPlan</a:t>
            </a:r>
            <a:r>
              <a:rPr lang="en-US" altLang="ko-KR" sz="1800" b="1">
                <a:latin typeface="Courier New" panose="02070309020205020404" pitchFamily="49" charset="0"/>
              </a:rPr>
              <a:t>()</a:t>
            </a:r>
            <a:r>
              <a:rPr lang="en-US" altLang="ko-KR"/>
              <a:t>:</a:t>
            </a:r>
          </a:p>
          <a:p>
            <a:pPr marL="611188" lvl="1" indent="-287338" eaLnBrk="1" hangingPunct="1"/>
            <a:r>
              <a:rPr lang="en-US" altLang="ko-KR" sz="1600"/>
              <a:t>Reads setup information from a file and stores them in the dictionary </a:t>
            </a:r>
            <a:r>
              <a:rPr lang="en-US" altLang="ko-KR" sz="1600" b="1">
                <a:latin typeface="Courier New" panose="02070309020205020404" pitchFamily="49" charset="0"/>
              </a:rPr>
              <a:t>parameters</a:t>
            </a:r>
            <a:r>
              <a:rPr lang="en-US" altLang="ko-KR" sz="1600"/>
              <a:t> </a:t>
            </a:r>
            <a:r>
              <a:rPr lang="en-US" altLang="ko-KR" sz="1400"/>
              <a:t>(</a:t>
            </a:r>
            <a:r>
              <a:rPr lang="en-US" altLang="ko-KR" sz="1400" b="1" err="1">
                <a:latin typeface="Courier New" panose="02070309020205020404" pitchFamily="49" charset="0"/>
              </a:rPr>
              <a:t>readPlan</a:t>
            </a:r>
            <a:r>
              <a:rPr lang="en-US" altLang="ko-KR" sz="1400"/>
              <a:t>)</a:t>
            </a:r>
          </a:p>
          <a:p>
            <a:pPr marL="611188" lvl="1" indent="-287338" eaLnBrk="1" hangingPunct="1"/>
            <a:r>
              <a:rPr lang="en-US" altLang="ko-KR" sz="1600"/>
              <a:t>Keeps querying the user if gradient descent is chosen for TSP</a:t>
            </a:r>
          </a:p>
          <a:p>
            <a:pPr marL="899188" lvl="2" indent="-287338" eaLnBrk="1" hangingPunct="1"/>
            <a:r>
              <a:rPr lang="en-US" sz="1400"/>
              <a:t>If the Gradient Descent solution is selected for the TSP problem (Error!), repeatedly call the </a:t>
            </a:r>
            <a:r>
              <a:rPr lang="en-US" sz="1400" b="1" err="1">
                <a:latin typeface="Courier New" panose="02070309020205020404" pitchFamily="49" charset="0"/>
                <a:cs typeface="Courier New" panose="02070309020205020404" pitchFamily="49" charset="0"/>
              </a:rPr>
              <a:t>readPlan</a:t>
            </a:r>
            <a:r>
              <a:rPr lang="en-US" sz="1400"/>
              <a:t> function to receive a different setup file. </a:t>
            </a:r>
          </a:p>
          <a:p>
            <a:pPr marL="1079188" lvl="3" indent="-287338" eaLnBrk="1" hangingPunct="1"/>
            <a:r>
              <a:rPr lang="en-US" altLang="ko-KR" sz="1200"/>
              <a:t>TSP</a:t>
            </a:r>
            <a:r>
              <a:rPr lang="ko-KR" altLang="en-US" sz="1200"/>
              <a:t> </a:t>
            </a:r>
            <a:r>
              <a:rPr lang="en-US" altLang="ko-KR" sz="1200" err="1"/>
              <a:t>probem</a:t>
            </a:r>
            <a:r>
              <a:rPr lang="ko-KR" altLang="en-US" sz="1200"/>
              <a:t> </a:t>
            </a:r>
            <a:r>
              <a:rPr lang="en-US" altLang="ko-KR" sz="1200"/>
              <a:t>: parameters[‘</a:t>
            </a:r>
            <a:r>
              <a:rPr lang="en-US" altLang="ko-KR" sz="1200" err="1"/>
              <a:t>pType</a:t>
            </a:r>
            <a:r>
              <a:rPr lang="en-US" altLang="ko-KR" sz="1200"/>
              <a:t>’] = 2</a:t>
            </a:r>
          </a:p>
          <a:p>
            <a:pPr marL="1079188" lvl="3" indent="-287338" eaLnBrk="1" hangingPunct="1"/>
            <a:r>
              <a:rPr lang="en-US" altLang="ko-KR" sz="1200"/>
              <a:t>Grad</a:t>
            </a:r>
            <a:r>
              <a:rPr lang="ko-KR" altLang="en-US" sz="1200"/>
              <a:t> </a:t>
            </a:r>
            <a:r>
              <a:rPr lang="en-US" altLang="ko-KR" sz="1200"/>
              <a:t>Desc.</a:t>
            </a:r>
            <a:r>
              <a:rPr lang="ko-KR" altLang="en-US" sz="1200"/>
              <a:t> </a:t>
            </a:r>
            <a:r>
              <a:rPr lang="en-US" altLang="ko-KR" sz="1200"/>
              <a:t>algorithm</a:t>
            </a:r>
            <a:r>
              <a:rPr lang="ko-KR" altLang="en-US" sz="1200"/>
              <a:t> </a:t>
            </a:r>
            <a:r>
              <a:rPr lang="en-US" altLang="ko-KR" sz="1200"/>
              <a:t>: parameters[‘</a:t>
            </a:r>
            <a:r>
              <a:rPr lang="en-US" altLang="ko-KR" sz="1200" err="1"/>
              <a:t>aType</a:t>
            </a:r>
            <a:r>
              <a:rPr lang="en-US" altLang="ko-KR" sz="1200"/>
              <a:t>’] = 4</a:t>
            </a:r>
          </a:p>
          <a:p>
            <a:pPr marL="611188" lvl="1" indent="-287338" eaLnBrk="1" hangingPunct="1"/>
            <a:r>
              <a:rPr lang="en-US" altLang="ko-KR" sz="1600"/>
              <a:t>Returns </a:t>
            </a:r>
            <a:r>
              <a:rPr lang="en-US" altLang="ko-KR" sz="1600" b="1">
                <a:latin typeface="Courier New" panose="02070309020205020404" pitchFamily="49" charset="0"/>
              </a:rPr>
              <a:t>parameters</a:t>
            </a:r>
            <a:endParaRPr lang="en-US" altLang="ko-KR" sz="1600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F0B41A42-778B-2555-7CD6-49483A12D9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>
                <a:solidFill>
                  <a:srgbClr val="D7ADD9"/>
                </a:solidFill>
              </a:rPr>
              <a:t>The New Main Program</a:t>
            </a:r>
          </a:p>
        </p:txBody>
      </p:sp>
      <p:sp>
        <p:nvSpPr>
          <p:cNvPr id="9221" name="슬라이드 번호 개체 틀 8">
            <a:extLst>
              <a:ext uri="{FF2B5EF4-FFF2-40B4-BE49-F238E27FC236}">
                <a16:creationId xmlns:a16="http://schemas.microsoft.com/office/drawing/2014/main" id="{FE70B805-87B1-158F-DED3-5A828EFB4DB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21B62914-18A9-43C2-9E07-E884391FC39B}" type="slidenum">
              <a:rPr lang="ko-KR" altLang="en-US" sz="1200" smtClean="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8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61174E9-D986-22C9-0462-9A4E75523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809" y="3835721"/>
            <a:ext cx="6594381" cy="176752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144761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>
            <a:extLst>
              <a:ext uri="{FF2B5EF4-FFF2-40B4-BE49-F238E27FC236}">
                <a16:creationId xmlns:a16="http://schemas.microsoft.com/office/drawing/2014/main" id="{FD671652-C481-EF04-B66D-231543D97A21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 eaLnBrk="1" hangingPunct="1"/>
            <a:r>
              <a:rPr lang="en-US" altLang="ko-KR" sz="1800" b="1" err="1">
                <a:latin typeface="Courier New" panose="02070309020205020404" pitchFamily="49" charset="0"/>
                <a:cs typeface="Courier New" panose="02070309020205020404" pitchFamily="49" charset="0"/>
              </a:rPr>
              <a:t>readPlan</a:t>
            </a:r>
            <a:r>
              <a:rPr lang="en-US" altLang="ko-KR" sz="1800" b="1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ko-KR">
                <a:cs typeface="Courier New" panose="02070309020205020404" pitchFamily="49" charset="0"/>
              </a:rPr>
              <a:t>:</a:t>
            </a:r>
          </a:p>
          <a:p>
            <a:pPr marL="611188" lvl="1" indent="-287338" eaLnBrk="1" hangingPunct="1"/>
            <a:r>
              <a:rPr lang="en-US" altLang="ko-KR" sz="1600">
                <a:cs typeface="Courier New" panose="02070309020205020404" pitchFamily="49" charset="0"/>
              </a:rPr>
              <a:t>Obtains a file name from the user  </a:t>
            </a:r>
            <a:r>
              <a:rPr lang="en-US" altLang="ko-KR" sz="1400">
                <a:cs typeface="Courier New" panose="02070309020205020404" pitchFamily="49" charset="0"/>
              </a:rPr>
              <a:t># setup </a:t>
            </a:r>
            <a:r>
              <a:rPr lang="ko-KR" altLang="en-US" sz="1400">
                <a:cs typeface="Courier New" panose="02070309020205020404" pitchFamily="49" charset="0"/>
              </a:rPr>
              <a:t>파일의 이름을 입력 받기</a:t>
            </a:r>
            <a:endParaRPr lang="en-US" altLang="ko-KR" sz="1600">
              <a:cs typeface="Courier New" panose="02070309020205020404" pitchFamily="49" charset="0"/>
            </a:endParaRPr>
          </a:p>
          <a:p>
            <a:pPr marL="611188" lvl="1" indent="-287338" eaLnBrk="1" hangingPunct="1"/>
            <a:r>
              <a:rPr lang="en-US" altLang="ko-KR" sz="1600">
                <a:cs typeface="Courier New" panose="02070309020205020404" pitchFamily="49" charset="0"/>
              </a:rPr>
              <a:t>Prepares a dictionary variable </a:t>
            </a: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parameters</a:t>
            </a:r>
            <a:r>
              <a:rPr lang="en-US" altLang="ko-KR" sz="1600"/>
              <a:t> to store the information</a:t>
            </a:r>
          </a:p>
          <a:p>
            <a:pPr marL="611188" lvl="1" indent="-287338" eaLnBrk="1" hangingPunct="1"/>
            <a:endParaRPr lang="en-US" altLang="ko-KR" sz="1600"/>
          </a:p>
          <a:p>
            <a:pPr marL="611188" lvl="1" indent="-287338" eaLnBrk="1" hangingPunct="1"/>
            <a:endParaRPr lang="en-US" altLang="ko-KR" sz="1600"/>
          </a:p>
          <a:p>
            <a:pPr marL="611188" lvl="1" indent="-287338" eaLnBrk="1" hangingPunct="1"/>
            <a:endParaRPr lang="en-US" altLang="ko-KR" sz="1600"/>
          </a:p>
          <a:p>
            <a:pPr marL="611188" lvl="1" indent="-287338" eaLnBrk="1" hangingPunct="1"/>
            <a:r>
              <a:rPr lang="en-US" altLang="ko-KR" sz="1600"/>
              <a:t>Fills out </a:t>
            </a:r>
            <a:r>
              <a:rPr lang="en-US" altLang="ko-KR" sz="1600" b="1">
                <a:latin typeface="Courier New" panose="02070309020205020404" pitchFamily="49" charset="0"/>
              </a:rPr>
              <a:t>parameters</a:t>
            </a:r>
            <a:r>
              <a:rPr lang="en-US" altLang="ko-KR" sz="1600"/>
              <a:t> dictionary by reading the given setup file</a:t>
            </a:r>
          </a:p>
          <a:p>
            <a:pPr marL="898525" lvl="2" indent="-287338" eaLnBrk="1" hangingPunct="1"/>
            <a:r>
              <a:rPr lang="en-US" altLang="ko-KR" sz="1600"/>
              <a:t>All the information are numeric values except the name of the file containing specifics of the target problem (ex: </a:t>
            </a:r>
            <a:r>
              <a:rPr lang="en-US" altLang="ko-KR" sz="1600">
                <a:latin typeface="Consolas" panose="020B0609020204030204" pitchFamily="49" charset="0"/>
              </a:rPr>
              <a:t>problem/Convex.txt</a:t>
            </a:r>
            <a:r>
              <a:rPr lang="en-US" altLang="ko-KR" sz="1600"/>
              <a:t>)</a:t>
            </a:r>
          </a:p>
          <a:p>
            <a:pPr marL="898525" lvl="2" indent="-287338" eaLnBrk="1" hangingPunct="1"/>
            <a:r>
              <a:rPr lang="en-US" altLang="ko-KR" sz="1600"/>
              <a:t>When reading the file line-by-line </a:t>
            </a:r>
            <a:r>
              <a:rPr lang="en-US" altLang="ko-KR" sz="1400"/>
              <a:t>(</a:t>
            </a:r>
            <a:r>
              <a:rPr lang="en-US" altLang="ko-KR" sz="1400" b="1" err="1">
                <a:latin typeface="Courier New" panose="02070309020205020404" pitchFamily="49" charset="0"/>
              </a:rPr>
              <a:t>lineAfterComments</a:t>
            </a:r>
            <a:r>
              <a:rPr lang="en-US" altLang="ko-KR" sz="1400"/>
              <a:t>)</a:t>
            </a:r>
            <a:r>
              <a:rPr lang="en-US" altLang="ko-KR" sz="1600"/>
              <a:t>, lines beginning with ‘#’ are all skipped</a:t>
            </a:r>
          </a:p>
          <a:p>
            <a:pPr marL="611188" lvl="1" indent="-287338" eaLnBrk="1" hangingPunct="1"/>
            <a:r>
              <a:rPr lang="en-US" altLang="ko-KR" sz="1600"/>
              <a:t>Returns </a:t>
            </a:r>
            <a:r>
              <a:rPr lang="en-US" altLang="ko-KR" sz="1600" b="1">
                <a:latin typeface="Courier New" panose="02070309020205020404" pitchFamily="49" charset="0"/>
              </a:rPr>
              <a:t>parameters</a:t>
            </a:r>
            <a:r>
              <a:rPr lang="en-US" altLang="ko-KR" sz="1600"/>
              <a:t> dictionary</a:t>
            </a:r>
            <a:endParaRPr lang="en-US" altLang="ko-KR" sz="1600" b="1">
              <a:latin typeface="Courier New" panose="02070309020205020404" pitchFamily="49" charset="0"/>
            </a:endParaRP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F07A315C-1A1F-19B9-8571-7FBFB511D3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>
                <a:solidFill>
                  <a:srgbClr val="D7ADD9"/>
                </a:solidFill>
              </a:rPr>
              <a:t>The New Main Program</a:t>
            </a:r>
          </a:p>
        </p:txBody>
      </p:sp>
      <p:sp>
        <p:nvSpPr>
          <p:cNvPr id="11269" name="슬라이드 번호 개체 틀 8">
            <a:extLst>
              <a:ext uri="{FF2B5EF4-FFF2-40B4-BE49-F238E27FC236}">
                <a16:creationId xmlns:a16="http://schemas.microsoft.com/office/drawing/2014/main" id="{B688AB2D-37A9-8C3F-CA74-133B4DC0EEB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0CD0F3EA-F9FA-4A49-BF6C-B438D31E12E8}" type="slidenum">
              <a:rPr lang="ko-KR" altLang="en-US" sz="1200" smtClean="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9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D06171B-6317-4990-AFE0-0E00731838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7325" y="2132856"/>
            <a:ext cx="6229350" cy="7143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9C52349-4C01-6FEA-EF3B-09230B26E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>
            <a:extLst>
              <a:ext uri="{FF2B5EF4-FFF2-40B4-BE49-F238E27FC236}">
                <a16:creationId xmlns:a16="http://schemas.microsoft.com/office/drawing/2014/main" id="{D0632798-A929-4EEB-AA1E-496596217A1B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 eaLnBrk="1" hangingPunct="1"/>
            <a:r>
              <a:rPr lang="en-US" altLang="ko-KR" sz="1800" b="1" err="1">
                <a:latin typeface="Courier New" panose="02070309020205020404" pitchFamily="49" charset="0"/>
                <a:cs typeface="Courier New" panose="02070309020205020404" pitchFamily="49" charset="0"/>
              </a:rPr>
              <a:t>readPlan</a:t>
            </a:r>
            <a:r>
              <a:rPr lang="en-US" altLang="ko-KR" sz="1800" b="1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ko-KR">
                <a:cs typeface="Courier New" panose="02070309020205020404" pitchFamily="49" charset="0"/>
              </a:rPr>
              <a:t>:</a:t>
            </a:r>
          </a:p>
          <a:p>
            <a:pPr marL="611188" lvl="1" indent="-287338" eaLnBrk="1" hangingPunct="1"/>
            <a:endParaRPr lang="en-US" altLang="ko-KR" sz="1600" b="1">
              <a:latin typeface="Courier New" panose="02070309020205020404" pitchFamily="49" charset="0"/>
            </a:endParaRP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53CF6713-FAB4-B059-BA9F-18428B41E7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>
                <a:solidFill>
                  <a:srgbClr val="D7ADD9"/>
                </a:solidFill>
              </a:rPr>
              <a:t>The New Main Program</a:t>
            </a:r>
          </a:p>
        </p:txBody>
      </p:sp>
      <p:sp>
        <p:nvSpPr>
          <p:cNvPr id="11269" name="슬라이드 번호 개체 틀 8">
            <a:extLst>
              <a:ext uri="{FF2B5EF4-FFF2-40B4-BE49-F238E27FC236}">
                <a16:creationId xmlns:a16="http://schemas.microsoft.com/office/drawing/2014/main" id="{D7B0E31B-5369-88CA-A89C-78375FC0A2A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0CD0F3EA-F9FA-4A49-BF6C-B438D31E12E8}" type="slidenum">
              <a:rPr lang="ko-KR" altLang="en-US" sz="1200" smtClean="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10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C32DB91-AC7F-21B3-7685-9E2EDDB70D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1556792"/>
            <a:ext cx="8100392" cy="308498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2796957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>
            <a:extLst>
              <a:ext uri="{FF2B5EF4-FFF2-40B4-BE49-F238E27FC236}">
                <a16:creationId xmlns:a16="http://schemas.microsoft.com/office/drawing/2014/main" id="{5FB4A112-1798-B934-DEE0-02025C2AB0FD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 eaLnBrk="1" hangingPunct="1"/>
            <a:r>
              <a:rPr lang="en-US" altLang="ko-KR" sz="1800" b="1" err="1">
                <a:latin typeface="Courier New" panose="02070309020205020404" pitchFamily="49" charset="0"/>
              </a:rPr>
              <a:t>lineAfterComments</a:t>
            </a:r>
            <a:r>
              <a:rPr lang="en-US" altLang="ko-KR" sz="1800" b="1">
                <a:latin typeface="Courier New" panose="02070309020205020404" pitchFamily="49" charset="0"/>
              </a:rPr>
              <a:t>()</a:t>
            </a:r>
            <a:r>
              <a:rPr lang="en-US" altLang="ko-KR"/>
              <a:t>:</a:t>
            </a:r>
          </a:p>
          <a:p>
            <a:pPr marL="611188" lvl="1" indent="-287338" eaLnBrk="1" hangingPunct="1"/>
            <a:r>
              <a:rPr lang="en-US" altLang="ko-KR" sz="1600"/>
              <a:t>Skips the lines beginning with the symbol ‘#’</a:t>
            </a:r>
          </a:p>
          <a:p>
            <a:pPr marL="611188" lvl="1" indent="-287338" eaLnBrk="1" hangingPunct="1"/>
            <a:r>
              <a:rPr lang="en-US" altLang="ko-KR" sz="1600"/>
              <a:t>Returns the line that doesn’t begin with ‘#’</a:t>
            </a:r>
          </a:p>
          <a:p>
            <a:pPr marL="287338" indent="-287338" eaLnBrk="1" hangingPunct="1"/>
            <a:endParaRPr lang="en-US" altLang="ko-KR" sz="18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7338" indent="-287338" eaLnBrk="1" hangingPunct="1"/>
            <a:endParaRPr lang="en-US" altLang="ko-KR" sz="18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7338" indent="-287338" eaLnBrk="1" hangingPunct="1"/>
            <a:endParaRPr lang="en-US" altLang="ko-KR" sz="18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7338" indent="-287338" eaLnBrk="1" hangingPunct="1"/>
            <a:endParaRPr lang="en-US" altLang="ko-KR" sz="18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7338" indent="-287338" eaLnBrk="1" hangingPunct="1"/>
            <a:r>
              <a:rPr lang="en-US" altLang="ko-KR" sz="1800" b="1" err="1">
                <a:latin typeface="Courier New" panose="02070309020205020404" pitchFamily="49" charset="0"/>
                <a:cs typeface="Courier New" panose="02070309020205020404" pitchFamily="49" charset="0"/>
              </a:rPr>
              <a:t>createProblem</a:t>
            </a:r>
            <a:r>
              <a:rPr lang="en-US" altLang="ko-KR" sz="1800" b="1">
                <a:latin typeface="Courier New" panose="02070309020205020404" pitchFamily="49" charset="0"/>
                <a:cs typeface="Courier New" panose="02070309020205020404" pitchFamily="49" charset="0"/>
              </a:rPr>
              <a:t>(parameters)</a:t>
            </a:r>
            <a:r>
              <a:rPr lang="en-US" altLang="ko-KR">
                <a:cs typeface="Courier New" panose="02070309020205020404" pitchFamily="49" charset="0"/>
              </a:rPr>
              <a:t>:</a:t>
            </a:r>
          </a:p>
          <a:p>
            <a:pPr marL="611188" lvl="1" indent="-287338" eaLnBrk="1" hangingPunct="1"/>
            <a:r>
              <a:rPr lang="en-US" altLang="ko-KR" sz="1600">
                <a:cs typeface="Courier New" panose="02070309020205020404" pitchFamily="49" charset="0"/>
              </a:rPr>
              <a:t>Creates a </a:t>
            </a: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Numeric</a:t>
            </a:r>
            <a:r>
              <a:rPr lang="en-US" altLang="ko-KR" sz="1600">
                <a:cs typeface="Courier New" panose="02070309020205020404" pitchFamily="49" charset="0"/>
              </a:rPr>
              <a:t> or</a:t>
            </a:r>
            <a:r>
              <a:rPr lang="ko-KR" altLang="en-US" sz="1600">
                <a:cs typeface="Courier New" panose="02070309020205020404" pitchFamily="49" charset="0"/>
              </a:rPr>
              <a:t> </a:t>
            </a: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Tsp</a:t>
            </a:r>
            <a:r>
              <a:rPr lang="en-US" altLang="ko-KR" sz="1600">
                <a:cs typeface="Courier New" panose="02070309020205020404" pitchFamily="49" charset="0"/>
              </a:rPr>
              <a:t> object and store in </a:t>
            </a: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altLang="ko-KR" sz="1600">
                <a:cs typeface="Courier New" panose="02070309020205020404" pitchFamily="49" charset="0"/>
              </a:rPr>
              <a:t> depending on the type of problem chosen (i.e., </a:t>
            </a:r>
            <a:r>
              <a:rPr lang="en-US" altLang="ko-KR" sz="1600">
                <a:latin typeface="Consolas" panose="020B0609020204030204" pitchFamily="49" charset="0"/>
                <a:cs typeface="Courier New" panose="02070309020205020404" pitchFamily="49" charset="0"/>
              </a:rPr>
              <a:t>parameters['</a:t>
            </a:r>
            <a:r>
              <a:rPr lang="en-US" altLang="ko-KR" sz="1600" err="1">
                <a:latin typeface="Consolas" panose="020B0609020204030204" pitchFamily="49" charset="0"/>
                <a:cs typeface="Courier New" panose="02070309020205020404" pitchFamily="49" charset="0"/>
              </a:rPr>
              <a:t>pType</a:t>
            </a:r>
            <a:r>
              <a:rPr lang="en-US" altLang="ko-KR" sz="1600">
                <a:latin typeface="Consolas" panose="020B0609020204030204" pitchFamily="49" charset="0"/>
                <a:cs typeface="Courier New" panose="02070309020205020404" pitchFamily="49" charset="0"/>
              </a:rPr>
              <a:t>’]</a:t>
            </a:r>
            <a:r>
              <a:rPr lang="en-US" altLang="ko-KR" sz="1600">
                <a:cs typeface="Courier New" panose="02070309020205020404" pitchFamily="49" charset="0"/>
              </a:rPr>
              <a:t>)</a:t>
            </a:r>
            <a:endParaRPr lang="en-US" altLang="ko-KR" sz="16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11188" lvl="1" indent="-287338" eaLnBrk="1" hangingPunct="1"/>
            <a:r>
              <a:rPr lang="en-US" altLang="ko-KR" sz="1600">
                <a:cs typeface="Courier New" panose="02070309020205020404" pitchFamily="49" charset="0"/>
              </a:rPr>
              <a:t>Sets some relevant variables of </a:t>
            </a: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altLang="ko-KR" sz="1600">
                <a:cs typeface="Courier New" panose="02070309020205020404" pitchFamily="49" charset="0"/>
              </a:rPr>
              <a:t> in the class hierarchy according to the values in </a:t>
            </a: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parameters</a:t>
            </a:r>
            <a:r>
              <a:rPr lang="en-US" altLang="ko-KR" sz="1600">
                <a:cs typeface="Courier New" panose="02070309020205020404" pitchFamily="49" charset="0"/>
              </a:rPr>
              <a:t> (</a:t>
            </a:r>
            <a:r>
              <a:rPr lang="en-US" altLang="ko-KR" sz="1600" b="1" err="1">
                <a:latin typeface="Courier New" panose="02070309020205020404" pitchFamily="49" charset="0"/>
                <a:cs typeface="Courier New" panose="02070309020205020404" pitchFamily="49" charset="0"/>
              </a:rPr>
              <a:t>p.setVariables</a:t>
            </a:r>
            <a:r>
              <a:rPr lang="en-US" altLang="ko-KR" sz="1600">
                <a:cs typeface="Courier New" panose="02070309020205020404" pitchFamily="49" charset="0"/>
              </a:rPr>
              <a:t>)</a:t>
            </a:r>
          </a:p>
          <a:p>
            <a:pPr marL="611188" lvl="1" indent="-287338" eaLnBrk="1" hangingPunct="1"/>
            <a:r>
              <a:rPr lang="en-US" altLang="ko-KR" sz="1600">
                <a:cs typeface="Courier New" panose="02070309020205020404" pitchFamily="49" charset="0"/>
              </a:rPr>
              <a:t>Returns a specific problem instance </a:t>
            </a: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D7B1DE74-A8E6-09A9-0A2C-D43936C44C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>
                <a:solidFill>
                  <a:srgbClr val="D7ADD9"/>
                </a:solidFill>
              </a:rPr>
              <a:t>The New Main Program</a:t>
            </a:r>
          </a:p>
        </p:txBody>
      </p:sp>
      <p:sp>
        <p:nvSpPr>
          <p:cNvPr id="13317" name="슬라이드 번호 개체 틀 8">
            <a:extLst>
              <a:ext uri="{FF2B5EF4-FFF2-40B4-BE49-F238E27FC236}">
                <a16:creationId xmlns:a16="http://schemas.microsoft.com/office/drawing/2014/main" id="{AC5A06C7-831F-19B4-7E90-75F3A1A8D1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9693EDC1-ED6E-4126-8856-10A90A01AD02}" type="slidenum">
              <a:rPr lang="ko-KR" altLang="en-US" sz="1200" smtClean="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11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877593F-1D00-8DE4-43F8-6C919A65B5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633" y="2159934"/>
            <a:ext cx="7668344" cy="1118197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3">
            <a:extLst>
              <a:ext uri="{FF2B5EF4-FFF2-40B4-BE49-F238E27FC236}">
                <a16:creationId xmlns:a16="http://schemas.microsoft.com/office/drawing/2014/main" id="{E56324D7-92E2-9777-4BE4-612B84315400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188" indent="-287338" eaLnBrk="1" hangingPunct="1">
              <a:defRPr/>
            </a:pPr>
            <a:r>
              <a:rPr lang="en-US" altLang="ko-KR" sz="1800" b="1" err="1">
                <a:latin typeface="Courier New" panose="02070309020205020404" pitchFamily="49" charset="0"/>
                <a:cs typeface="Courier New" panose="02070309020205020404" pitchFamily="49" charset="0"/>
              </a:rPr>
              <a:t>createOptimizer</a:t>
            </a:r>
            <a:r>
              <a:rPr lang="en-US" altLang="ko-KR" sz="1800" b="1">
                <a:latin typeface="Courier New" panose="02070309020205020404" pitchFamily="49" charset="0"/>
                <a:cs typeface="Courier New" panose="02070309020205020404" pitchFamily="49" charset="0"/>
              </a:rPr>
              <a:t>(parameters)</a:t>
            </a:r>
            <a:r>
              <a:rPr lang="en-US" altLang="ko-KR">
                <a:cs typeface="Courier New" panose="02070309020205020404" pitchFamily="49" charset="0"/>
              </a:rPr>
              <a:t>:</a:t>
            </a:r>
          </a:p>
          <a:p>
            <a:pPr marL="611188" lvl="1" indent="-287338" eaLnBrk="1" hangingPunct="1">
              <a:defRPr/>
            </a:pPr>
            <a:r>
              <a:rPr lang="en-US" altLang="ko-KR" sz="1600">
                <a:cs typeface="Courier New" panose="02070309020205020404" pitchFamily="49" charset="0"/>
              </a:rPr>
              <a:t>Prepares a dictionary </a:t>
            </a: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optimizers</a:t>
            </a:r>
            <a:r>
              <a:rPr lang="en-US" altLang="ko-KR" sz="1600">
                <a:cs typeface="Courier New" panose="02070309020205020404" pitchFamily="49" charset="0"/>
              </a:rPr>
              <a:t> of algorithm class names (</a:t>
            </a: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optimizers</a:t>
            </a:r>
            <a:r>
              <a:rPr lang="en-US" altLang="ko-KR" sz="1600">
                <a:cs typeface="Courier New" panose="02070309020205020404" pitchFamily="49" charset="0"/>
              </a:rPr>
              <a:t>) that can be indexed by </a:t>
            </a:r>
            <a:r>
              <a:rPr lang="en-US" altLang="ko-KR" sz="1600" b="1" err="1">
                <a:latin typeface="Courier New" panose="02070309020205020404" pitchFamily="49" charset="0"/>
                <a:cs typeface="Courier New" panose="02070309020205020404" pitchFamily="49" charset="0"/>
              </a:rPr>
              <a:t>aType</a:t>
            </a: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>
                <a:latin typeface="Courier New" panose="02070309020205020404" pitchFamily="49" charset="0"/>
                <a:cs typeface="Courier New" panose="02070309020205020404" pitchFamily="49" charset="0"/>
              </a:rPr>
              <a:t>(= parameters['</a:t>
            </a:r>
            <a:r>
              <a:rPr lang="en-US" altLang="ko-KR" sz="1600" err="1">
                <a:latin typeface="Courier New" panose="02070309020205020404" pitchFamily="49" charset="0"/>
                <a:cs typeface="Courier New" panose="02070309020205020404" pitchFamily="49" charset="0"/>
              </a:rPr>
              <a:t>aType</a:t>
            </a:r>
            <a:r>
              <a:rPr lang="en-US" altLang="ko-KR" sz="1600">
                <a:latin typeface="Courier New" panose="02070309020205020404" pitchFamily="49" charset="0"/>
                <a:cs typeface="Courier New" panose="02070309020205020404" pitchFamily="49" charset="0"/>
              </a:rPr>
              <a:t>'])</a:t>
            </a:r>
          </a:p>
          <a:p>
            <a:pPr marL="611188" lvl="1" indent="-287338" eaLnBrk="1" hangingPunct="1">
              <a:defRPr/>
            </a:pPr>
            <a:endParaRPr lang="en-US" altLang="ko-KR" sz="1600">
              <a:cs typeface="Courier New" panose="02070309020205020404" pitchFamily="49" charset="0"/>
            </a:endParaRPr>
          </a:p>
          <a:p>
            <a:pPr marL="611188" lvl="1" indent="-287338" eaLnBrk="1" hangingPunct="1">
              <a:defRPr/>
            </a:pPr>
            <a:endParaRPr lang="en-US" altLang="ko-KR" sz="1600">
              <a:cs typeface="Courier New" panose="02070309020205020404" pitchFamily="49" charset="0"/>
            </a:endParaRPr>
          </a:p>
          <a:p>
            <a:pPr marL="611188" lvl="1" indent="-287338" eaLnBrk="1" hangingPunct="1">
              <a:defRPr/>
            </a:pPr>
            <a:endParaRPr lang="en-US" altLang="ko-KR" sz="1600">
              <a:cs typeface="Courier New" panose="02070309020205020404" pitchFamily="49" charset="0"/>
            </a:endParaRPr>
          </a:p>
          <a:p>
            <a:pPr marL="611188" lvl="1" indent="-287338" eaLnBrk="1" hangingPunct="1">
              <a:defRPr/>
            </a:pPr>
            <a:endParaRPr lang="en-US" altLang="ko-KR" sz="1600">
              <a:cs typeface="Courier New" panose="02070309020205020404" pitchFamily="49" charset="0"/>
            </a:endParaRPr>
          </a:p>
          <a:p>
            <a:pPr marL="611188" lvl="1" indent="-287338" eaLnBrk="1" hangingPunct="1">
              <a:defRPr/>
            </a:pPr>
            <a:r>
              <a:rPr lang="en-US" altLang="ko-KR" sz="1600">
                <a:cs typeface="Courier New" panose="02070309020205020404" pitchFamily="49" charset="0"/>
              </a:rPr>
              <a:t>Creates an object </a:t>
            </a:r>
            <a:r>
              <a:rPr lang="en-US" altLang="ko-KR" sz="1600" b="1" err="1">
                <a:latin typeface="Courier New" panose="02070309020205020404" pitchFamily="49" charset="0"/>
                <a:cs typeface="Courier New" panose="02070309020205020404" pitchFamily="49" charset="0"/>
              </a:rPr>
              <a:t>alg</a:t>
            </a:r>
            <a:r>
              <a:rPr lang="en-US" altLang="ko-KR" sz="1600">
                <a:cs typeface="Courier New" panose="02070309020205020404" pitchFamily="49" charset="0"/>
              </a:rPr>
              <a:t> of the targeted algorithm by applying the </a:t>
            </a:r>
            <a:r>
              <a:rPr lang="en-US" altLang="ko-KR" sz="1600" b="1">
                <a:solidFill>
                  <a:srgbClr val="8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eval</a:t>
            </a:r>
            <a:r>
              <a:rPr lang="en-US" altLang="ko-KR" sz="1600">
                <a:cs typeface="Courier New" panose="02070309020205020404" pitchFamily="49" charset="0"/>
              </a:rPr>
              <a:t> function to the string of the name of the algorithm class </a:t>
            </a:r>
            <a:r>
              <a:rPr lang="en-US" altLang="ko-KR" sz="1400">
                <a:cs typeface="Courier New" panose="02070309020205020404" pitchFamily="49" charset="0"/>
              </a:rPr>
              <a:t>(</a:t>
            </a:r>
            <a:r>
              <a:rPr lang="en-US" altLang="ko-KR" sz="1400" b="1">
                <a:solidFill>
                  <a:srgbClr val="8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eval</a:t>
            </a: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(optimizers[</a:t>
            </a:r>
            <a:r>
              <a:rPr lang="en-US" altLang="ko-KR" sz="1400" b="1" err="1">
                <a:latin typeface="Courier New" panose="02070309020205020404" pitchFamily="49" charset="0"/>
                <a:cs typeface="Courier New" panose="02070309020205020404" pitchFamily="49" charset="0"/>
              </a:rPr>
              <a:t>aType</a:t>
            </a: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  <a:r>
              <a:rPr lang="en-US" altLang="ko-KR" sz="1400">
                <a:cs typeface="Courier New" panose="02070309020205020404" pitchFamily="49" charset="0"/>
              </a:rPr>
              <a:t>)</a:t>
            </a:r>
            <a:endParaRPr lang="en-US" altLang="ko-KR" sz="1600">
              <a:cs typeface="Courier New" panose="02070309020205020404" pitchFamily="49" charset="0"/>
            </a:endParaRPr>
          </a:p>
          <a:p>
            <a:pPr marL="611188" lvl="1" indent="-287338" eaLnBrk="1" hangingPunct="1">
              <a:defRPr/>
            </a:pPr>
            <a:r>
              <a:rPr lang="en-US" altLang="ko-KR" sz="1600">
                <a:cs typeface="Courier New" panose="02070309020205020404" pitchFamily="49" charset="0"/>
              </a:rPr>
              <a:t>Sets the class variables of </a:t>
            </a:r>
            <a:r>
              <a:rPr lang="en-US" altLang="ko-KR" sz="1600" b="1" err="1">
                <a:latin typeface="Courier New" panose="02070309020205020404" pitchFamily="49" charset="0"/>
                <a:cs typeface="Courier New" panose="02070309020205020404" pitchFamily="49" charset="0"/>
              </a:rPr>
              <a:t>alg</a:t>
            </a:r>
            <a:r>
              <a:rPr lang="en-US" altLang="ko-KR" sz="1600">
                <a:cs typeface="Courier New" panose="02070309020205020404" pitchFamily="49" charset="0"/>
              </a:rPr>
              <a:t> with the values in </a:t>
            </a: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parameters</a:t>
            </a:r>
            <a:r>
              <a:rPr lang="en-US" altLang="ko-KR" sz="1600">
                <a:cs typeface="Courier New" panose="02070309020205020404" pitchFamily="49" charset="0"/>
              </a:rPr>
              <a:t> </a:t>
            </a:r>
            <a:r>
              <a:rPr lang="en-US" altLang="ko-KR" sz="1400">
                <a:cs typeface="Courier New" panose="02070309020205020404" pitchFamily="49" charset="0"/>
              </a:rPr>
              <a:t>(</a:t>
            </a:r>
            <a:r>
              <a:rPr lang="en-US" altLang="ko-KR" sz="1400" b="1" err="1">
                <a:latin typeface="Courier New" panose="02070309020205020404" pitchFamily="49" charset="0"/>
                <a:cs typeface="Courier New" panose="02070309020205020404" pitchFamily="49" charset="0"/>
              </a:rPr>
              <a:t>alg.setVariables</a:t>
            </a:r>
            <a:r>
              <a:rPr lang="en-US" altLang="ko-KR" sz="1400">
                <a:cs typeface="Courier New" panose="02070309020205020404" pitchFamily="49" charset="0"/>
              </a:rPr>
              <a:t>)</a:t>
            </a:r>
          </a:p>
          <a:p>
            <a:pPr marL="611188" lvl="1" indent="-287338" eaLnBrk="1" hangingPunct="1">
              <a:defRPr/>
            </a:pPr>
            <a:r>
              <a:rPr lang="en-US" altLang="ko-KR" sz="1600">
                <a:cs typeface="Courier New" panose="02070309020205020404" pitchFamily="49" charset="0"/>
              </a:rPr>
              <a:t>Returns </a:t>
            </a:r>
            <a:r>
              <a:rPr lang="en-US" altLang="ko-KR" sz="1600" b="1" err="1">
                <a:latin typeface="Courier New" panose="02070309020205020404" pitchFamily="49" charset="0"/>
                <a:cs typeface="Courier New" panose="02070309020205020404" pitchFamily="49" charset="0"/>
              </a:rPr>
              <a:t>alg</a:t>
            </a:r>
            <a:r>
              <a:rPr lang="en-US" altLang="ko-KR" sz="1600">
                <a:cs typeface="Courier New" panose="02070309020205020404" pitchFamily="49" charset="0"/>
              </a:rPr>
              <a:t> as the created optimizer object </a:t>
            </a:r>
            <a:endParaRPr lang="en-US" altLang="ko-KR" sz="16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indent="-287338" eaLnBrk="1" hangingPunct="1">
              <a:defRPr/>
            </a:pPr>
            <a:endParaRPr lang="en-US" altLang="ko-KR">
              <a:cs typeface="Courier New" panose="02070309020205020404" pitchFamily="49" charset="0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4EC3F0D5-00A5-0723-59A9-9D6CB4DEF4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>
                <a:solidFill>
                  <a:srgbClr val="D7ADD9"/>
                </a:solidFill>
              </a:rPr>
              <a:t>The New Main Program</a:t>
            </a:r>
          </a:p>
        </p:txBody>
      </p:sp>
      <p:sp>
        <p:nvSpPr>
          <p:cNvPr id="15365" name="슬라이드 번호 개체 틀 8">
            <a:extLst>
              <a:ext uri="{FF2B5EF4-FFF2-40B4-BE49-F238E27FC236}">
                <a16:creationId xmlns:a16="http://schemas.microsoft.com/office/drawing/2014/main" id="{7EAF19DC-D11A-7D4A-39BF-2E31BCEF185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B1AD6F28-7A4C-457A-808A-13A53FA858B6}" type="slidenum">
              <a:rPr lang="ko-KR" altLang="en-US" sz="1200" smtClean="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12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2F84277-5A37-48C7-BA0A-738ED14D21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0625" y="2060848"/>
            <a:ext cx="6762750" cy="11715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3">
            <a:extLst>
              <a:ext uri="{FF2B5EF4-FFF2-40B4-BE49-F238E27FC236}">
                <a16:creationId xmlns:a16="http://schemas.microsoft.com/office/drawing/2014/main" id="{8B2E04C7-DEA2-A6C3-D2B2-6D2114D3CCA9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 eaLnBrk="1" hangingPunct="1">
              <a:defRPr/>
            </a:pPr>
            <a:r>
              <a:rPr lang="en-US" altLang="ko-KR" sz="1800" b="1" err="1">
                <a:latin typeface="Courier New" panose="02070309020205020404" pitchFamily="49" charset="0"/>
                <a:cs typeface="Courier New" panose="02070309020205020404" pitchFamily="49" charset="0"/>
              </a:rPr>
              <a:t>conductExperiment</a:t>
            </a:r>
            <a:r>
              <a:rPr lang="en-US" altLang="ko-KR" sz="1800" b="1">
                <a:latin typeface="Courier New" panose="02070309020205020404" pitchFamily="49" charset="0"/>
                <a:cs typeface="Courier New" panose="02070309020205020404" pitchFamily="49" charset="0"/>
              </a:rPr>
              <a:t>(p, </a:t>
            </a:r>
            <a:r>
              <a:rPr lang="en-US" altLang="ko-KR" sz="1800" b="1" err="1">
                <a:latin typeface="Courier New" panose="02070309020205020404" pitchFamily="49" charset="0"/>
                <a:cs typeface="Courier New" panose="02070309020205020404" pitchFamily="49" charset="0"/>
              </a:rPr>
              <a:t>alg</a:t>
            </a:r>
            <a:r>
              <a:rPr lang="en-US" altLang="ko-KR" sz="1800" b="1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altLang="ko-KR">
                <a:cs typeface="Courier New" panose="02070309020205020404" pitchFamily="49" charset="0"/>
              </a:rPr>
              <a:t>:</a:t>
            </a:r>
          </a:p>
          <a:p>
            <a:pPr marL="611188" lvl="1" indent="-287338" eaLnBrk="1" hangingPunct="1">
              <a:defRPr/>
            </a:pPr>
            <a:r>
              <a:rPr lang="en-US" altLang="ko-KR" sz="1600">
                <a:cs typeface="Courier New" panose="02070309020205020404" pitchFamily="49" charset="0"/>
              </a:rPr>
              <a:t>Solves the problem </a:t>
            </a: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altLang="ko-KR" sz="1600">
                <a:cs typeface="Courier New" panose="02070309020205020404" pitchFamily="49" charset="0"/>
              </a:rPr>
              <a:t> with the chosen optimizer </a:t>
            </a:r>
            <a:r>
              <a:rPr lang="en-US" altLang="ko-KR" sz="1600" b="1" err="1">
                <a:latin typeface="Courier New" panose="02070309020205020404" pitchFamily="49" charset="0"/>
                <a:cs typeface="Courier New" panose="02070309020205020404" pitchFamily="49" charset="0"/>
              </a:rPr>
              <a:t>alg</a:t>
            </a:r>
            <a:r>
              <a:rPr lang="en-US" altLang="ko-KR" sz="1600">
                <a:cs typeface="Courier New" panose="02070309020205020404" pitchFamily="49" charset="0"/>
              </a:rPr>
              <a:t> and collects the result of each individual experiment</a:t>
            </a:r>
          </a:p>
          <a:p>
            <a:pPr marL="899188" lvl="2" indent="-287338" eaLnBrk="1" hangingPunct="1">
              <a:defRPr/>
            </a:pPr>
            <a:r>
              <a:rPr lang="en-US" altLang="ko-KR" sz="1600">
                <a:cs typeface="Courier New" panose="02070309020205020404" pitchFamily="49" charset="0"/>
              </a:rPr>
              <a:t>If the chosen algorithm is a hill climber, then the random restart algorithm is called </a:t>
            </a:r>
            <a:r>
              <a:rPr lang="en-US" altLang="ko-KR" sz="1400">
                <a:cs typeface="Courier New" panose="02070309020205020404" pitchFamily="49" charset="0"/>
              </a:rPr>
              <a:t>(</a:t>
            </a:r>
            <a:r>
              <a:rPr lang="en-US" altLang="ko-KR" sz="1400" b="1" err="1">
                <a:latin typeface="Courier New" panose="02070309020205020404" pitchFamily="49" charset="0"/>
                <a:cs typeface="Courier New" panose="02070309020205020404" pitchFamily="49" charset="0"/>
              </a:rPr>
              <a:t>alg.randomRestart</a:t>
            </a:r>
            <a:r>
              <a:rPr lang="en-US" altLang="ko-KR" sz="1400">
                <a:cs typeface="Courier New" panose="02070309020205020404" pitchFamily="49" charset="0"/>
              </a:rPr>
              <a:t>)</a:t>
            </a:r>
          </a:p>
          <a:p>
            <a:pPr marL="899188" lvl="2" indent="-287338" eaLnBrk="1" hangingPunct="1">
              <a:defRPr/>
            </a:pPr>
            <a:r>
              <a:rPr lang="en-US" altLang="ko-KR" sz="1600">
                <a:cs typeface="Courier New" panose="02070309020205020404" pitchFamily="49" charset="0"/>
              </a:rPr>
              <a:t>Otherwise, its </a:t>
            </a: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run</a:t>
            </a:r>
            <a:r>
              <a:rPr lang="en-US" altLang="ko-KR" sz="1600">
                <a:cs typeface="Courier New" panose="02070309020205020404" pitchFamily="49" charset="0"/>
              </a:rPr>
              <a:t> method is called </a:t>
            </a:r>
            <a:r>
              <a:rPr lang="en-US" altLang="ko-KR" sz="1400">
                <a:cs typeface="Courier New" panose="02070309020205020404" pitchFamily="49" charset="0"/>
              </a:rPr>
              <a:t>(</a:t>
            </a:r>
            <a:r>
              <a:rPr lang="en-US" altLang="ko-KR" sz="1400" b="1" err="1">
                <a:latin typeface="Courier New" panose="02070309020205020404" pitchFamily="49" charset="0"/>
                <a:cs typeface="Courier New" panose="02070309020205020404" pitchFamily="49" charset="0"/>
              </a:rPr>
              <a:t>alg.run</a:t>
            </a:r>
            <a:r>
              <a:rPr lang="en-US" altLang="ko-KR" sz="1400">
                <a:cs typeface="Courier New" panose="02070309020205020404" pitchFamily="49" charset="0"/>
              </a:rPr>
              <a:t>)</a:t>
            </a:r>
          </a:p>
          <a:p>
            <a:pPr marL="611188" lvl="1" indent="-287338" eaLnBrk="1" hangingPunct="1">
              <a:defRPr/>
            </a:pPr>
            <a:endParaRPr lang="en-US" altLang="ko-KR" sz="1600"/>
          </a:p>
          <a:p>
            <a:pPr marL="611188" lvl="1" indent="-287338" eaLnBrk="1" hangingPunct="1">
              <a:defRPr/>
            </a:pPr>
            <a:endParaRPr lang="en-US" altLang="ko-KR" sz="1600"/>
          </a:p>
          <a:p>
            <a:pPr marL="611188" lvl="1" indent="-287338" eaLnBrk="1" hangingPunct="1">
              <a:defRPr/>
            </a:pPr>
            <a:endParaRPr lang="en-US" altLang="ko-KR" sz="1600"/>
          </a:p>
          <a:p>
            <a:pPr marL="611188" lvl="1" indent="-287338" eaLnBrk="1" hangingPunct="1">
              <a:defRPr/>
            </a:pPr>
            <a:endParaRPr lang="en-US" altLang="ko-KR" sz="1600"/>
          </a:p>
          <a:p>
            <a:pPr marL="611188" lvl="1" indent="-287338" eaLnBrk="1" hangingPunct="1">
              <a:defRPr/>
            </a:pPr>
            <a:endParaRPr lang="en-US" altLang="ko-KR" sz="1600"/>
          </a:p>
          <a:p>
            <a:pPr marL="611188" lvl="1" indent="-287338" eaLnBrk="1" hangingPunct="1">
              <a:defRPr/>
            </a:pPr>
            <a:endParaRPr lang="en-US" altLang="ko-KR" sz="1600"/>
          </a:p>
          <a:p>
            <a:pPr marL="611188" lvl="1" indent="-287338" eaLnBrk="1" hangingPunct="1">
              <a:defRPr/>
            </a:pPr>
            <a:r>
              <a:rPr lang="en-US" altLang="ko-KR" sz="1600"/>
              <a:t>Repeats experiment multiple times </a:t>
            </a:r>
            <a:r>
              <a:rPr lang="en-US" altLang="ko-KR" sz="1400"/>
              <a:t>(</a:t>
            </a:r>
            <a:r>
              <a:rPr lang="en-US" altLang="ko-KR" sz="1400" b="1" err="1">
                <a:latin typeface="Courier New" panose="02070309020205020404" pitchFamily="49" charset="0"/>
                <a:cs typeface="Courier New" panose="02070309020205020404" pitchFamily="49" charset="0"/>
              </a:rPr>
              <a:t>numExp</a:t>
            </a: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 = parameters[</a:t>
            </a:r>
            <a:r>
              <a:rPr lang="en-US" altLang="ko-KR" sz="1400" b="1" err="1">
                <a:latin typeface="Courier New" panose="02070309020205020404" pitchFamily="49" charset="0"/>
                <a:cs typeface="Courier New" panose="02070309020205020404" pitchFamily="49" charset="0"/>
              </a:rPr>
              <a:t>numExp</a:t>
            </a: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altLang="ko-KR" sz="1400"/>
              <a:t>) </a:t>
            </a:r>
            <a:r>
              <a:rPr lang="en-US" altLang="ko-KR" sz="1600"/>
              <a:t>if requested and collects the results</a:t>
            </a:r>
          </a:p>
          <a:p>
            <a:pPr marL="611188" lvl="1" indent="-287338" eaLnBrk="1" hangingPunct="1">
              <a:defRPr/>
            </a:pPr>
            <a:r>
              <a:rPr lang="en-US" altLang="ko-KR" sz="1600"/>
              <a:t>Finally, stores the summary of the best result </a:t>
            </a:r>
            <a:r>
              <a:rPr lang="en-US" altLang="ko-KR" sz="1400"/>
              <a:t>(</a:t>
            </a:r>
            <a:r>
              <a:rPr lang="en-US" altLang="ko-KR" sz="1400" b="1" err="1">
                <a:latin typeface="Courier New" panose="02070309020205020404" pitchFamily="49" charset="0"/>
                <a:cs typeface="Courier New" panose="02070309020205020404" pitchFamily="49" charset="0"/>
              </a:rPr>
              <a:t>p.storeExpResult</a:t>
            </a:r>
            <a:r>
              <a:rPr lang="en-US" altLang="ko-KR" sz="1400"/>
              <a:t>)</a:t>
            </a:r>
          </a:p>
          <a:p>
            <a:pPr marL="287188" indent="-287338" eaLnBrk="1" hangingPunct="1">
              <a:defRPr/>
            </a:pPr>
            <a:endParaRPr lang="en-US" altLang="ko-KR">
              <a:cs typeface="Courier New" panose="02070309020205020404" pitchFamily="49" charset="0"/>
            </a:endParaRP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F29E0093-79E1-5698-224D-1AE0E91BD3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>
                <a:solidFill>
                  <a:srgbClr val="D7ADD9"/>
                </a:solidFill>
              </a:rPr>
              <a:t>The New Main Program</a:t>
            </a:r>
          </a:p>
        </p:txBody>
      </p:sp>
      <p:sp>
        <p:nvSpPr>
          <p:cNvPr id="17413" name="슬라이드 번호 개체 틀 8">
            <a:extLst>
              <a:ext uri="{FF2B5EF4-FFF2-40B4-BE49-F238E27FC236}">
                <a16:creationId xmlns:a16="http://schemas.microsoft.com/office/drawing/2014/main" id="{2DF12189-A373-74D4-A868-559605FE70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3B7556B2-8C99-4E66-B72F-BDD54F92AC2B}" type="slidenum">
              <a:rPr lang="ko-KR" altLang="en-US" sz="1200" smtClean="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13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47D5372-03F6-4BE1-BA71-C51888453E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3068960"/>
            <a:ext cx="5802784" cy="194600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3">
            <a:extLst>
              <a:ext uri="{FF2B5EF4-FFF2-40B4-BE49-F238E27FC236}">
                <a16:creationId xmlns:a16="http://schemas.microsoft.com/office/drawing/2014/main" id="{E36C7FAF-0AEB-CF52-A033-9E38F1189A7B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 eaLnBrk="1" hangingPunct="1"/>
            <a:r>
              <a:rPr lang="en-US" altLang="ko-KR" sz="1600"/>
              <a:t>For </a:t>
            </a:r>
            <a:r>
              <a:rPr lang="en-US" altLang="ko-KR" sz="1600" u="sng"/>
              <a:t>recording the results of experiments</a:t>
            </a:r>
            <a:r>
              <a:rPr lang="en-US" altLang="ko-KR" sz="1600"/>
              <a:t>, the </a:t>
            </a: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Problem</a:t>
            </a:r>
            <a:r>
              <a:rPr lang="en-US" altLang="ko-KR" sz="1600"/>
              <a:t> class is revised to have the following additional variables:</a:t>
            </a:r>
          </a:p>
          <a:p>
            <a:pPr marL="611188" lvl="1" indent="-287338" eaLnBrk="1" hangingPunct="1"/>
            <a:r>
              <a:rPr lang="en-US" altLang="ko-KR" sz="1400" b="1" err="1">
                <a:latin typeface="Courier New" panose="02070309020205020404" pitchFamily="49" charset="0"/>
              </a:rPr>
              <a:t>pFileName</a:t>
            </a:r>
            <a:r>
              <a:rPr lang="en-US" altLang="ko-KR" sz="1400"/>
              <a:t>: name of the file containing problem specifics</a:t>
            </a:r>
          </a:p>
          <a:p>
            <a:pPr marL="611188" lvl="1" indent="-287338" eaLnBrk="1" hangingPunct="1"/>
            <a:r>
              <a:rPr lang="en-US" altLang="ko-KR" sz="1400"/>
              <a:t>The following 6 values are calculated in the</a:t>
            </a:r>
            <a:r>
              <a:rPr lang="ko-KR" altLang="en-US" sz="1400"/>
              <a:t> </a:t>
            </a:r>
            <a:r>
              <a:rPr lang="en-US" altLang="ko-KR" sz="1400">
                <a:latin typeface="Courier New" panose="02070309020205020404" pitchFamily="49" charset="0"/>
              </a:rPr>
              <a:t>main.py</a:t>
            </a:r>
            <a:r>
              <a:rPr lang="ko-KR" altLang="en-US" sz="1400"/>
              <a:t> </a:t>
            </a:r>
            <a:r>
              <a:rPr lang="en-US" altLang="ko-KR" sz="1400"/>
              <a:t>by</a:t>
            </a:r>
            <a:r>
              <a:rPr lang="ko-KR" altLang="en-US" sz="1400"/>
              <a:t> </a:t>
            </a:r>
            <a:r>
              <a:rPr lang="en-US" altLang="ko-KR" sz="1400" err="1">
                <a:latin typeface="Courier New" panose="02070309020205020404" pitchFamily="49" charset="0"/>
              </a:rPr>
              <a:t>conductExperiment</a:t>
            </a:r>
            <a:r>
              <a:rPr lang="ko-KR" altLang="en-US" sz="1400">
                <a:latin typeface="Courier New" panose="02070309020205020404" pitchFamily="49" charset="0"/>
              </a:rPr>
              <a:t>며</a:t>
            </a:r>
            <a:r>
              <a:rPr lang="en-US" altLang="ko-KR" sz="1400"/>
              <a:t>and are stored in the </a:t>
            </a:r>
            <a:r>
              <a:rPr lang="en-US" altLang="ko-KR" sz="1400">
                <a:latin typeface="Courier New" panose="02070309020205020404" pitchFamily="49" charset="0"/>
                <a:cs typeface="Courier New" panose="02070309020205020404" pitchFamily="49" charset="0"/>
              </a:rPr>
              <a:t>problem</a:t>
            </a:r>
            <a:r>
              <a:rPr lang="en-US" altLang="ko-KR" sz="1400"/>
              <a:t> instance by calling</a:t>
            </a:r>
            <a:r>
              <a:rPr lang="ko-KR" altLang="en-US" sz="1400">
                <a:latin typeface="Courier New" panose="02070309020205020404" pitchFamily="49" charset="0"/>
              </a:rPr>
              <a:t> </a:t>
            </a:r>
            <a:r>
              <a:rPr lang="en-US" altLang="ko-KR" sz="1400" err="1">
                <a:latin typeface="Courier New" panose="02070309020205020404" pitchFamily="49" charset="0"/>
              </a:rPr>
              <a:t>p.storeExpResult</a:t>
            </a:r>
            <a:r>
              <a:rPr lang="en-US" altLang="ko-KR" sz="1400">
                <a:latin typeface="Courier New" panose="02070309020205020404" pitchFamily="49" charset="0"/>
              </a:rPr>
              <a:t> </a:t>
            </a:r>
          </a:p>
          <a:p>
            <a:pPr marL="611188" lvl="1" indent="-287338" eaLnBrk="1" hangingPunct="1"/>
            <a:r>
              <a:rPr lang="en-US" altLang="ko-KR" sz="1400" b="1" err="1">
                <a:latin typeface="Courier New" panose="02070309020205020404" pitchFamily="49" charset="0"/>
              </a:rPr>
              <a:t>bestSolution</a:t>
            </a:r>
            <a:r>
              <a:rPr lang="en-US" altLang="ko-KR" sz="1400"/>
              <a:t>: </a:t>
            </a:r>
            <a:r>
              <a:rPr lang="en-US" sz="1400"/>
              <a:t>The best solution found so far</a:t>
            </a:r>
            <a:endParaRPr lang="en-US" altLang="ko-KR" sz="1400"/>
          </a:p>
          <a:p>
            <a:pPr marL="899188" lvl="2" indent="-287338" eaLnBrk="1" hangingPunct="1"/>
            <a:r>
              <a:rPr lang="en-US" altLang="ko-KR" sz="1200"/>
              <a:t>best solution found in </a:t>
            </a:r>
            <a:r>
              <a:rPr lang="en-US" altLang="ko-KR" sz="1200" i="1">
                <a:latin typeface="Times New Roman" panose="02020603050405020304" pitchFamily="18" charset="0"/>
              </a:rPr>
              <a:t>n</a:t>
            </a:r>
            <a:r>
              <a:rPr lang="en-US" altLang="ko-KR" sz="1200"/>
              <a:t> different experiments (</a:t>
            </a:r>
            <a:r>
              <a:rPr lang="en-US" altLang="ko-KR" sz="1200">
                <a:latin typeface="Consolas" panose="020B0609020204030204" pitchFamily="49" charset="0"/>
              </a:rPr>
              <a:t>n = </a:t>
            </a:r>
            <a:r>
              <a:rPr lang="en-US" altLang="ko-KR" sz="1200" err="1">
                <a:latin typeface="Consolas" panose="020B0609020204030204" pitchFamily="49" charset="0"/>
              </a:rPr>
              <a:t>numExp</a:t>
            </a:r>
            <a:r>
              <a:rPr lang="en-US" altLang="ko-KR" sz="1200">
                <a:latin typeface="Consolas" panose="020B0609020204030204" pitchFamily="49" charset="0"/>
              </a:rPr>
              <a:t> = parameters[</a:t>
            </a:r>
            <a:r>
              <a:rPr lang="en-US" altLang="ko-KR" sz="1200" err="1">
                <a:latin typeface="Consolas" panose="020B0609020204030204" pitchFamily="49" charset="0"/>
              </a:rPr>
              <a:t>numExp</a:t>
            </a:r>
            <a:r>
              <a:rPr lang="en-US" altLang="ko-KR" sz="1200">
                <a:latin typeface="Consolas" panose="020B0609020204030204" pitchFamily="49" charset="0"/>
              </a:rPr>
              <a:t>]</a:t>
            </a:r>
            <a:r>
              <a:rPr lang="en-US" altLang="ko-KR" sz="1200"/>
              <a:t>)</a:t>
            </a:r>
          </a:p>
          <a:p>
            <a:pPr marL="611188" lvl="1" indent="-287338" eaLnBrk="1" hangingPunct="1"/>
            <a:r>
              <a:rPr lang="en-US" altLang="ko-KR" sz="1400" b="1" err="1">
                <a:latin typeface="Courier New" panose="02070309020205020404" pitchFamily="49" charset="0"/>
              </a:rPr>
              <a:t>bestMinimum</a:t>
            </a:r>
            <a:r>
              <a:rPr lang="en-US" altLang="ko-KR" sz="1400"/>
              <a:t>: objective value of </a:t>
            </a:r>
            <a:r>
              <a:rPr lang="en-US" altLang="ko-KR" sz="1400" b="1" err="1">
                <a:latin typeface="Courier New" panose="02070309020205020404" pitchFamily="49" charset="0"/>
              </a:rPr>
              <a:t>bestSolution</a:t>
            </a:r>
            <a:endParaRPr lang="en-US" altLang="ko-KR" sz="1400"/>
          </a:p>
          <a:p>
            <a:pPr marL="611188" lvl="1" indent="-287338" eaLnBrk="1" hangingPunct="1"/>
            <a:r>
              <a:rPr lang="en-US" altLang="ko-KR" sz="1400" b="1" err="1">
                <a:latin typeface="Courier New" panose="02070309020205020404" pitchFamily="49" charset="0"/>
              </a:rPr>
              <a:t>avgMinimum</a:t>
            </a:r>
            <a:r>
              <a:rPr lang="en-US" altLang="ko-KR" sz="1400"/>
              <a:t>: average objective value of the best solutions obtained from </a:t>
            </a:r>
            <a:r>
              <a:rPr lang="en-US" altLang="ko-KR" sz="1400" i="1">
                <a:latin typeface="Times New Roman" panose="02020603050405020304" pitchFamily="18" charset="0"/>
              </a:rPr>
              <a:t>n</a:t>
            </a:r>
            <a:r>
              <a:rPr lang="en-US" altLang="ko-KR" sz="1400"/>
              <a:t> experiments (</a:t>
            </a:r>
            <a:r>
              <a:rPr lang="en-US" altLang="ko-KR" sz="1400" b="1" err="1">
                <a:latin typeface="Courier New" panose="02070309020205020404" pitchFamily="49" charset="0"/>
              </a:rPr>
              <a:t>sumOfMinimum</a:t>
            </a:r>
            <a:r>
              <a:rPr lang="en-US" altLang="ko-KR" sz="1400" b="1">
                <a:latin typeface="Courier New" panose="02070309020205020404" pitchFamily="49" charset="0"/>
              </a:rPr>
              <a:t> </a:t>
            </a:r>
            <a:r>
              <a:rPr lang="en-US" altLang="ko-KR" sz="1400"/>
              <a:t>average)</a:t>
            </a:r>
          </a:p>
          <a:p>
            <a:pPr marL="899188" lvl="2" indent="-287338" eaLnBrk="1" hangingPunct="1"/>
            <a:r>
              <a:rPr lang="en-US" altLang="ko-KR" sz="1200" b="1" err="1">
                <a:latin typeface="Courier New" panose="02070309020205020404" pitchFamily="49" charset="0"/>
                <a:cs typeface="Courier New" panose="02070309020205020404" pitchFamily="49" charset="0"/>
              </a:rPr>
              <a:t>sumOfMinimum</a:t>
            </a:r>
            <a:r>
              <a:rPr lang="en-US" altLang="ko-KR" sz="1200"/>
              <a:t>: Calculated in main.py, where the objective value obtained during each iteration over </a:t>
            </a:r>
            <a:r>
              <a:rPr lang="en-US" altLang="ko-KR" sz="1200" b="1" err="1">
                <a:latin typeface="Courier New" panose="02070309020205020404" pitchFamily="49" charset="0"/>
                <a:cs typeface="Courier New" panose="02070309020205020404" pitchFamily="49" charset="0"/>
              </a:rPr>
              <a:t>numExp</a:t>
            </a:r>
            <a:r>
              <a:rPr lang="en-US" altLang="ko-KR" sz="1200"/>
              <a:t> is called </a:t>
            </a:r>
            <a:r>
              <a:rPr lang="en-US" altLang="ko-KR" sz="1200" b="1" err="1">
                <a:latin typeface="Courier New" panose="02070309020205020404" pitchFamily="49" charset="0"/>
                <a:cs typeface="Courier New" panose="02070309020205020404" pitchFamily="49" charset="0"/>
              </a:rPr>
              <a:t>newMinimum</a:t>
            </a:r>
            <a:r>
              <a:rPr lang="en-US" altLang="ko-KR" sz="1200"/>
              <a:t>, and </a:t>
            </a:r>
            <a:r>
              <a:rPr lang="en-US" altLang="ko-KR" sz="1200" b="1" err="1">
                <a:latin typeface="Courier New" panose="02070309020205020404" pitchFamily="49" charset="0"/>
                <a:cs typeface="Courier New" panose="02070309020205020404" pitchFamily="49" charset="0"/>
              </a:rPr>
              <a:t>sumOfMinimum</a:t>
            </a:r>
            <a:r>
              <a:rPr lang="en-US" altLang="ko-KR" sz="1200"/>
              <a:t> += </a:t>
            </a:r>
            <a:r>
              <a:rPr lang="en-US" altLang="ko-KR" sz="1200" b="1" err="1">
                <a:latin typeface="Courier New" panose="02070309020205020404" pitchFamily="49" charset="0"/>
                <a:cs typeface="Courier New" panose="02070309020205020404" pitchFamily="49" charset="0"/>
              </a:rPr>
              <a:t>newMinimum</a:t>
            </a:r>
            <a:endParaRPr lang="en-US" altLang="ko-KR" sz="1200"/>
          </a:p>
          <a:p>
            <a:pPr marL="611188" lvl="1" indent="-287338" eaLnBrk="1" hangingPunct="1"/>
            <a:r>
              <a:rPr lang="en-US" altLang="ko-KR" sz="1400" b="1" err="1">
                <a:latin typeface="Courier New" panose="02070309020205020404" pitchFamily="49" charset="0"/>
              </a:rPr>
              <a:t>avgNumEval</a:t>
            </a:r>
            <a:r>
              <a:rPr lang="en-US" altLang="ko-KR" sz="1400"/>
              <a:t>: average number of evaluations made in </a:t>
            </a:r>
            <a:r>
              <a:rPr lang="en-US" altLang="ko-KR" sz="1400" i="1">
                <a:latin typeface="Times New Roman" panose="02020603050405020304" pitchFamily="18" charset="0"/>
              </a:rPr>
              <a:t>n</a:t>
            </a:r>
            <a:r>
              <a:rPr lang="en-US" altLang="ko-KR" sz="1400"/>
              <a:t> different experiments</a:t>
            </a:r>
          </a:p>
          <a:p>
            <a:pPr marL="611188" lvl="1" indent="-287338" eaLnBrk="1" hangingPunct="1"/>
            <a:r>
              <a:rPr lang="en-US" altLang="ko-KR" sz="1400" b="1" err="1">
                <a:latin typeface="Courier New" panose="02070309020205020404" pitchFamily="49" charset="0"/>
              </a:rPr>
              <a:t>sumOfNumEval</a:t>
            </a:r>
            <a:r>
              <a:rPr lang="en-US" altLang="ko-KR" sz="1400"/>
              <a:t>: total number of evaluations made all through </a:t>
            </a:r>
            <a:r>
              <a:rPr lang="en-US" altLang="ko-KR" sz="1400" i="1">
                <a:latin typeface="Times New Roman" panose="02020603050405020304" pitchFamily="18" charset="0"/>
              </a:rPr>
              <a:t>n</a:t>
            </a:r>
            <a:r>
              <a:rPr lang="en-US" altLang="ko-KR" sz="1400"/>
              <a:t> experiments</a:t>
            </a:r>
          </a:p>
          <a:p>
            <a:pPr marL="611188" lvl="1" indent="-287338" eaLnBrk="1" hangingPunct="1"/>
            <a:r>
              <a:rPr lang="en-US" altLang="ko-KR" sz="1400" b="1" err="1">
                <a:latin typeface="Courier New" panose="02070309020205020404" pitchFamily="49" charset="0"/>
              </a:rPr>
              <a:t>avgWhen</a:t>
            </a:r>
            <a:r>
              <a:rPr lang="en-US" altLang="ko-KR" sz="1400"/>
              <a:t>: </a:t>
            </a:r>
          </a:p>
          <a:p>
            <a:pPr marL="899188" lvl="2" indent="-287338" eaLnBrk="1" hangingPunct="1"/>
            <a:r>
              <a:rPr lang="en-US" altLang="ko-KR" sz="1200"/>
              <a:t>average iteration when the best solution first appears in </a:t>
            </a:r>
            <a:r>
              <a:rPr lang="en-US" altLang="ko-KR" sz="1200" i="1">
                <a:latin typeface="Times New Roman" panose="02020603050405020304" pitchFamily="18" charset="0"/>
              </a:rPr>
              <a:t>n</a:t>
            </a:r>
            <a:r>
              <a:rPr lang="en-US" altLang="ko-KR" sz="1200"/>
              <a:t> experiments </a:t>
            </a:r>
          </a:p>
          <a:p>
            <a:pPr marL="899188" lvl="2" indent="-287338" eaLnBrk="1" hangingPunct="1"/>
            <a:r>
              <a:rPr lang="en-US" altLang="ko-KR" sz="1200" u="sng"/>
              <a:t>A meaningful value only in </a:t>
            </a:r>
            <a:r>
              <a:rPr lang="en-US" altLang="ko-KR" sz="1200" b="1" u="sng" err="1">
                <a:latin typeface="Courier New" panose="02070309020205020404" pitchFamily="49" charset="0"/>
                <a:cs typeface="Courier New" panose="02070309020205020404" pitchFamily="49" charset="0"/>
              </a:rPr>
              <a:t>MetaHeuristics</a:t>
            </a:r>
            <a:r>
              <a:rPr lang="en-US" altLang="ko-KR" sz="1200" u="sng"/>
              <a:t>-based algorithms</a:t>
            </a:r>
          </a:p>
          <a:p>
            <a:pPr marL="899188" lvl="2" indent="-287338" eaLnBrk="1" hangingPunct="1"/>
            <a:r>
              <a:rPr lang="en-US" altLang="ko-KR" sz="1200" b="1" u="sng" err="1">
                <a:latin typeface="Courier New" panose="02070309020205020404" pitchFamily="49" charset="0"/>
                <a:cs typeface="Courier New" panose="02070309020205020404" pitchFamily="49" charset="0"/>
              </a:rPr>
              <a:t>sumOfWhen</a:t>
            </a:r>
            <a:r>
              <a:rPr lang="en-US" altLang="ko-KR" sz="1200" u="sng"/>
              <a:t> += </a:t>
            </a:r>
            <a:r>
              <a:rPr lang="en-US" altLang="ko-KR" sz="1200" b="1" u="sng" err="1">
                <a:latin typeface="Courier New" panose="02070309020205020404" pitchFamily="49" charset="0"/>
                <a:cs typeface="Courier New" panose="02070309020205020404" pitchFamily="49" charset="0"/>
              </a:rPr>
              <a:t>alg.getWhenBestFound</a:t>
            </a:r>
            <a:r>
              <a:rPr lang="en-US" altLang="ko-KR" sz="1200" u="sng"/>
              <a:t>(), and </a:t>
            </a:r>
            <a:r>
              <a:rPr lang="en-US" altLang="ko-KR" sz="1200" b="1" u="sng" err="1">
                <a:latin typeface="Courier New" panose="02070309020205020404" pitchFamily="49" charset="0"/>
                <a:cs typeface="Courier New" panose="02070309020205020404" pitchFamily="49" charset="0"/>
              </a:rPr>
              <a:t>avgWhen</a:t>
            </a:r>
            <a:r>
              <a:rPr lang="en-US" altLang="ko-KR" sz="1200" u="sng"/>
              <a:t> is the average value of </a:t>
            </a:r>
            <a:r>
              <a:rPr lang="en-US" altLang="ko-KR" sz="1200" b="1" u="sng" err="1">
                <a:latin typeface="Courier New" panose="02070309020205020404" pitchFamily="49" charset="0"/>
                <a:cs typeface="Courier New" panose="02070309020205020404" pitchFamily="49" charset="0"/>
              </a:rPr>
              <a:t>sumOfWhen</a:t>
            </a:r>
            <a:endParaRPr lang="en-US" altLang="ko-KR" sz="1800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00ED060E-1CD4-1CC8-674D-E7FFE96EE6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>
                <a:solidFill>
                  <a:srgbClr val="800080"/>
                </a:solidFill>
              </a:rPr>
              <a:t>Changes to ‘Problem’ Class</a:t>
            </a:r>
            <a:endParaRPr lang="en-US" altLang="ko-KR" sz="2400">
              <a:solidFill>
                <a:srgbClr val="99CCFF"/>
              </a:solidFill>
            </a:endParaRPr>
          </a:p>
        </p:txBody>
      </p:sp>
      <p:sp>
        <p:nvSpPr>
          <p:cNvPr id="19461" name="슬라이드 번호 개체 틀 8">
            <a:extLst>
              <a:ext uri="{FF2B5EF4-FFF2-40B4-BE49-F238E27FC236}">
                <a16:creationId xmlns:a16="http://schemas.microsoft.com/office/drawing/2014/main" id="{997E7384-B1EA-3851-0488-92F8ABB4AAF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B645FE55-5877-4AF6-8A04-F9650B768F6D}" type="slidenum">
              <a:rPr lang="ko-KR" altLang="en-US" sz="1200" smtClean="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14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C1246AFF-160B-2054-D8F7-FB3E674F6F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>
                <a:solidFill>
                  <a:srgbClr val="D7ADD9"/>
                </a:solidFill>
              </a:rPr>
              <a:t>Changes to ‘Problem’ Class</a:t>
            </a:r>
          </a:p>
        </p:txBody>
      </p:sp>
      <p:sp>
        <p:nvSpPr>
          <p:cNvPr id="21508" name="슬라이드 번호 개체 틀 8">
            <a:extLst>
              <a:ext uri="{FF2B5EF4-FFF2-40B4-BE49-F238E27FC236}">
                <a16:creationId xmlns:a16="http://schemas.microsoft.com/office/drawing/2014/main" id="{698F8E17-7BBC-4861-82C3-E33C3C7EE8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E5551666-3923-4B7C-91AB-C0E75EE2B635}" type="slidenum">
              <a:rPr lang="ko-KR" altLang="en-US" sz="1200" smtClean="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15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p:sp>
        <p:nvSpPr>
          <p:cNvPr id="21509" name="내용 개체 틀 1">
            <a:extLst>
              <a:ext uri="{FF2B5EF4-FFF2-40B4-BE49-F238E27FC236}">
                <a16:creationId xmlns:a16="http://schemas.microsoft.com/office/drawing/2014/main" id="{F349A342-688B-A1DA-16C0-3CA595399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/>
            <a:r>
              <a:rPr lang="en-US" altLang="ko-KR" sz="1800"/>
              <a:t>Accordingly, </a:t>
            </a:r>
            <a:r>
              <a:rPr lang="en-US" altLang="ko-KR" sz="1800" u="sng"/>
              <a:t>several new methods are added </a:t>
            </a:r>
            <a:r>
              <a:rPr lang="en-US" altLang="ko-KR" sz="1800"/>
              <a:t>to handle those variables</a:t>
            </a:r>
          </a:p>
          <a:p>
            <a:pPr marL="611188" lvl="1" indent="-287338"/>
            <a:r>
              <a:rPr lang="en-US" altLang="ko-KR" sz="1600"/>
              <a:t>Three new accessors </a:t>
            </a:r>
            <a:r>
              <a:rPr lang="en-US" altLang="ko-KR" sz="1600" b="1" err="1">
                <a:latin typeface="Courier New" panose="02070309020205020404" pitchFamily="49" charset="0"/>
                <a:cs typeface="Courier New" panose="02070309020205020404" pitchFamily="49" charset="0"/>
              </a:rPr>
              <a:t>getSolution</a:t>
            </a:r>
            <a:r>
              <a:rPr lang="en-US" altLang="ko-KR" sz="1600">
                <a:cs typeface="Courier New" panose="02070309020205020404" pitchFamily="49" charset="0"/>
              </a:rPr>
              <a:t>, </a:t>
            </a:r>
            <a:r>
              <a:rPr lang="en-US" altLang="ko-KR" sz="1600" b="1" err="1">
                <a:latin typeface="Courier New" panose="02070309020205020404" pitchFamily="49" charset="0"/>
              </a:rPr>
              <a:t>getValue</a:t>
            </a:r>
            <a:r>
              <a:rPr lang="en-US" altLang="ko-KR" sz="1600"/>
              <a:t>, </a:t>
            </a:r>
            <a:r>
              <a:rPr lang="en-US" altLang="ko-KR" sz="1600" b="1" err="1">
                <a:latin typeface="Courier New" panose="02070309020205020404" pitchFamily="49" charset="0"/>
              </a:rPr>
              <a:t>getNumEval</a:t>
            </a:r>
            <a:r>
              <a:rPr lang="en-US" altLang="ko-KR" sz="1600"/>
              <a:t> are necessary for </a:t>
            </a:r>
            <a:r>
              <a:rPr lang="en-US" altLang="ko-KR" sz="1600" b="1" err="1">
                <a:latin typeface="Courier New" panose="02070309020205020404" pitchFamily="49" charset="0"/>
              </a:rPr>
              <a:t>conductExperiment</a:t>
            </a:r>
            <a:r>
              <a:rPr lang="en-US" altLang="ko-KR" sz="1600"/>
              <a:t> of the main program to conduct multiple experiments</a:t>
            </a:r>
          </a:p>
          <a:p>
            <a:pPr marL="611188" lvl="1" indent="-287338"/>
            <a:r>
              <a:rPr lang="en-US" altLang="ko-KR" sz="1600"/>
              <a:t>The new method </a:t>
            </a:r>
            <a:r>
              <a:rPr lang="en-US" altLang="ko-KR" sz="1600" b="1" err="1">
                <a:latin typeface="Courier New" panose="02070309020205020404" pitchFamily="49" charset="0"/>
              </a:rPr>
              <a:t>storeExpResult</a:t>
            </a:r>
            <a:r>
              <a:rPr lang="en-US" altLang="ko-KR" sz="1600"/>
              <a:t> is also necessary for </a:t>
            </a:r>
            <a:r>
              <a:rPr lang="en-US" altLang="ko-KR" sz="1600" b="1" err="1">
                <a:latin typeface="Courier New" panose="02070309020205020404" pitchFamily="49" charset="0"/>
              </a:rPr>
              <a:t>conductExperiment</a:t>
            </a:r>
            <a:r>
              <a:rPr lang="en-US" altLang="ko-KR" sz="1600"/>
              <a:t> to store the result of experiment after finishing all the experiments</a:t>
            </a:r>
          </a:p>
          <a:p>
            <a:pPr marL="611188" lvl="1" indent="-287338"/>
            <a:endParaRPr lang="en-US" altLang="ko-KR" sz="1600"/>
          </a:p>
          <a:p>
            <a:pPr marL="287338" indent="-287338"/>
            <a:endParaRPr lang="en-US" altLang="ko-KR" sz="1800"/>
          </a:p>
          <a:p>
            <a:pPr marL="287338" indent="-287338"/>
            <a:endParaRPr lang="en-US" altLang="ko-KR" sz="180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5609C766-80C2-4A13-AF1B-5C24C498A95B}"/>
              </a:ext>
            </a:extLst>
          </p:cNvPr>
          <p:cNvGrpSpPr/>
          <p:nvPr/>
        </p:nvGrpSpPr>
        <p:grpSpPr>
          <a:xfrm>
            <a:off x="683568" y="2906266"/>
            <a:ext cx="7830183" cy="666750"/>
            <a:chOff x="852797" y="2708920"/>
            <a:chExt cx="7830183" cy="666750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A00F9883-F4CF-42FE-8345-65AF2FEAF6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2797" y="2708920"/>
              <a:ext cx="4886325" cy="666750"/>
            </a:xfrm>
            <a:prstGeom prst="rect">
              <a:avLst/>
            </a:prstGeom>
          </p:spPr>
        </p:pic>
        <p:sp>
          <p:nvSpPr>
            <p:cNvPr id="7" name="설명선: 선 6">
              <a:extLst>
                <a:ext uri="{FF2B5EF4-FFF2-40B4-BE49-F238E27FC236}">
                  <a16:creationId xmlns:a16="http://schemas.microsoft.com/office/drawing/2014/main" id="{C82DD357-6F3A-4C7D-9398-1B8AD88EC9C9}"/>
                </a:ext>
              </a:extLst>
            </p:cNvPr>
            <p:cNvSpPr/>
            <p:nvPr/>
          </p:nvSpPr>
          <p:spPr>
            <a:xfrm>
              <a:off x="6594748" y="2708920"/>
              <a:ext cx="2088232" cy="612648"/>
            </a:xfrm>
            <a:prstGeom prst="borderCallout1">
              <a:avLst>
                <a:gd name="adj1" fmla="val 43626"/>
                <a:gd name="adj2" fmla="val -1035"/>
                <a:gd name="adj3" fmla="val 20771"/>
                <a:gd name="adj4" fmla="val -39245"/>
              </a:avLst>
            </a:prstGeom>
            <a:solidFill>
              <a:schemeClr val="bg1"/>
            </a:solidFill>
            <a:ln w="1270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Part of </a:t>
              </a:r>
              <a:r>
                <a:rPr lang="en-US" altLang="ko-KR" sz="1000" err="1">
                  <a:solidFill>
                    <a:schemeClr val="tx1"/>
                  </a:solidFill>
                  <a:latin typeface="Consolas" panose="020B0609020204030204" pitchFamily="49" charset="0"/>
                </a:rPr>
                <a:t>conductExperiment</a:t>
              </a:r>
              <a:r>
                <a:rPr lang="en-US" altLang="ko-KR" sz="1000">
                  <a:solidFill>
                    <a:schemeClr val="tx1"/>
                  </a:solidFill>
                </a:rPr>
                <a:t> function</a:t>
              </a:r>
              <a:r>
                <a:rPr lang="ko-KR" altLang="en-US" sz="1000">
                  <a:solidFill>
                    <a:schemeClr val="tx1"/>
                  </a:solidFill>
                </a:rPr>
                <a:t> </a:t>
              </a:r>
              <a:r>
                <a:rPr lang="en-US" altLang="ko-KR" sz="1000">
                  <a:solidFill>
                    <a:schemeClr val="tx1"/>
                  </a:solidFill>
                </a:rPr>
                <a:t>in </a:t>
              </a:r>
              <a:r>
                <a:rPr lang="en-US" altLang="ko-KR" sz="1000">
                  <a:solidFill>
                    <a:schemeClr val="tx1"/>
                  </a:solidFill>
                  <a:latin typeface="Consolas" panose="020B0609020204030204" pitchFamily="49" charset="0"/>
                </a:rPr>
                <a:t>main.py</a:t>
              </a:r>
              <a:endParaRPr lang="ko-KR" altLang="en-US" sz="100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C1246AFF-160B-2054-D8F7-FB3E674F6F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>
                <a:solidFill>
                  <a:srgbClr val="D7ADD9"/>
                </a:solidFill>
              </a:rPr>
              <a:t>Changes to ‘Problem’ Class</a:t>
            </a:r>
          </a:p>
        </p:txBody>
      </p:sp>
      <p:sp>
        <p:nvSpPr>
          <p:cNvPr id="21508" name="슬라이드 번호 개체 틀 8">
            <a:extLst>
              <a:ext uri="{FF2B5EF4-FFF2-40B4-BE49-F238E27FC236}">
                <a16:creationId xmlns:a16="http://schemas.microsoft.com/office/drawing/2014/main" id="{698F8E17-7BBC-4861-82C3-E33C3C7EE8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E5551666-3923-4B7C-91AB-C0E75EE2B635}" type="slidenum">
              <a:rPr lang="ko-KR" altLang="en-US" sz="1200" smtClean="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16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p:sp>
        <p:nvSpPr>
          <p:cNvPr id="21509" name="내용 개체 틀 1">
            <a:extLst>
              <a:ext uri="{FF2B5EF4-FFF2-40B4-BE49-F238E27FC236}">
                <a16:creationId xmlns:a16="http://schemas.microsoft.com/office/drawing/2014/main" id="{F349A342-688B-A1DA-16C0-3CA595399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/>
            <a:r>
              <a:rPr lang="en-US" altLang="ko-KR" sz="1800"/>
              <a:t>The </a:t>
            </a:r>
            <a:r>
              <a:rPr lang="en-US" altLang="ko-KR" sz="1800" b="1">
                <a:latin typeface="Courier New" panose="02070309020205020404" pitchFamily="49" charset="0"/>
              </a:rPr>
              <a:t>report</a:t>
            </a:r>
            <a:r>
              <a:rPr lang="en-US" altLang="ko-KR" sz="1800"/>
              <a:t> method has been revised to display the summary result of </a:t>
            </a:r>
            <a:r>
              <a:rPr lang="en-US" altLang="ko-KR" sz="1800" u="sng"/>
              <a:t>multiple experiments </a:t>
            </a:r>
            <a:r>
              <a:rPr lang="en-US" altLang="ko-KR" sz="1800"/>
              <a:t>in an organized fashion</a:t>
            </a:r>
          </a:p>
          <a:p>
            <a:pPr marL="611188" lvl="1" indent="-287338"/>
            <a:r>
              <a:rPr lang="en-US" altLang="ko-KR" sz="1400" b="1">
                <a:latin typeface="Courier New" panose="02070309020205020404" pitchFamily="49" charset="0"/>
              </a:rPr>
              <a:t>report</a:t>
            </a:r>
            <a:r>
              <a:rPr lang="en-US" altLang="ko-KR" sz="1400"/>
              <a:t> in the base class prints messages that are common to both numerical optimization problem and TSP</a:t>
            </a:r>
          </a:p>
          <a:p>
            <a:pPr marL="611188" lvl="1" indent="-287338"/>
            <a:r>
              <a:rPr lang="en-US" altLang="ko-KR" sz="1400"/>
              <a:t>Those in the subclasses print messages specific to the type of problem</a:t>
            </a:r>
            <a:r>
              <a:rPr lang="ko-KR" altLang="en-US" sz="1400"/>
              <a:t> </a:t>
            </a:r>
            <a:r>
              <a:rPr lang="en-US" altLang="ko-KR" sz="1400"/>
              <a:t>just solved</a:t>
            </a:r>
          </a:p>
          <a:p>
            <a:pPr marL="611188" lvl="1" indent="-287338"/>
            <a:r>
              <a:rPr lang="en-US" altLang="ko-KR" sz="1400"/>
              <a:t>Therefore, the </a:t>
            </a: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report</a:t>
            </a:r>
            <a:r>
              <a:rPr lang="en-US" altLang="ko-KR" sz="1400"/>
              <a:t> methods in the </a:t>
            </a: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Numeric</a:t>
            </a:r>
            <a:r>
              <a:rPr lang="en-US" altLang="ko-KR" sz="1400"/>
              <a:t> and </a:t>
            </a: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TSP</a:t>
            </a:r>
            <a:r>
              <a:rPr lang="en-US" altLang="ko-KR" sz="1400"/>
              <a:t> classes call the report method of the parent class (</a:t>
            </a:r>
            <a:r>
              <a:rPr lang="en-US" altLang="ko-KR" sz="1400" b="1" err="1">
                <a:latin typeface="Courier New" panose="02070309020205020404" pitchFamily="49" charset="0"/>
                <a:cs typeface="Courier New" panose="02070309020205020404" pitchFamily="49" charset="0"/>
              </a:rPr>
              <a:t>Problem.report</a:t>
            </a: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(self)</a:t>
            </a:r>
            <a:r>
              <a:rPr lang="en-US" altLang="ko-KR" sz="1400"/>
              <a:t>) and then print their respective specialized information.</a:t>
            </a:r>
            <a:endParaRPr lang="en-US" altLang="ko-KR" sz="16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51CD758-2291-4421-B6DD-91F4A52164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80" y="3360739"/>
            <a:ext cx="4699273" cy="1630360"/>
          </a:xfrm>
          <a:prstGeom prst="rect">
            <a:avLst/>
          </a:prstGeom>
          <a:ln>
            <a:solidFill>
              <a:srgbClr val="FFC000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EC8A39B-DFCE-4F17-9C6C-BEEBE5111A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604" y="4528568"/>
            <a:ext cx="4256641" cy="1814790"/>
          </a:xfrm>
          <a:prstGeom prst="rect">
            <a:avLst/>
          </a:prstGeom>
          <a:ln>
            <a:solidFill>
              <a:srgbClr val="FFC000"/>
            </a:solidFill>
          </a:ln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8524C0D2-2A57-4738-97DF-1587C06AAD58}"/>
              </a:ext>
            </a:extLst>
          </p:cNvPr>
          <p:cNvSpPr/>
          <p:nvPr/>
        </p:nvSpPr>
        <p:spPr>
          <a:xfrm>
            <a:off x="253802" y="4079875"/>
            <a:ext cx="1922512" cy="1524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F2E6968-E9B9-48C0-9ABA-1896FA0E3E9A}"/>
              </a:ext>
            </a:extLst>
          </p:cNvPr>
          <p:cNvSpPr/>
          <p:nvPr/>
        </p:nvSpPr>
        <p:spPr>
          <a:xfrm>
            <a:off x="4873427" y="5260975"/>
            <a:ext cx="1922512" cy="1524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E973ED5-1E90-4349-9E4D-1779F55C81D0}"/>
              </a:ext>
            </a:extLst>
          </p:cNvPr>
          <p:cNvSpPr/>
          <p:nvPr/>
        </p:nvSpPr>
        <p:spPr>
          <a:xfrm>
            <a:off x="358577" y="4794250"/>
            <a:ext cx="1922512" cy="363538"/>
          </a:xfrm>
          <a:prstGeom prst="rect">
            <a:avLst/>
          </a:prstGeom>
          <a:noFill/>
          <a:ln w="127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C3E7ECC-A190-4964-9CA2-F33AB61E0BE9}"/>
              </a:ext>
            </a:extLst>
          </p:cNvPr>
          <p:cNvSpPr/>
          <p:nvPr/>
        </p:nvSpPr>
        <p:spPr>
          <a:xfrm>
            <a:off x="4680256" y="6169025"/>
            <a:ext cx="2196000" cy="152400"/>
          </a:xfrm>
          <a:prstGeom prst="rect">
            <a:avLst/>
          </a:prstGeom>
          <a:noFill/>
          <a:ln w="127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AFD59FB6-6867-466F-B732-0B0D771DCF26}"/>
              </a:ext>
            </a:extLst>
          </p:cNvPr>
          <p:cNvCxnSpPr>
            <a:cxnSpLocks/>
            <a:endCxn id="13" idx="3"/>
          </p:cNvCxnSpPr>
          <p:nvPr/>
        </p:nvCxnSpPr>
        <p:spPr>
          <a:xfrm flipH="1">
            <a:off x="2176314" y="3110542"/>
            <a:ext cx="795259" cy="1045533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9FA8E134-6AF2-48FC-8F5D-D347DEB98966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2971573" y="3110542"/>
            <a:ext cx="1901854" cy="2226633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2E2CF2A-A308-4744-92A1-30195B050F9F}"/>
              </a:ext>
            </a:extLst>
          </p:cNvPr>
          <p:cNvSpPr/>
          <p:nvPr/>
        </p:nvSpPr>
        <p:spPr>
          <a:xfrm>
            <a:off x="1637825" y="5805264"/>
            <a:ext cx="1922512" cy="251047"/>
          </a:xfrm>
          <a:prstGeom prst="rect">
            <a:avLst/>
          </a:prstGeom>
          <a:noFill/>
          <a:ln w="127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Refer to the next page</a:t>
            </a:r>
            <a:endParaRPr lang="ko-KR" altLang="en-US" sz="1200">
              <a:solidFill>
                <a:schemeClr val="tx1"/>
              </a:solidFill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5B9E0537-1597-4304-A044-0BF7C31DBF8B}"/>
              </a:ext>
            </a:extLst>
          </p:cNvPr>
          <p:cNvCxnSpPr>
            <a:cxnSpLocks/>
            <a:stCxn id="23" idx="1"/>
          </p:cNvCxnSpPr>
          <p:nvPr/>
        </p:nvCxnSpPr>
        <p:spPr>
          <a:xfrm flipH="1" flipV="1">
            <a:off x="1176338" y="5200650"/>
            <a:ext cx="461487" cy="730138"/>
          </a:xfrm>
          <a:prstGeom prst="straightConnector1">
            <a:avLst/>
          </a:prstGeom>
          <a:ln w="12700">
            <a:solidFill>
              <a:srgbClr val="00B05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023282E6-A705-4701-98D4-6543C25FB1D0}"/>
              </a:ext>
            </a:extLst>
          </p:cNvPr>
          <p:cNvCxnSpPr>
            <a:cxnSpLocks/>
            <a:stCxn id="23" idx="3"/>
          </p:cNvCxnSpPr>
          <p:nvPr/>
        </p:nvCxnSpPr>
        <p:spPr>
          <a:xfrm>
            <a:off x="3560337" y="5930788"/>
            <a:ext cx="1062463" cy="323962"/>
          </a:xfrm>
          <a:prstGeom prst="straightConnector1">
            <a:avLst/>
          </a:prstGeom>
          <a:ln w="12700">
            <a:solidFill>
              <a:srgbClr val="00B05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설명선: 선 16">
            <a:extLst>
              <a:ext uri="{FF2B5EF4-FFF2-40B4-BE49-F238E27FC236}">
                <a16:creationId xmlns:a16="http://schemas.microsoft.com/office/drawing/2014/main" id="{46740481-853D-4F3B-8643-5B404789CB81}"/>
              </a:ext>
            </a:extLst>
          </p:cNvPr>
          <p:cNvSpPr/>
          <p:nvPr/>
        </p:nvSpPr>
        <p:spPr>
          <a:xfrm>
            <a:off x="5050940" y="3360739"/>
            <a:ext cx="1916745" cy="212277"/>
          </a:xfrm>
          <a:prstGeom prst="borderCallout1">
            <a:avLst>
              <a:gd name="adj1" fmla="val 43626"/>
              <a:gd name="adj2" fmla="val -1035"/>
              <a:gd name="adj3" fmla="val 42976"/>
              <a:gd name="adj4" fmla="val -12005"/>
            </a:avLst>
          </a:prstGeom>
          <a:solidFill>
            <a:schemeClr val="bg1"/>
          </a:solidFill>
          <a:ln w="1270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report method from Numeric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8" name="설명선: 선 17">
            <a:extLst>
              <a:ext uri="{FF2B5EF4-FFF2-40B4-BE49-F238E27FC236}">
                <a16:creationId xmlns:a16="http://schemas.microsoft.com/office/drawing/2014/main" id="{591A58EC-6247-41AD-8DA7-45F236DCBAB0}"/>
              </a:ext>
            </a:extLst>
          </p:cNvPr>
          <p:cNvSpPr/>
          <p:nvPr/>
        </p:nvSpPr>
        <p:spPr>
          <a:xfrm>
            <a:off x="7371779" y="4079875"/>
            <a:ext cx="1639466" cy="243008"/>
          </a:xfrm>
          <a:prstGeom prst="borderCallout1">
            <a:avLst>
              <a:gd name="adj1" fmla="val 104576"/>
              <a:gd name="adj2" fmla="val 49598"/>
              <a:gd name="adj3" fmla="val 179379"/>
              <a:gd name="adj4" fmla="val 49492"/>
            </a:avLst>
          </a:prstGeom>
          <a:solidFill>
            <a:schemeClr val="bg1"/>
          </a:solidFill>
          <a:ln w="1270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report method from TSP</a:t>
            </a:r>
            <a:endParaRPr lang="ko-KR" alt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80961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99B1E177-61EA-60E9-CA8B-158D5DAEA9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>
                <a:solidFill>
                  <a:srgbClr val="D7ADD9"/>
                </a:solidFill>
              </a:rPr>
              <a:t>Changes to ‘Problem’ Class</a:t>
            </a:r>
          </a:p>
        </p:txBody>
      </p:sp>
      <p:sp>
        <p:nvSpPr>
          <p:cNvPr id="23556" name="슬라이드 번호 개체 틀 8">
            <a:extLst>
              <a:ext uri="{FF2B5EF4-FFF2-40B4-BE49-F238E27FC236}">
                <a16:creationId xmlns:a16="http://schemas.microsoft.com/office/drawing/2014/main" id="{AB6193B8-2216-7D70-0759-40BEBBBBB8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>
                <a:solidFill>
                  <a:srgbClr val="898989"/>
                </a:solidFill>
                <a:latin typeface="Book Antiqua" panose="02040602050305030304" pitchFamily="18" charset="0"/>
              </a:rPr>
              <a:t>17</a:t>
            </a:r>
          </a:p>
        </p:txBody>
      </p:sp>
      <p:sp>
        <p:nvSpPr>
          <p:cNvPr id="46085" name="내용 개체 틀 1">
            <a:extLst>
              <a:ext uri="{FF2B5EF4-FFF2-40B4-BE49-F238E27FC236}">
                <a16:creationId xmlns:a16="http://schemas.microsoft.com/office/drawing/2014/main" id="{979E33AE-185F-9F8B-1E4C-7D4682D69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>
              <a:defRPr/>
            </a:pPr>
            <a:r>
              <a:rPr lang="en-US" altLang="ko-KR" sz="1800"/>
              <a:t>The </a:t>
            </a:r>
            <a:r>
              <a:rPr lang="en-US" altLang="ko-KR" sz="1800" b="1" err="1">
                <a:latin typeface="Courier New" panose="02070309020205020404" pitchFamily="49" charset="0"/>
              </a:rPr>
              <a:t>reportNumEvals</a:t>
            </a:r>
            <a:r>
              <a:rPr lang="en-US" altLang="ko-KR" sz="1800"/>
              <a:t> method prints out the </a:t>
            </a:r>
            <a:r>
              <a:rPr lang="en-US" altLang="ko-KR" sz="1800" u="sng"/>
              <a:t>total number of evaluations </a:t>
            </a:r>
            <a:r>
              <a:rPr lang="en-US" altLang="ko-KR" sz="1800"/>
              <a:t>regardless of the problem type</a:t>
            </a:r>
          </a:p>
          <a:p>
            <a:pPr marL="611188" lvl="1">
              <a:defRPr/>
            </a:pPr>
            <a:r>
              <a:rPr lang="en-US" altLang="ko-KR" sz="1600"/>
              <a:t>However, it does nothing when the algorithm used is </a:t>
            </a:r>
            <a:r>
              <a:rPr lang="en-US" altLang="ko-KR" sz="1600" err="1"/>
              <a:t>MetaHeuristics</a:t>
            </a:r>
            <a:r>
              <a:rPr lang="ko-KR" altLang="en-US" sz="1600"/>
              <a:t> </a:t>
            </a:r>
            <a:r>
              <a:rPr lang="en-US" altLang="ko-KR" sz="1600"/>
              <a:t>(simulated annealing or GA) because the number of evaluations for them is predetermined</a:t>
            </a:r>
          </a:p>
          <a:p>
            <a:pPr marL="611188" lvl="1">
              <a:defRPr/>
            </a:pPr>
            <a:endParaRPr lang="en-US" altLang="ko-KR" sz="1600"/>
          </a:p>
          <a:p>
            <a:pPr marL="611188" lvl="1">
              <a:defRPr/>
            </a:pPr>
            <a:endParaRPr lang="en-US" altLang="ko-KR" sz="1600"/>
          </a:p>
          <a:p>
            <a:pPr marL="611188" lvl="1">
              <a:defRPr/>
            </a:pPr>
            <a:endParaRPr lang="en-US" altLang="ko-KR" sz="1600"/>
          </a:p>
          <a:p>
            <a:pPr marL="611188" lvl="1">
              <a:defRPr/>
            </a:pPr>
            <a:r>
              <a:rPr lang="en-US" altLang="ko-KR" sz="1600"/>
              <a:t>It is separated from </a:t>
            </a:r>
            <a:r>
              <a:rPr lang="en-US" altLang="ko-KR" sz="1600" b="1">
                <a:latin typeface="Courier New" panose="02070309020205020404" pitchFamily="49" charset="0"/>
              </a:rPr>
              <a:t>report</a:t>
            </a:r>
            <a:r>
              <a:rPr lang="en-US" altLang="ko-KR" sz="1600"/>
              <a:t> because we want the result messages printed out in some appropriate order when they are mixed together with the messages generated from the subclasses</a:t>
            </a:r>
          </a:p>
          <a:p>
            <a:pPr marL="611188" lvl="1">
              <a:defRPr/>
            </a:pPr>
            <a:r>
              <a:rPr lang="en-US" altLang="ko-KR" sz="1600"/>
              <a:t>Call to </a:t>
            </a:r>
            <a:r>
              <a:rPr lang="en-US" altLang="ko-KR" sz="1600" b="1" err="1">
                <a:latin typeface="Courier New" panose="02070309020205020404" pitchFamily="49" charset="0"/>
              </a:rPr>
              <a:t>reportNumEvals</a:t>
            </a:r>
            <a:r>
              <a:rPr lang="en-US" altLang="ko-KR" sz="1600"/>
              <a:t> is made within </a:t>
            </a: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report</a:t>
            </a:r>
            <a:r>
              <a:rPr lang="en-US" altLang="ko-KR" sz="1600"/>
              <a:t> of the subclasses at its last line </a:t>
            </a:r>
            <a:r>
              <a:rPr lang="en-US" altLang="ko-KR" sz="1400"/>
              <a:t>(Referring to the previous page)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46C0D93-317A-4352-8474-A64A82B367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2370931"/>
            <a:ext cx="3888432" cy="99116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53723EAD-CD6B-6859-18FB-E165E1E4BA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4088" y="2507742"/>
            <a:ext cx="2007468" cy="71754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>
            <a:extLst>
              <a:ext uri="{FF2B5EF4-FFF2-40B4-BE49-F238E27FC236}">
                <a16:creationId xmlns:a16="http://schemas.microsoft.com/office/drawing/2014/main" id="{CCABD4EC-FEC5-F2FF-8310-FC5B33280C9B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 eaLnBrk="1" hangingPunct="1"/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Optimizer</a:t>
            </a:r>
            <a:r>
              <a:rPr lang="en-US" altLang="ko-KR" sz="1800">
                <a:cs typeface="Courier New" panose="02070309020205020404" pitchFamily="49" charset="0"/>
              </a:rPr>
              <a:t> has two variables </a:t>
            </a:r>
            <a:r>
              <a:rPr lang="en-US" altLang="ko-KR" sz="1600" b="1" err="1">
                <a:latin typeface="Courier New" panose="02070309020205020404" pitchFamily="49" charset="0"/>
                <a:cs typeface="Courier New" panose="02070309020205020404" pitchFamily="49" charset="0"/>
              </a:rPr>
              <a:t>pType</a:t>
            </a:r>
            <a:r>
              <a:rPr lang="en-US" altLang="ko-KR" sz="1800">
                <a:cs typeface="Courier New" panose="02070309020205020404" pitchFamily="49" charset="0"/>
              </a:rPr>
              <a:t> and </a:t>
            </a:r>
            <a:r>
              <a:rPr lang="en-US" altLang="ko-KR" sz="1600" b="1" err="1">
                <a:latin typeface="Courier New" panose="02070309020205020404" pitchFamily="49" charset="0"/>
                <a:cs typeface="Courier New" panose="02070309020205020404" pitchFamily="49" charset="0"/>
              </a:rPr>
              <a:t>numExp</a:t>
            </a:r>
            <a:r>
              <a:rPr lang="en-US" altLang="ko-KR" sz="1800">
                <a:cs typeface="Courier New" panose="02070309020205020404" pitchFamily="49" charset="0"/>
              </a:rPr>
              <a:t> to store common information about experimental settings:</a:t>
            </a:r>
          </a:p>
          <a:p>
            <a:pPr marL="611188" lvl="1" indent="-287338" eaLnBrk="1" hangingPunct="1"/>
            <a:r>
              <a:rPr lang="en-US" altLang="ko-KR" sz="1400">
                <a:cs typeface="Courier New" panose="02070309020205020404" pitchFamily="49" charset="0"/>
              </a:rPr>
              <a:t>The methods in the class hierarchy of </a:t>
            </a: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Optimizer</a:t>
            </a:r>
            <a:r>
              <a:rPr lang="en-US" altLang="ko-KR" sz="1400">
                <a:cs typeface="Courier New" panose="02070309020205020404" pitchFamily="49" charset="0"/>
              </a:rPr>
              <a:t> are extended versions of those previously existed in </a:t>
            </a:r>
            <a:r>
              <a:rPr lang="en-US" altLang="ko-KR" sz="1400" b="1" err="1">
                <a:latin typeface="Courier New" panose="02070309020205020404" pitchFamily="49" charset="0"/>
                <a:cs typeface="Courier New" panose="02070309020205020404" pitchFamily="49" charset="0"/>
              </a:rPr>
              <a:t>HillClimbing</a:t>
            </a:r>
            <a:endParaRPr lang="en-US" altLang="ko-KR" sz="1400">
              <a:cs typeface="Courier New" panose="02070309020205020404" pitchFamily="49" charset="0"/>
            </a:endParaRPr>
          </a:p>
          <a:p>
            <a:pPr marL="611188" lvl="1" indent="-287338" eaLnBrk="1" hangingPunct="1"/>
            <a:r>
              <a:rPr lang="en-US" altLang="ko-KR" sz="1400">
                <a:cs typeface="Courier New" panose="02070309020205020404" pitchFamily="49" charset="0"/>
              </a:rPr>
              <a:t>New accessor methods </a:t>
            </a:r>
            <a:r>
              <a:rPr lang="en-US" altLang="ko-KR" sz="1400" b="1" err="1">
                <a:latin typeface="Courier New" panose="02070309020205020404" pitchFamily="49" charset="0"/>
                <a:cs typeface="Courier New" panose="02070309020205020404" pitchFamily="49" charset="0"/>
              </a:rPr>
              <a:t>getWhenBestFound</a:t>
            </a:r>
            <a:r>
              <a:rPr lang="en-US" altLang="ko-KR" sz="1400">
                <a:cs typeface="Courier New" panose="02070309020205020404" pitchFamily="49" charset="0"/>
              </a:rPr>
              <a:t> (in </a:t>
            </a:r>
            <a:r>
              <a:rPr lang="en-US" altLang="ko-KR" sz="1400" b="1" err="1">
                <a:latin typeface="Courier New" panose="02070309020205020404" pitchFamily="49" charset="0"/>
                <a:cs typeface="Courier New" panose="02070309020205020404" pitchFamily="49" charset="0"/>
              </a:rPr>
              <a:t>MetaHeuristics</a:t>
            </a:r>
            <a:r>
              <a:rPr lang="en-US" altLang="ko-KR" sz="1400">
                <a:cs typeface="Courier New" panose="02070309020205020404" pitchFamily="49" charset="0"/>
              </a:rPr>
              <a:t>) and </a:t>
            </a:r>
            <a:r>
              <a:rPr lang="en-US" altLang="ko-KR" sz="1400" b="1" err="1">
                <a:latin typeface="Courier New" panose="02070309020205020404" pitchFamily="49" charset="0"/>
                <a:cs typeface="Courier New" panose="02070309020205020404" pitchFamily="49" charset="0"/>
              </a:rPr>
              <a:t>getNumExp</a:t>
            </a:r>
            <a:r>
              <a:rPr lang="en-US" altLang="ko-KR" sz="1400">
                <a:cs typeface="Courier New" panose="02070309020205020404" pitchFamily="49" charset="0"/>
              </a:rPr>
              <a:t> (in </a:t>
            </a: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Optimizer</a:t>
            </a:r>
            <a:r>
              <a:rPr lang="en-US" altLang="ko-KR" sz="1400">
                <a:cs typeface="Courier New" panose="02070309020205020404" pitchFamily="49" charset="0"/>
              </a:rPr>
              <a:t>) are added for being used by the </a:t>
            </a:r>
            <a:r>
              <a:rPr lang="en-US" altLang="ko-KR" sz="1400" b="1" err="1">
                <a:latin typeface="Courier New" panose="02070309020205020404" pitchFamily="49" charset="0"/>
                <a:cs typeface="Courier New" panose="02070309020205020404" pitchFamily="49" charset="0"/>
              </a:rPr>
              <a:t>conductExperiment</a:t>
            </a:r>
            <a:r>
              <a:rPr lang="en-US" altLang="ko-KR" sz="1400">
                <a:cs typeface="Courier New" panose="02070309020205020404" pitchFamily="49" charset="0"/>
              </a:rPr>
              <a:t> function in the main program</a:t>
            </a:r>
          </a:p>
          <a:p>
            <a:pPr marL="287338" indent="-287338" eaLnBrk="1" hangingPunct="1"/>
            <a:endParaRPr lang="en-US" altLang="ko-KR" sz="1800">
              <a:cs typeface="Courier New" panose="02070309020205020404" pitchFamily="49" charset="0"/>
            </a:endParaRPr>
          </a:p>
          <a:p>
            <a:pPr marL="287338" indent="-287338" eaLnBrk="1" hangingPunct="1"/>
            <a:endParaRPr lang="en-US" altLang="ko-KR" sz="1800">
              <a:cs typeface="Courier New" panose="02070309020205020404" pitchFamily="49" charset="0"/>
            </a:endParaRPr>
          </a:p>
          <a:p>
            <a:pPr marL="287338" indent="-287338" eaLnBrk="1" hangingPunct="1"/>
            <a:endParaRPr lang="en-US" altLang="ko-KR" sz="1800">
              <a:cs typeface="Courier New" panose="02070309020205020404" pitchFamily="49" charset="0"/>
            </a:endParaRPr>
          </a:p>
          <a:p>
            <a:pPr marL="287338" indent="-287338" eaLnBrk="1" hangingPunct="1"/>
            <a:endParaRPr lang="en-US" altLang="ko-KR" sz="1800">
              <a:cs typeface="Courier New" panose="02070309020205020404" pitchFamily="49" charset="0"/>
            </a:endParaRPr>
          </a:p>
          <a:p>
            <a:pPr marL="287338" indent="-287338" eaLnBrk="1" hangingPunct="1"/>
            <a:r>
              <a:rPr lang="en-US" altLang="ko-KR" sz="1600">
                <a:cs typeface="Courier New" panose="02070309020205020404" pitchFamily="49" charset="0"/>
              </a:rPr>
              <a:t>Both </a:t>
            </a:r>
            <a:r>
              <a:rPr lang="en-US" altLang="ko-KR" sz="1600">
                <a:latin typeface="Consolas" panose="020B0609020204030204" pitchFamily="49" charset="0"/>
                <a:cs typeface="Courier New" panose="02070309020205020404" pitchFamily="49" charset="0"/>
              </a:rPr>
              <a:t>‘random.py’</a:t>
            </a:r>
            <a:r>
              <a:rPr lang="en-US" altLang="ko-KR" sz="1600">
                <a:cs typeface="Courier New" panose="02070309020205020404" pitchFamily="49" charset="0"/>
              </a:rPr>
              <a:t> and </a:t>
            </a:r>
            <a:r>
              <a:rPr lang="en-US" altLang="ko-KR" sz="1600">
                <a:latin typeface="Consolas" panose="020B0609020204030204" pitchFamily="49" charset="0"/>
                <a:cs typeface="Courier New" panose="02070309020205020404" pitchFamily="49" charset="0"/>
              </a:rPr>
              <a:t>‘math.py’</a:t>
            </a:r>
            <a:r>
              <a:rPr lang="en-US" altLang="ko-KR" sz="1600">
                <a:cs typeface="Courier New" panose="02070309020205020404" pitchFamily="49" charset="0"/>
              </a:rPr>
              <a:t> should be imported to the </a:t>
            </a:r>
            <a:r>
              <a:rPr lang="en-US" altLang="ko-KR" sz="1600">
                <a:latin typeface="Consolas" panose="020B0609020204030204" pitchFamily="49" charset="0"/>
                <a:cs typeface="Courier New" panose="02070309020205020404" pitchFamily="49" charset="0"/>
              </a:rPr>
              <a:t>‘optimizer.py’</a:t>
            </a:r>
            <a:r>
              <a:rPr lang="en-US" altLang="ko-KR" sz="1600">
                <a:cs typeface="Courier New" panose="02070309020205020404" pitchFamily="49" charset="0"/>
              </a:rPr>
              <a:t> file </a:t>
            </a:r>
          </a:p>
          <a:p>
            <a:pPr marL="611338" lvl="1" indent="-287338" eaLnBrk="1" hangingPunct="1"/>
            <a:r>
              <a:rPr lang="en-US" altLang="ko-KR" sz="1400">
                <a:cs typeface="Courier New" panose="02070309020205020404" pitchFamily="49" charset="0"/>
              </a:rPr>
              <a:t>the methods for stochastic hill climbing and simulated annealing algorithms need them</a:t>
            </a:r>
            <a:endParaRPr lang="en-US" altLang="ko-KR" sz="1600">
              <a:cs typeface="Courier New" panose="02070309020205020404" pitchFamily="49" charset="0"/>
            </a:endParaRPr>
          </a:p>
          <a:p>
            <a:pPr marL="287338" indent="-287338" eaLnBrk="1" hangingPunct="1"/>
            <a:endParaRPr lang="en-US" altLang="ko-KR" sz="1800">
              <a:cs typeface="Courier New" panose="02070309020205020404" pitchFamily="49" charset="0"/>
            </a:endParaRP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6648D384-2E2A-9223-5999-1DE6858FFE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>
                <a:solidFill>
                  <a:srgbClr val="800080"/>
                </a:solidFill>
              </a:rPr>
              <a:t>‘Optimizer’ Class</a:t>
            </a:r>
            <a:endParaRPr lang="en-US" altLang="ko-KR" sz="2400">
              <a:solidFill>
                <a:srgbClr val="99CCFF"/>
              </a:solidFill>
            </a:endParaRPr>
          </a:p>
        </p:txBody>
      </p:sp>
      <p:sp>
        <p:nvSpPr>
          <p:cNvPr id="25605" name="슬라이드 번호 개체 틀 8">
            <a:extLst>
              <a:ext uri="{FF2B5EF4-FFF2-40B4-BE49-F238E27FC236}">
                <a16:creationId xmlns:a16="http://schemas.microsoft.com/office/drawing/2014/main" id="{521B27B7-F4E0-603B-94AA-90F32288C45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>
                <a:solidFill>
                  <a:srgbClr val="898989"/>
                </a:solidFill>
                <a:latin typeface="Book Antiqua" panose="02040602050305030304" pitchFamily="18" charset="0"/>
              </a:rPr>
              <a:t>18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4C5ADB2-DABC-4FD8-EFFF-F4920FBB79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252" y="3141254"/>
            <a:ext cx="6090194" cy="108416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3">
            <a:extLst>
              <a:ext uri="{FF2B5EF4-FFF2-40B4-BE49-F238E27FC236}">
                <a16:creationId xmlns:a16="http://schemas.microsoft.com/office/drawing/2014/main" id="{63E3C144-CF2E-3923-C9EB-4E274C618F22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 eaLnBrk="1" hangingPunct="1">
              <a:defRPr/>
            </a:pPr>
            <a:r>
              <a:rPr lang="en-US" altLang="ko-KR" sz="1700" b="1" err="1">
                <a:latin typeface="Courier New" panose="02070309020205020404" pitchFamily="49" charset="0"/>
                <a:cs typeface="Courier New" panose="02070309020205020404" pitchFamily="49" charset="0"/>
              </a:rPr>
              <a:t>HillClimbing</a:t>
            </a:r>
            <a:r>
              <a:rPr lang="en-US" altLang="ko-KR" sz="1700">
                <a:cs typeface="Courier New" panose="02070309020205020404" pitchFamily="49" charset="0"/>
              </a:rPr>
              <a:t> now has only two variables: </a:t>
            </a:r>
            <a:r>
              <a:rPr lang="en-US" altLang="ko-KR" sz="1700" b="1" err="1">
                <a:latin typeface="Courier New" panose="02070309020205020404" pitchFamily="49" charset="0"/>
                <a:cs typeface="Courier New" panose="02070309020205020404" pitchFamily="49" charset="0"/>
              </a:rPr>
              <a:t>limitStuck</a:t>
            </a:r>
            <a:r>
              <a:rPr lang="en-US" altLang="ko-KR" sz="1700">
                <a:cs typeface="Courier New" panose="02070309020205020404" pitchFamily="49" charset="0"/>
              </a:rPr>
              <a:t> and </a:t>
            </a:r>
            <a:r>
              <a:rPr lang="en-US" altLang="ko-KR" sz="1700" b="1" err="1">
                <a:latin typeface="Courier New" panose="02070309020205020404" pitchFamily="49" charset="0"/>
                <a:cs typeface="Courier New" panose="02070309020205020404" pitchFamily="49" charset="0"/>
              </a:rPr>
              <a:t>numRestart</a:t>
            </a:r>
            <a:endParaRPr lang="en-US" altLang="ko-KR" sz="17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11338" lvl="1" indent="-287338" eaLnBrk="1" hangingPunct="1">
              <a:defRPr/>
            </a:pPr>
            <a:r>
              <a:rPr lang="en-US" altLang="ko-KR" sz="1600" b="1" err="1">
                <a:latin typeface="Courier New" panose="02070309020205020404" pitchFamily="49" charset="0"/>
                <a:cs typeface="Courier New" panose="02070309020205020404" pitchFamily="49" charset="0"/>
              </a:rPr>
              <a:t>pType</a:t>
            </a:r>
            <a:r>
              <a:rPr lang="en-US" altLang="ko-KR" sz="1600"/>
              <a:t> has moved up to </a:t>
            </a: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optimizer</a:t>
            </a:r>
          </a:p>
          <a:p>
            <a:pPr marL="611338" lvl="1" indent="-287338" eaLnBrk="1" hangingPunct="1">
              <a:defRPr/>
            </a:pPr>
            <a:endParaRPr lang="en-US" altLang="ko-KR" sz="16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7338" indent="-287338" eaLnBrk="1" hangingPunct="1">
              <a:defRPr/>
            </a:pPr>
            <a:r>
              <a:rPr lang="en-US" altLang="ko-KR" sz="1800" b="1" err="1">
                <a:latin typeface="Courier New" panose="02070309020205020404" pitchFamily="49" charset="0"/>
                <a:cs typeface="Courier New" panose="02070309020205020404" pitchFamily="49" charset="0"/>
              </a:rPr>
              <a:t>MetaHeuristics</a:t>
            </a:r>
            <a:r>
              <a:rPr lang="en-US" altLang="ko-KR" sz="1800">
                <a:cs typeface="Courier New" panose="02070309020205020404" pitchFamily="49" charset="0"/>
              </a:rPr>
              <a:t> is a parent of </a:t>
            </a:r>
            <a:r>
              <a:rPr lang="en-US" altLang="ko-KR" sz="1800" b="1" err="1">
                <a:latin typeface="Courier New" panose="02070309020205020404" pitchFamily="49" charset="0"/>
                <a:cs typeface="Courier New" panose="02070309020205020404" pitchFamily="49" charset="0"/>
              </a:rPr>
              <a:t>SimulatedAnnealing</a:t>
            </a:r>
            <a:r>
              <a:rPr lang="en-US" altLang="ko-KR" sz="1800">
                <a:cs typeface="Courier New" panose="02070309020205020404" pitchFamily="49" charset="0"/>
              </a:rPr>
              <a:t> and </a:t>
            </a:r>
            <a:r>
              <a:rPr lang="en-US" altLang="ko-KR" sz="1800" b="1">
                <a:latin typeface="Courier New" panose="02070309020205020404" pitchFamily="49" charset="0"/>
                <a:cs typeface="Courier New" panose="02070309020205020404" pitchFamily="49" charset="0"/>
              </a:rPr>
              <a:t>GA</a:t>
            </a:r>
          </a:p>
          <a:p>
            <a:pPr marL="611188" lvl="1" indent="-287338" eaLnBrk="1" hangingPunct="1">
              <a:defRPr/>
            </a:pPr>
            <a:r>
              <a:rPr lang="en-US" altLang="ko-KR" sz="1600" b="1" err="1">
                <a:latin typeface="Courier New" panose="02070309020205020404" pitchFamily="49" charset="0"/>
                <a:cs typeface="Courier New" panose="02070309020205020404" pitchFamily="49" charset="0"/>
              </a:rPr>
              <a:t>MetaHeuristics</a:t>
            </a:r>
            <a:r>
              <a:rPr lang="ko-KR" altLang="en-US" sz="1600">
                <a:cs typeface="Courier New" panose="02070309020205020404" pitchFamily="49" charset="0"/>
              </a:rPr>
              <a:t> </a:t>
            </a:r>
            <a:r>
              <a:rPr lang="en-US" altLang="ko-KR" sz="1600">
                <a:cs typeface="Courier New" panose="02070309020205020404" pitchFamily="49" charset="0"/>
              </a:rPr>
              <a:t>has</a:t>
            </a:r>
            <a:r>
              <a:rPr lang="ko-KR" altLang="en-US" sz="1600">
                <a:cs typeface="Courier New" panose="02070309020205020404" pitchFamily="49" charset="0"/>
              </a:rPr>
              <a:t> </a:t>
            </a:r>
            <a:r>
              <a:rPr lang="en-US" altLang="ko-KR" sz="1600">
                <a:cs typeface="Courier New" panose="02070309020205020404" pitchFamily="49" charset="0"/>
              </a:rPr>
              <a:t>two variables: </a:t>
            </a:r>
            <a:r>
              <a:rPr lang="en-US" altLang="ko-KR" sz="1600" b="1" err="1">
                <a:latin typeface="Courier New" panose="02070309020205020404" pitchFamily="49" charset="0"/>
                <a:cs typeface="Courier New" panose="02070309020205020404" pitchFamily="49" charset="0"/>
              </a:rPr>
              <a:t>limitEval</a:t>
            </a:r>
            <a:r>
              <a:rPr lang="en-US" altLang="ko-KR" sz="1600">
                <a:cs typeface="Courier New" panose="02070309020205020404" pitchFamily="49" charset="0"/>
              </a:rPr>
              <a:t> and </a:t>
            </a:r>
            <a:r>
              <a:rPr lang="en-US" altLang="ko-KR" sz="1600" b="1" err="1">
                <a:latin typeface="Courier New" panose="02070309020205020404" pitchFamily="49" charset="0"/>
                <a:cs typeface="Courier New" panose="02070309020205020404" pitchFamily="49" charset="0"/>
              </a:rPr>
              <a:t>whenBestFound</a:t>
            </a:r>
            <a:endParaRPr lang="en-US" altLang="ko-KR" sz="1600">
              <a:cs typeface="Courier New" panose="02070309020205020404" pitchFamily="49" charset="0"/>
            </a:endParaRPr>
          </a:p>
          <a:p>
            <a:pPr marL="611188" lvl="1" indent="-287338" eaLnBrk="1" hangingPunct="1">
              <a:defRPr/>
            </a:pPr>
            <a:r>
              <a:rPr lang="en-US" altLang="ko-KR" sz="1600" b="1" err="1">
                <a:latin typeface="Courier New" panose="02070309020205020404" pitchFamily="49" charset="0"/>
                <a:cs typeface="Courier New" panose="02070309020205020404" pitchFamily="49" charset="0"/>
              </a:rPr>
              <a:t>displaySettings</a:t>
            </a:r>
            <a:r>
              <a:rPr lang="en-US" altLang="ko-KR" sz="1600">
                <a:cs typeface="Courier New" panose="02070309020205020404" pitchFamily="49" charset="0"/>
              </a:rPr>
              <a:t> method prints out </a:t>
            </a:r>
            <a:r>
              <a:rPr lang="en-US" altLang="ko-KR" sz="1600" b="1" err="1">
                <a:latin typeface="Courier New" panose="02070309020205020404" pitchFamily="49" charset="0"/>
                <a:cs typeface="Courier New" panose="02070309020205020404" pitchFamily="49" charset="0"/>
              </a:rPr>
              <a:t>limitEval</a:t>
            </a:r>
            <a:r>
              <a:rPr lang="en-US" altLang="ko-KR" sz="1600">
                <a:cs typeface="Courier New" panose="02070309020205020404" pitchFamily="49" charset="0"/>
              </a:rPr>
              <a:t> (total number of evaluations until termination)</a:t>
            </a:r>
          </a:p>
          <a:p>
            <a:pPr marL="611188" lvl="1" indent="-287338" eaLnBrk="1" hangingPunct="1">
              <a:defRPr/>
            </a:pPr>
            <a:endParaRPr lang="en-US" altLang="ko-KR">
              <a:cs typeface="Courier New" panose="02070309020205020404" pitchFamily="49" charset="0"/>
            </a:endParaRP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7F56DCE9-600D-C35F-5530-76A2835228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>
                <a:solidFill>
                  <a:srgbClr val="D7ADD9"/>
                </a:solidFill>
              </a:rPr>
              <a:t>‘Optimizer’ Class</a:t>
            </a:r>
          </a:p>
        </p:txBody>
      </p:sp>
      <p:sp>
        <p:nvSpPr>
          <p:cNvPr id="27653" name="슬라이드 번호 개체 틀 8">
            <a:extLst>
              <a:ext uri="{FF2B5EF4-FFF2-40B4-BE49-F238E27FC236}">
                <a16:creationId xmlns:a16="http://schemas.microsoft.com/office/drawing/2014/main" id="{120CBF24-0D0E-DF43-DBC9-4035A642D1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>
                <a:solidFill>
                  <a:srgbClr val="898989"/>
                </a:solidFill>
                <a:latin typeface="Book Antiqua" panose="02040602050305030304" pitchFamily="18" charset="0"/>
              </a:rPr>
              <a:t>19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83408E9-B3B7-BF06-ED11-FEA8854E761F}"/>
              </a:ext>
            </a:extLst>
          </p:cNvPr>
          <p:cNvSpPr/>
          <p:nvPr/>
        </p:nvSpPr>
        <p:spPr>
          <a:xfrm>
            <a:off x="1439863" y="3701827"/>
            <a:ext cx="2339975" cy="36036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b="1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HillClimbing</a:t>
            </a:r>
            <a:endParaRPr lang="en-US" altLang="ko-KR" b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C5BD4E-58CA-4AA0-742A-E6F7AD2DE27F}"/>
              </a:ext>
            </a:extLst>
          </p:cNvPr>
          <p:cNvSpPr txBox="1"/>
          <p:nvPr/>
        </p:nvSpPr>
        <p:spPr>
          <a:xfrm>
            <a:off x="1439863" y="4725764"/>
            <a:ext cx="2339975" cy="107632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US" altLang="ko-KR" sz="1600" b="1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</a:p>
          <a:p>
            <a:pPr>
              <a:defRPr/>
            </a:pPr>
            <a:r>
              <a:rPr lang="en-US" altLang="ko-KR" sz="1600" b="1" err="1">
                <a:latin typeface="Courier New" panose="02070309020205020404" pitchFamily="49" charset="0"/>
                <a:cs typeface="Courier New" panose="02070309020205020404" pitchFamily="49" charset="0"/>
              </a:rPr>
              <a:t>setVariables</a:t>
            </a:r>
            <a:endParaRPr lang="en-US" altLang="ko-KR" sz="16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/>
            </a:pPr>
            <a:r>
              <a:rPr lang="en-US" altLang="ko-KR" sz="1600" b="1" err="1">
                <a:latin typeface="Courier New" panose="02070309020205020404" pitchFamily="49" charset="0"/>
                <a:cs typeface="Courier New" panose="02070309020205020404" pitchFamily="49" charset="0"/>
              </a:rPr>
              <a:t>displaySetting</a:t>
            </a:r>
            <a:endParaRPr lang="en-US" altLang="ko-KR" sz="16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/>
            </a:pPr>
            <a:r>
              <a:rPr lang="en-US" altLang="ko-KR" sz="1600" b="1" err="1">
                <a:latin typeface="Courier New" panose="02070309020205020404" pitchFamily="49" charset="0"/>
                <a:cs typeface="Courier New" panose="02070309020205020404" pitchFamily="49" charset="0"/>
              </a:rPr>
              <a:t>randomRestart</a:t>
            </a:r>
            <a:endParaRPr lang="en-US" altLang="ko-KR" sz="16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1DA7AB-1F17-F9A6-608A-F30661525BE5}"/>
              </a:ext>
            </a:extLst>
          </p:cNvPr>
          <p:cNvSpPr txBox="1"/>
          <p:nvPr/>
        </p:nvSpPr>
        <p:spPr>
          <a:xfrm>
            <a:off x="1439863" y="4095527"/>
            <a:ext cx="2339975" cy="584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1600" b="1" err="1">
                <a:latin typeface="Courier New" panose="02070309020205020404" pitchFamily="49" charset="0"/>
                <a:cs typeface="Courier New" panose="02070309020205020404" pitchFamily="49" charset="0"/>
              </a:rPr>
              <a:t>limitStuck</a:t>
            </a:r>
            <a:endParaRPr lang="en-US" altLang="ko-KR" sz="16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/>
            </a:pPr>
            <a:r>
              <a:rPr lang="en-US" altLang="ko-KR" sz="1600" b="1" err="1">
                <a:latin typeface="Courier New" panose="02070309020205020404" pitchFamily="49" charset="0"/>
                <a:cs typeface="Courier New" panose="02070309020205020404" pitchFamily="49" charset="0"/>
              </a:rPr>
              <a:t>numRestart</a:t>
            </a:r>
            <a:endParaRPr lang="en-US" altLang="ko-KR" sz="16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E6A8C8E-C488-4977-3A0F-D840EE8902A0}"/>
              </a:ext>
            </a:extLst>
          </p:cNvPr>
          <p:cNvSpPr/>
          <p:nvPr/>
        </p:nvSpPr>
        <p:spPr>
          <a:xfrm>
            <a:off x="4932363" y="3717702"/>
            <a:ext cx="2339975" cy="36036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b="1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MetaHeuristics</a:t>
            </a:r>
            <a:endParaRPr lang="en-US" altLang="ko-KR" b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D0596E-59D1-79D0-3323-EB6EBA8F6D85}"/>
              </a:ext>
            </a:extLst>
          </p:cNvPr>
          <p:cNvSpPr txBox="1"/>
          <p:nvPr/>
        </p:nvSpPr>
        <p:spPr>
          <a:xfrm>
            <a:off x="4932363" y="4727352"/>
            <a:ext cx="2339975" cy="10779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US" altLang="ko-KR" sz="1600" b="1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</a:p>
          <a:p>
            <a:pPr>
              <a:defRPr/>
            </a:pPr>
            <a:r>
              <a:rPr lang="en-US" altLang="ko-KR" sz="1600" b="1" err="1">
                <a:latin typeface="Courier New" panose="02070309020205020404" pitchFamily="49" charset="0"/>
                <a:cs typeface="Courier New" panose="02070309020205020404" pitchFamily="49" charset="0"/>
              </a:rPr>
              <a:t>setVariables</a:t>
            </a:r>
            <a:endParaRPr lang="en-US" altLang="ko-KR" sz="16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/>
            </a:pPr>
            <a:r>
              <a:rPr lang="en-US" altLang="ko-KR" sz="1600" b="1" err="1">
                <a:latin typeface="Courier New" panose="02070309020205020404" pitchFamily="49" charset="0"/>
                <a:cs typeface="Courier New" panose="02070309020205020404" pitchFamily="49" charset="0"/>
              </a:rPr>
              <a:t>getWhenBestFound</a:t>
            </a:r>
            <a:endParaRPr lang="en-US" altLang="ko-KR" sz="16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/>
            </a:pPr>
            <a:r>
              <a:rPr lang="en-US" altLang="ko-KR" sz="1600" b="1" err="1">
                <a:latin typeface="Courier New" panose="02070309020205020404" pitchFamily="49" charset="0"/>
                <a:cs typeface="Courier New" panose="02070309020205020404" pitchFamily="49" charset="0"/>
              </a:rPr>
              <a:t>displaySetting</a:t>
            </a:r>
            <a:endParaRPr lang="en-US" altLang="ko-KR" sz="16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DE5C72-4792-312A-C422-57F92D0D74A5}"/>
              </a:ext>
            </a:extLst>
          </p:cNvPr>
          <p:cNvSpPr txBox="1"/>
          <p:nvPr/>
        </p:nvSpPr>
        <p:spPr>
          <a:xfrm>
            <a:off x="4932363" y="4111402"/>
            <a:ext cx="2339975" cy="58578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1600" b="1" err="1">
                <a:latin typeface="Courier New" panose="02070309020205020404" pitchFamily="49" charset="0"/>
                <a:cs typeface="Courier New" panose="02070309020205020404" pitchFamily="49" charset="0"/>
              </a:rPr>
              <a:t>limitEval</a:t>
            </a:r>
            <a:endParaRPr lang="en-US" altLang="ko-KR" sz="16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/>
            </a:pPr>
            <a:r>
              <a:rPr lang="en-US" altLang="ko-KR" sz="1600" b="1" err="1">
                <a:latin typeface="Courier New" panose="02070309020205020404" pitchFamily="49" charset="0"/>
                <a:cs typeface="Courier New" panose="02070309020205020404" pitchFamily="49" charset="0"/>
              </a:rPr>
              <a:t>whenBestFound</a:t>
            </a:r>
            <a:endParaRPr lang="en-US" altLang="ko-KR" sz="16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3">
            <a:extLst>
              <a:ext uri="{FF2B5EF4-FFF2-40B4-BE49-F238E27FC236}">
                <a16:creationId xmlns:a16="http://schemas.microsoft.com/office/drawing/2014/main" id="{45D1C237-6F49-ED95-3BF6-2DEAE3109AA8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 eaLnBrk="1" hangingPunct="1"/>
            <a:r>
              <a:rPr lang="en-US" altLang="ko-KR">
                <a:cs typeface="Courier New" panose="02070309020205020404" pitchFamily="49" charset="0"/>
              </a:rPr>
              <a:t>Changes of variables:</a:t>
            </a:r>
          </a:p>
          <a:p>
            <a:pPr marL="611188" lvl="1" indent="-287338" eaLnBrk="1" hangingPunct="1"/>
            <a:r>
              <a:rPr lang="en-US" altLang="ko-KR" sz="1600">
                <a:cs typeface="Courier New" panose="02070309020205020404" pitchFamily="49" charset="0"/>
              </a:rPr>
              <a:t>Under the new </a:t>
            </a: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Optimizer</a:t>
            </a:r>
            <a:r>
              <a:rPr lang="en-US" altLang="ko-KR" sz="1600">
                <a:cs typeface="Courier New" panose="02070309020205020404" pitchFamily="49" charset="0"/>
              </a:rPr>
              <a:t> class hierarchy, the variable </a:t>
            </a:r>
            <a:r>
              <a:rPr lang="en-US" altLang="ko-KR" sz="1600" b="1" err="1">
                <a:latin typeface="Courier New" panose="02070309020205020404" pitchFamily="49" charset="0"/>
                <a:cs typeface="Courier New" panose="02070309020205020404" pitchFamily="49" charset="0"/>
              </a:rPr>
              <a:t>pType</a:t>
            </a:r>
            <a:r>
              <a:rPr lang="en-US" altLang="ko-KR" sz="1600">
                <a:cs typeface="Courier New" panose="02070309020205020404" pitchFamily="49" charset="0"/>
              </a:rPr>
              <a:t> is moved up from </a:t>
            </a:r>
            <a:r>
              <a:rPr lang="en-US" altLang="ko-KR" sz="1600" b="1" err="1">
                <a:latin typeface="Courier New" panose="02070309020205020404" pitchFamily="49" charset="0"/>
                <a:cs typeface="Courier New" panose="02070309020205020404" pitchFamily="49" charset="0"/>
              </a:rPr>
              <a:t>HillClimbing</a:t>
            </a:r>
            <a:r>
              <a:rPr lang="en-US" altLang="ko-KR" sz="1600">
                <a:cs typeface="Courier New" panose="02070309020205020404" pitchFamily="49" charset="0"/>
              </a:rPr>
              <a:t> to </a:t>
            </a: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Optimizer</a:t>
            </a:r>
          </a:p>
          <a:p>
            <a:pPr marL="611188" lvl="1" indent="-287338" eaLnBrk="1" hangingPunct="1"/>
            <a:r>
              <a:rPr lang="en-US" altLang="ko-KR" sz="1600">
                <a:cs typeface="Courier New" panose="02070309020205020404" pitchFamily="49" charset="0"/>
              </a:rPr>
              <a:t>A variable </a:t>
            </a:r>
            <a:r>
              <a:rPr lang="en-US" altLang="ko-KR" sz="1600" b="1" err="1">
                <a:latin typeface="Courier New" panose="02070309020205020404" pitchFamily="49" charset="0"/>
                <a:cs typeface="Courier New" panose="02070309020205020404" pitchFamily="49" charset="0"/>
              </a:rPr>
              <a:t>numRestart</a:t>
            </a:r>
            <a:r>
              <a:rPr lang="en-US" altLang="ko-KR" sz="1600">
                <a:cs typeface="Courier New" panose="02070309020205020404" pitchFamily="49" charset="0"/>
              </a:rPr>
              <a:t> is newly added (the </a:t>
            </a:r>
            <a:r>
              <a:rPr lang="en-US" altLang="ko-KR" sz="1600" b="1" err="1">
                <a:latin typeface="Courier New" panose="02070309020205020404" pitchFamily="49" charset="0"/>
                <a:cs typeface="Courier New" panose="02070309020205020404" pitchFamily="49" charset="0"/>
              </a:rPr>
              <a:t>setVariables</a:t>
            </a:r>
            <a:r>
              <a:rPr lang="en-US" altLang="ko-KR" sz="1600">
                <a:cs typeface="Courier New" panose="02070309020205020404" pitchFamily="49" charset="0"/>
              </a:rPr>
              <a:t> method is revised accordingly)</a:t>
            </a:r>
          </a:p>
          <a:p>
            <a:pPr marL="287338" indent="-287338" eaLnBrk="1" hangingPunct="1"/>
            <a:r>
              <a:rPr lang="en-US" altLang="ko-KR">
                <a:cs typeface="Courier New" panose="02070309020205020404" pitchFamily="49" charset="0"/>
              </a:rPr>
              <a:t>Changes to the </a:t>
            </a:r>
            <a:r>
              <a:rPr lang="en-US" altLang="ko-KR" sz="1800" b="1" err="1">
                <a:latin typeface="Courier New" panose="02070309020205020404" pitchFamily="49" charset="0"/>
                <a:cs typeface="Courier New" panose="02070309020205020404" pitchFamily="49" charset="0"/>
              </a:rPr>
              <a:t>displaySetting</a:t>
            </a:r>
            <a:r>
              <a:rPr lang="en-US" altLang="ko-KR">
                <a:cs typeface="Courier New" panose="02070309020205020404" pitchFamily="49" charset="0"/>
              </a:rPr>
              <a:t> method:</a:t>
            </a:r>
          </a:p>
          <a:p>
            <a:pPr marL="611188" lvl="1" indent="-287338" eaLnBrk="1" hangingPunct="1"/>
            <a:r>
              <a:rPr lang="en-US" altLang="ko-KR" sz="1600">
                <a:cs typeface="Courier New" panose="02070309020205020404" pitchFamily="49" charset="0"/>
              </a:rPr>
              <a:t>The printing of mutation step size is moved up to </a:t>
            </a: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Optimizer</a:t>
            </a:r>
          </a:p>
          <a:p>
            <a:pPr marL="611188" lvl="1" indent="-287338" eaLnBrk="1" hangingPunct="1"/>
            <a:r>
              <a:rPr lang="en-US" altLang="ko-KR" sz="1600">
                <a:cs typeface="Courier New" panose="02070309020205020404" pitchFamily="49" charset="0"/>
              </a:rPr>
              <a:t>Now it prints out setting information related only to the variables of its own class </a:t>
            </a:r>
            <a:r>
              <a:rPr lang="en-US" altLang="ko-KR" sz="1600" b="1" err="1">
                <a:latin typeface="Courier New" panose="02070309020205020404" pitchFamily="49" charset="0"/>
                <a:cs typeface="Courier New" panose="02070309020205020404" pitchFamily="49" charset="0"/>
              </a:rPr>
              <a:t>HillClimbing</a:t>
            </a:r>
            <a:endParaRPr lang="en-US" altLang="ko-KR" sz="16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FF7F3AC1-BA5B-173C-2F1B-632611C5CA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>
                <a:solidFill>
                  <a:srgbClr val="800080"/>
                </a:solidFill>
              </a:rPr>
              <a:t>Changes to ‘HillClimbing’ Class</a:t>
            </a:r>
            <a:endParaRPr lang="en-US" altLang="ko-KR" sz="2400">
              <a:solidFill>
                <a:srgbClr val="99CCFF"/>
              </a:solidFill>
            </a:endParaRPr>
          </a:p>
        </p:txBody>
      </p:sp>
      <p:sp>
        <p:nvSpPr>
          <p:cNvPr id="29701" name="슬라이드 번호 개체 틀 8">
            <a:extLst>
              <a:ext uri="{FF2B5EF4-FFF2-40B4-BE49-F238E27FC236}">
                <a16:creationId xmlns:a16="http://schemas.microsoft.com/office/drawing/2014/main" id="{2F0A012E-F9DE-59E6-07CA-EFFA5629F4D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>
                <a:solidFill>
                  <a:srgbClr val="898989"/>
                </a:solidFill>
                <a:latin typeface="Book Antiqua" panose="02040602050305030304" pitchFamily="18" charset="0"/>
              </a:rPr>
              <a:t>20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D0A7182-301D-103E-9402-59C0C86DCD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852" y="4221088"/>
            <a:ext cx="7236296" cy="168969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>
            <a:extLst>
              <a:ext uri="{FF2B5EF4-FFF2-40B4-BE49-F238E27FC236}">
                <a16:creationId xmlns:a16="http://schemas.microsoft.com/office/drawing/2014/main" id="{4D2D5C81-FA48-0372-B3A9-B75834299EE3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 eaLnBrk="1" hangingPunct="1"/>
            <a:r>
              <a:rPr lang="en-US" altLang="ko-KR" sz="1800"/>
              <a:t>(TO-DO)</a:t>
            </a:r>
            <a:r>
              <a:rPr lang="ko-KR" altLang="en-US" sz="1800"/>
              <a:t> </a:t>
            </a:r>
            <a:r>
              <a:rPr lang="en-US" altLang="ko-KR" sz="1800"/>
              <a:t>Add</a:t>
            </a:r>
            <a:r>
              <a:rPr lang="ko-KR" altLang="en-US" sz="1800"/>
              <a:t> </a:t>
            </a:r>
            <a:r>
              <a:rPr lang="en-US" altLang="ko-KR" sz="1800" u="sng"/>
              <a:t>3 new</a:t>
            </a:r>
            <a:r>
              <a:rPr lang="ko-KR" altLang="en-US" sz="1800" u="sng"/>
              <a:t> </a:t>
            </a:r>
            <a:r>
              <a:rPr lang="en-US" altLang="ko-KR" sz="1800" u="sng"/>
              <a:t>Search Algorithms</a:t>
            </a:r>
            <a:r>
              <a:rPr lang="en-US" altLang="ko-KR" sz="1800"/>
              <a:t> to the existing code : </a:t>
            </a:r>
          </a:p>
          <a:p>
            <a:pPr marL="611338" lvl="1" indent="-287338" eaLnBrk="1" hangingPunct="1"/>
            <a:r>
              <a:rPr lang="en-US" altLang="ko-KR" sz="1600" err="1">
                <a:latin typeface="Consolas" panose="020B0609020204030204" pitchFamily="49" charset="0"/>
              </a:rPr>
              <a:t>HillClimbing</a:t>
            </a:r>
            <a:r>
              <a:rPr lang="en-US" altLang="ko-KR" sz="1600">
                <a:latin typeface="Consolas" panose="020B0609020204030204" pitchFamily="49" charset="0"/>
              </a:rPr>
              <a:t> &gt; Stochastic</a:t>
            </a:r>
            <a:r>
              <a:rPr lang="en-US" altLang="ko-KR" sz="1600"/>
              <a:t>(stochastic hill climbing) and </a:t>
            </a:r>
            <a:r>
              <a:rPr lang="en-US" altLang="ko-KR" sz="1600" err="1">
                <a:latin typeface="Consolas" panose="020B0609020204030204" pitchFamily="49" charset="0"/>
              </a:rPr>
              <a:t>randomRestart</a:t>
            </a:r>
            <a:r>
              <a:rPr lang="en-US" altLang="ko-KR" sz="1600"/>
              <a:t>, then </a:t>
            </a:r>
            <a:r>
              <a:rPr lang="en-US" altLang="ko-KR" sz="1600" err="1">
                <a:latin typeface="Consolas" panose="020B0609020204030204" pitchFamily="49" charset="0"/>
              </a:rPr>
              <a:t>MetaHeuristics</a:t>
            </a:r>
            <a:r>
              <a:rPr lang="en-US" altLang="ko-KR" sz="1600">
                <a:latin typeface="Consolas" panose="020B0609020204030204" pitchFamily="49" charset="0"/>
              </a:rPr>
              <a:t> &gt; </a:t>
            </a:r>
            <a:r>
              <a:rPr lang="en-US" altLang="ko-KR" sz="1600" err="1">
                <a:latin typeface="Consolas" panose="020B0609020204030204" pitchFamily="49" charset="0"/>
              </a:rPr>
              <a:t>SimulatedAnnealing</a:t>
            </a:r>
            <a:endParaRPr lang="en-US" altLang="ko-KR" sz="1600">
              <a:latin typeface="Consolas" panose="020B0609020204030204" pitchFamily="49" charset="0"/>
            </a:endParaRPr>
          </a:p>
          <a:p>
            <a:pPr marL="611338" lvl="1" indent="-287338" eaLnBrk="1" hangingPunct="1"/>
            <a:r>
              <a:rPr lang="en-US" altLang="ko-KR" sz="1600"/>
              <a:t>Note that </a:t>
            </a:r>
            <a:r>
              <a:rPr lang="en-US" altLang="ko-KR" sz="1600" b="1" err="1">
                <a:latin typeface="Courier New" panose="02070309020205020404" pitchFamily="49" charset="0"/>
                <a:cs typeface="Courier New" panose="02070309020205020404" pitchFamily="49" charset="0"/>
              </a:rPr>
              <a:t>randomRestart</a:t>
            </a:r>
            <a:r>
              <a:rPr lang="en-US" altLang="ko-KR" sz="1600"/>
              <a:t> is not implemented as a separate class but as a method within the </a:t>
            </a:r>
            <a:r>
              <a:rPr lang="en-US" altLang="ko-KR" sz="1600" b="1" err="1">
                <a:latin typeface="Courier New" panose="02070309020205020404" pitchFamily="49" charset="0"/>
                <a:cs typeface="Courier New" panose="02070309020205020404" pitchFamily="49" charset="0"/>
              </a:rPr>
              <a:t>HillClimbing</a:t>
            </a:r>
            <a:r>
              <a:rPr lang="en-US" altLang="ko-KR" sz="1600"/>
              <a:t> class.</a:t>
            </a:r>
            <a:endParaRPr lang="en-US" altLang="ko-KR" sz="1800"/>
          </a:p>
          <a:p>
            <a:pPr marL="611338" lvl="1" indent="-287338" eaLnBrk="1" hangingPunct="1"/>
            <a:endParaRPr lang="en-US" altLang="ko-KR" sz="1800">
              <a:solidFill>
                <a:srgbClr val="0033CC"/>
              </a:solidFill>
            </a:endParaRP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DA1780E7-0B28-7B70-C79F-D3160A7C60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>
                <a:solidFill>
                  <a:srgbClr val="0033CC"/>
                </a:solidFill>
              </a:rPr>
              <a:t>Adding three</a:t>
            </a:r>
            <a:r>
              <a:rPr lang="ko-KR" altLang="en-US">
                <a:solidFill>
                  <a:srgbClr val="0033CC"/>
                </a:solidFill>
              </a:rPr>
              <a:t> </a:t>
            </a:r>
            <a:r>
              <a:rPr lang="en-US" altLang="ko-KR">
                <a:solidFill>
                  <a:srgbClr val="0033CC"/>
                </a:solidFill>
              </a:rPr>
              <a:t>search algorithm</a:t>
            </a:r>
          </a:p>
        </p:txBody>
      </p:sp>
      <p:sp>
        <p:nvSpPr>
          <p:cNvPr id="9221" name="슬라이드 번호 개체 틀 8">
            <a:extLst>
              <a:ext uri="{FF2B5EF4-FFF2-40B4-BE49-F238E27FC236}">
                <a16:creationId xmlns:a16="http://schemas.microsoft.com/office/drawing/2014/main" id="{BF63E5B7-F6F3-E1D0-8085-43D057CA2F4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0B60E5D6-F3AC-45C6-8E6E-C895350FC0C1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21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CFB7C73A-5B6C-4362-AEF0-74CD4D1F60FD}"/>
              </a:ext>
            </a:extLst>
          </p:cNvPr>
          <p:cNvGrpSpPr/>
          <p:nvPr/>
        </p:nvGrpSpPr>
        <p:grpSpPr>
          <a:xfrm>
            <a:off x="1288949" y="2780928"/>
            <a:ext cx="6566102" cy="3181059"/>
            <a:chOff x="-168410" y="1845270"/>
            <a:chExt cx="9214354" cy="446405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5B094E8-99C3-46DD-AF60-72E028ABE7A1}"/>
                </a:ext>
              </a:extLst>
            </p:cNvPr>
            <p:cNvSpPr/>
            <p:nvPr/>
          </p:nvSpPr>
          <p:spPr>
            <a:xfrm>
              <a:off x="3853308" y="1845270"/>
              <a:ext cx="2232025" cy="36036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200" b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Optimizer</a:t>
              </a: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5DFA15F7-0D3F-440B-92F3-9DD56BD055D9}"/>
                </a:ext>
              </a:extLst>
            </p:cNvPr>
            <p:cNvSpPr/>
            <p:nvPr/>
          </p:nvSpPr>
          <p:spPr>
            <a:xfrm>
              <a:off x="6372671" y="3350220"/>
              <a:ext cx="2663825" cy="36036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200" b="1" err="1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SimulatedAnnealing</a:t>
              </a:r>
              <a:endParaRPr lang="en-US" altLang="ko-KR" sz="12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26F1C6EE-06D4-42B4-BC2E-BC5F4FB680AB}"/>
                </a:ext>
              </a:extLst>
            </p:cNvPr>
            <p:cNvCxnSpPr>
              <a:stCxn id="7" idx="2"/>
              <a:endCxn id="24" idx="0"/>
            </p:cNvCxnSpPr>
            <p:nvPr/>
          </p:nvCxnSpPr>
          <p:spPr>
            <a:xfrm flipH="1">
              <a:off x="2953196" y="2205632"/>
              <a:ext cx="2016125" cy="4206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61CED080-366D-4555-BB3A-5FE7E5922858}"/>
                </a:ext>
              </a:extLst>
            </p:cNvPr>
            <p:cNvCxnSpPr>
              <a:stCxn id="7" idx="2"/>
              <a:endCxn id="25" idx="0"/>
            </p:cNvCxnSpPr>
            <p:nvPr/>
          </p:nvCxnSpPr>
          <p:spPr>
            <a:xfrm>
              <a:off x="4969321" y="2205632"/>
              <a:ext cx="1871662" cy="4206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8A8F776E-8C61-4EA1-B063-F30A7B6C4860}"/>
                </a:ext>
              </a:extLst>
            </p:cNvPr>
            <p:cNvSpPr/>
            <p:nvPr/>
          </p:nvSpPr>
          <p:spPr>
            <a:xfrm>
              <a:off x="6372670" y="4075707"/>
              <a:ext cx="2673274" cy="36036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200" b="1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GA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7CDF3511-55E4-472A-A3F7-6660EDFFADEE}"/>
                </a:ext>
              </a:extLst>
            </p:cNvPr>
            <p:cNvSpPr/>
            <p:nvPr/>
          </p:nvSpPr>
          <p:spPr>
            <a:xfrm>
              <a:off x="2556321" y="5228232"/>
              <a:ext cx="2232025" cy="36036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200" b="1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Stochastic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B432DE30-42C9-4669-B5D3-79665434AA97}"/>
                </a:ext>
              </a:extLst>
            </p:cNvPr>
            <p:cNvSpPr/>
            <p:nvPr/>
          </p:nvSpPr>
          <p:spPr>
            <a:xfrm>
              <a:off x="2556321" y="4507507"/>
              <a:ext cx="2232025" cy="36036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200" b="1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FirstChoice</a:t>
              </a:r>
              <a:endParaRPr lang="en-US" altLang="ko-KR" sz="12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CB1612E7-AD89-43EE-BB75-E60ADE4AA147}"/>
                </a:ext>
              </a:extLst>
            </p:cNvPr>
            <p:cNvSpPr/>
            <p:nvPr/>
          </p:nvSpPr>
          <p:spPr>
            <a:xfrm>
              <a:off x="2556321" y="5948957"/>
              <a:ext cx="2232025" cy="36036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200" b="1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GradientDescent</a:t>
              </a:r>
              <a:endParaRPr lang="en-US" altLang="ko-KR" sz="12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B22E52A0-C840-4509-8CE1-E8D0FFEC2112}"/>
                </a:ext>
              </a:extLst>
            </p:cNvPr>
            <p:cNvSpPr/>
            <p:nvPr/>
          </p:nvSpPr>
          <p:spPr>
            <a:xfrm>
              <a:off x="2556321" y="3782020"/>
              <a:ext cx="2232025" cy="36036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200" b="1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SteepestAscent</a:t>
              </a:r>
              <a:endParaRPr lang="en-US" altLang="ko-KR" sz="12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A845575F-2617-4232-9F1E-FAFD986C5FB4}"/>
                </a:ext>
              </a:extLst>
            </p:cNvPr>
            <p:cNvCxnSpPr/>
            <p:nvPr/>
          </p:nvCxnSpPr>
          <p:spPr>
            <a:xfrm>
              <a:off x="2195958" y="3397845"/>
              <a:ext cx="0" cy="273526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1B434F4B-4ECD-47F5-8027-FC9118522359}"/>
                </a:ext>
              </a:extLst>
            </p:cNvPr>
            <p:cNvCxnSpPr/>
            <p:nvPr/>
          </p:nvCxnSpPr>
          <p:spPr>
            <a:xfrm>
              <a:off x="2195958" y="3955057"/>
              <a:ext cx="36036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BB479BB0-7FAC-4D30-A7AB-F6E8B791FB76}"/>
                </a:ext>
              </a:extLst>
            </p:cNvPr>
            <p:cNvCxnSpPr/>
            <p:nvPr/>
          </p:nvCxnSpPr>
          <p:spPr>
            <a:xfrm>
              <a:off x="2195958" y="4685307"/>
              <a:ext cx="36036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9E1A1DF1-1C2C-412D-9BB8-734CFDB1D519}"/>
                </a:ext>
              </a:extLst>
            </p:cNvPr>
            <p:cNvCxnSpPr/>
            <p:nvPr/>
          </p:nvCxnSpPr>
          <p:spPr>
            <a:xfrm>
              <a:off x="2195958" y="5413970"/>
              <a:ext cx="36036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B3E8965A-8B26-4B8F-993F-2EE53E1A245F}"/>
                </a:ext>
              </a:extLst>
            </p:cNvPr>
            <p:cNvCxnSpPr/>
            <p:nvPr/>
          </p:nvCxnSpPr>
          <p:spPr>
            <a:xfrm>
              <a:off x="2195958" y="6129932"/>
              <a:ext cx="36036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0264AD49-8939-425D-A564-03A400303EF6}"/>
                </a:ext>
              </a:extLst>
            </p:cNvPr>
            <p:cNvCxnSpPr/>
            <p:nvPr/>
          </p:nvCxnSpPr>
          <p:spPr>
            <a:xfrm>
              <a:off x="6012308" y="2977157"/>
              <a:ext cx="0" cy="1295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12586667-1717-4A2D-864A-B265D7CCE7E4}"/>
                </a:ext>
              </a:extLst>
            </p:cNvPr>
            <p:cNvCxnSpPr/>
            <p:nvPr/>
          </p:nvCxnSpPr>
          <p:spPr>
            <a:xfrm>
              <a:off x="6012308" y="3534370"/>
              <a:ext cx="36036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BD8A734E-B401-4D7A-B8AD-2BBDB1123986}"/>
                </a:ext>
              </a:extLst>
            </p:cNvPr>
            <p:cNvCxnSpPr/>
            <p:nvPr/>
          </p:nvCxnSpPr>
          <p:spPr>
            <a:xfrm>
              <a:off x="6012308" y="4264620"/>
              <a:ext cx="36036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79E4C132-34E6-4877-B1A2-97A14EF6CCA7}"/>
                </a:ext>
              </a:extLst>
            </p:cNvPr>
            <p:cNvSpPr/>
            <p:nvPr/>
          </p:nvSpPr>
          <p:spPr>
            <a:xfrm>
              <a:off x="1837183" y="2626320"/>
              <a:ext cx="2232025" cy="36036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200" b="1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HillClimbing</a:t>
              </a:r>
              <a:endParaRPr lang="en-US" altLang="ko-KR" sz="12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94CB3D6B-E3E7-4767-8757-2CC5EDA3854C}"/>
                </a:ext>
              </a:extLst>
            </p:cNvPr>
            <p:cNvSpPr/>
            <p:nvPr/>
          </p:nvSpPr>
          <p:spPr>
            <a:xfrm>
              <a:off x="5724971" y="2626320"/>
              <a:ext cx="2232025" cy="36036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200" b="1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MetaHeuristics</a:t>
              </a:r>
              <a:endParaRPr lang="en-US" altLang="ko-KR" sz="12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E73142F-D157-40DC-B919-2476ACE4482C}"/>
                </a:ext>
              </a:extLst>
            </p:cNvPr>
            <p:cNvSpPr txBox="1"/>
            <p:nvPr/>
          </p:nvSpPr>
          <p:spPr>
            <a:xfrm>
              <a:off x="1837184" y="3018432"/>
              <a:ext cx="2230438" cy="388719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ko-KR" sz="1200" b="1" err="1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randomRestart</a:t>
              </a:r>
              <a:endParaRPr lang="en-US" altLang="ko-KR" sz="12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7" name="설명선: 선 26">
              <a:extLst>
                <a:ext uri="{FF2B5EF4-FFF2-40B4-BE49-F238E27FC236}">
                  <a16:creationId xmlns:a16="http://schemas.microsoft.com/office/drawing/2014/main" id="{0E347301-5FB8-487A-A0EE-3AF0DB63E267}"/>
                </a:ext>
              </a:extLst>
            </p:cNvPr>
            <p:cNvSpPr/>
            <p:nvPr/>
          </p:nvSpPr>
          <p:spPr>
            <a:xfrm>
              <a:off x="-168410" y="3709089"/>
              <a:ext cx="2109670" cy="798417"/>
            </a:xfrm>
            <a:prstGeom prst="borderCallout1">
              <a:avLst>
                <a:gd name="adj1" fmla="val 286"/>
                <a:gd name="adj2" fmla="val 67023"/>
                <a:gd name="adj3" fmla="val -49216"/>
                <a:gd name="adj4" fmla="val 108271"/>
              </a:avLst>
            </a:prstGeom>
            <a:ln w="12700">
              <a:solidFill>
                <a:srgbClr val="00B0F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00">
                  <a:solidFill>
                    <a:schemeClr val="tx1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Implemented as </a:t>
              </a:r>
              <a:r>
                <a:rPr lang="en-US" altLang="ko-KR" sz="1000" err="1">
                  <a:solidFill>
                    <a:schemeClr val="tx1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HillClimbing</a:t>
              </a:r>
              <a:r>
                <a:rPr lang="en-US" altLang="ko-KR" sz="1000">
                  <a:solidFill>
                    <a:schemeClr val="tx1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 class method</a:t>
              </a:r>
              <a:endParaRPr lang="ko-KR" altLang="en-US" sz="1000">
                <a:solidFill>
                  <a:schemeClr val="tx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endParaRPr>
            </a:p>
          </p:txBody>
        </p:sp>
      </p:grpSp>
      <p:sp>
        <p:nvSpPr>
          <p:cNvPr id="2" name="설명선: 선 1">
            <a:extLst>
              <a:ext uri="{FF2B5EF4-FFF2-40B4-BE49-F238E27FC236}">
                <a16:creationId xmlns:a16="http://schemas.microsoft.com/office/drawing/2014/main" id="{13F5C899-49E9-BE45-16F1-AD1121596908}"/>
              </a:ext>
            </a:extLst>
          </p:cNvPr>
          <p:cNvSpPr/>
          <p:nvPr/>
        </p:nvSpPr>
        <p:spPr>
          <a:xfrm>
            <a:off x="4927325" y="5414646"/>
            <a:ext cx="593266" cy="251141"/>
          </a:xfrm>
          <a:prstGeom prst="borderCallout1">
            <a:avLst>
              <a:gd name="adj1" fmla="val 286"/>
              <a:gd name="adj2" fmla="val 67023"/>
              <a:gd name="adj3" fmla="val -50689"/>
              <a:gd name="adj4" fmla="val -18957"/>
            </a:avLst>
          </a:prstGeom>
          <a:ln w="12700"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NEW</a:t>
            </a:r>
            <a:endParaRPr lang="ko-KR" altLang="en-US" sz="1000">
              <a:solidFill>
                <a:schemeClr val="tx1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3" name="설명선: 선 2">
            <a:extLst>
              <a:ext uri="{FF2B5EF4-FFF2-40B4-BE49-F238E27FC236}">
                <a16:creationId xmlns:a16="http://schemas.microsoft.com/office/drawing/2014/main" id="{19439DF0-3426-D2E4-4E39-2D49D9D6DDD2}"/>
              </a:ext>
            </a:extLst>
          </p:cNvPr>
          <p:cNvSpPr/>
          <p:nvPr/>
        </p:nvSpPr>
        <p:spPr>
          <a:xfrm>
            <a:off x="7970926" y="4109076"/>
            <a:ext cx="593266" cy="251141"/>
          </a:xfrm>
          <a:prstGeom prst="borderCallout1">
            <a:avLst>
              <a:gd name="adj1" fmla="val 286"/>
              <a:gd name="adj2" fmla="val 67023"/>
              <a:gd name="adj3" fmla="val -50689"/>
              <a:gd name="adj4" fmla="val -18957"/>
            </a:avLst>
          </a:prstGeom>
          <a:ln w="12700"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NEW</a:t>
            </a:r>
            <a:endParaRPr lang="ko-KR" altLang="en-US" sz="1000">
              <a:solidFill>
                <a:schemeClr val="tx1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3">
            <a:extLst>
              <a:ext uri="{FF2B5EF4-FFF2-40B4-BE49-F238E27FC236}">
                <a16:creationId xmlns:a16="http://schemas.microsoft.com/office/drawing/2014/main" id="{349CBFC1-56D2-A368-F1DA-4DBCD8403091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 eaLnBrk="1" hangingPunct="1"/>
            <a:r>
              <a:rPr lang="en-US" altLang="ko-KR">
                <a:cs typeface="Courier New" panose="02070309020205020404" pitchFamily="49" charset="0"/>
              </a:rPr>
              <a:t>A new method </a:t>
            </a:r>
            <a:r>
              <a:rPr lang="en-US" altLang="ko-KR" sz="1800" b="1" err="1">
                <a:latin typeface="Courier New" panose="02070309020205020404" pitchFamily="49" charset="0"/>
                <a:cs typeface="Courier New" panose="02070309020205020404" pitchFamily="49" charset="0"/>
              </a:rPr>
              <a:t>randomRestart</a:t>
            </a:r>
            <a:r>
              <a:rPr lang="en-US" altLang="ko-KR">
                <a:cs typeface="Courier New" panose="02070309020205020404" pitchFamily="49" charset="0"/>
              </a:rPr>
              <a:t> is added to </a:t>
            </a:r>
            <a:r>
              <a:rPr lang="en-US" altLang="ko-KR" err="1">
                <a:cs typeface="Courier New" panose="02070309020205020404" pitchFamily="49" charset="0"/>
              </a:rPr>
              <a:t>HillClimbing</a:t>
            </a:r>
            <a:r>
              <a:rPr lang="en-US" altLang="ko-KR">
                <a:cs typeface="Courier New" panose="02070309020205020404" pitchFamily="49" charset="0"/>
              </a:rPr>
              <a:t> class</a:t>
            </a:r>
          </a:p>
          <a:p>
            <a:pPr marL="611188" lvl="1" indent="-287338" eaLnBrk="1" hangingPunct="1"/>
            <a:r>
              <a:rPr lang="en-US" altLang="ko-KR" sz="1600">
                <a:cs typeface="Courier New" panose="02070309020205020404" pitchFamily="49" charset="0"/>
              </a:rPr>
              <a:t>It keeps calling </a:t>
            </a:r>
            <a:r>
              <a:rPr lang="en-US" altLang="ko-KR" sz="1600" b="1" err="1">
                <a:latin typeface="Courier New" panose="02070309020205020404" pitchFamily="49" charset="0"/>
                <a:cs typeface="Courier New" panose="02070309020205020404" pitchFamily="49" charset="0"/>
              </a:rPr>
              <a:t>self.run</a:t>
            </a:r>
            <a:r>
              <a:rPr lang="en-US" altLang="ko-KR" sz="1600">
                <a:cs typeface="Courier New" panose="02070309020205020404" pitchFamily="49" charset="0"/>
              </a:rPr>
              <a:t> for a given number of times </a:t>
            </a:r>
            <a:r>
              <a:rPr lang="en-US" altLang="ko-KR" sz="1400">
                <a:cs typeface="Courier New" panose="02070309020205020404" pitchFamily="49" charset="0"/>
              </a:rPr>
              <a:t>(</a:t>
            </a: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self._</a:t>
            </a:r>
            <a:r>
              <a:rPr lang="en-US" altLang="ko-KR" sz="1400" b="1" err="1">
                <a:latin typeface="Courier New" panose="02070309020205020404" pitchFamily="49" charset="0"/>
                <a:cs typeface="Courier New" panose="02070309020205020404" pitchFamily="49" charset="0"/>
              </a:rPr>
              <a:t>numRestart</a:t>
            </a:r>
            <a:r>
              <a:rPr lang="en-US" altLang="ko-KR" sz="1400">
                <a:cs typeface="Courier New" panose="02070309020205020404" pitchFamily="49" charset="0"/>
              </a:rPr>
              <a:t>)</a:t>
            </a:r>
            <a:r>
              <a:rPr lang="en-US" altLang="ko-KR" sz="1600">
                <a:cs typeface="Courier New" panose="02070309020205020404" pitchFamily="49" charset="0"/>
              </a:rPr>
              <a:t>, and stores the best solution found </a:t>
            </a:r>
            <a:r>
              <a:rPr lang="en-US" altLang="ko-KR" sz="1400">
                <a:cs typeface="Courier New" panose="02070309020205020404" pitchFamily="49" charset="0"/>
              </a:rPr>
              <a:t>(</a:t>
            </a:r>
            <a:r>
              <a:rPr lang="en-US" altLang="ko-KR" sz="1400" b="1" err="1">
                <a:latin typeface="Courier New" panose="02070309020205020404" pitchFamily="49" charset="0"/>
                <a:cs typeface="Courier New" panose="02070309020205020404" pitchFamily="49" charset="0"/>
              </a:rPr>
              <a:t>p.storeResult</a:t>
            </a: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400" b="1" err="1">
                <a:latin typeface="Courier New" panose="02070309020205020404" pitchFamily="49" charset="0"/>
                <a:cs typeface="Courier New" panose="02070309020205020404" pitchFamily="49" charset="0"/>
              </a:rPr>
              <a:t>bestSolution</a:t>
            </a: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1400" b="1" err="1">
                <a:latin typeface="Courier New" panose="02070309020205020404" pitchFamily="49" charset="0"/>
                <a:cs typeface="Courier New" panose="02070309020205020404" pitchFamily="49" charset="0"/>
              </a:rPr>
              <a:t>bestMinimum</a:t>
            </a: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altLang="ko-KR" sz="1400">
                <a:cs typeface="Courier New" panose="02070309020205020404" pitchFamily="49" charset="0"/>
              </a:rPr>
              <a:t>)</a:t>
            </a:r>
            <a:endParaRPr lang="en-US" altLang="ko-KR" sz="1600">
              <a:cs typeface="Courier New" panose="02070309020205020404" pitchFamily="49" charset="0"/>
            </a:endParaRPr>
          </a:p>
          <a:p>
            <a:pPr marL="611188" lvl="1" indent="-287338" eaLnBrk="1" hangingPunct="1"/>
            <a:r>
              <a:rPr lang="en-US" altLang="ko-KR" sz="1600" err="1">
                <a:cs typeface="Courier New" panose="02070309020205020404" pitchFamily="49" charset="0"/>
              </a:rPr>
              <a:t>HillClimbing</a:t>
            </a:r>
            <a:r>
              <a:rPr lang="ko-KR" altLang="en-US" sz="1600">
                <a:cs typeface="Courier New" panose="02070309020205020404" pitchFamily="49" charset="0"/>
              </a:rPr>
              <a:t> </a:t>
            </a:r>
            <a:r>
              <a:rPr lang="en-US" altLang="ko-KR" sz="1600">
                <a:cs typeface="Courier New" panose="02070309020205020404" pitchFamily="49" charset="0"/>
              </a:rPr>
              <a:t>overall call sequence:</a:t>
            </a:r>
          </a:p>
          <a:p>
            <a:pPr marL="899188" lvl="2" indent="-287338" eaLnBrk="1" hangingPunct="1"/>
            <a:r>
              <a:rPr lang="en-US" altLang="ko-KR" sz="1400">
                <a:cs typeface="Courier New" panose="02070309020205020404" pitchFamily="49" charset="0"/>
              </a:rPr>
              <a:t>Note: </a:t>
            </a:r>
            <a:r>
              <a:rPr lang="en-US" altLang="ko-KR" sz="1400" b="1" err="1">
                <a:latin typeface="Courier New" panose="02070309020205020404" pitchFamily="49" charset="0"/>
                <a:cs typeface="Courier New" panose="02070309020205020404" pitchFamily="49" charset="0"/>
              </a:rPr>
              <a:t>MetaHeuristics</a:t>
            </a:r>
            <a:r>
              <a:rPr lang="ko-KR" altLang="en-US" sz="1400">
                <a:cs typeface="Courier New" panose="02070309020205020404" pitchFamily="49" charset="0"/>
              </a:rPr>
              <a:t> </a:t>
            </a:r>
            <a:r>
              <a:rPr lang="en-US" altLang="ko-KR" sz="1400">
                <a:cs typeface="Courier New" panose="02070309020205020404" pitchFamily="49" charset="0"/>
              </a:rPr>
              <a:t>do not use the</a:t>
            </a:r>
            <a:r>
              <a:rPr lang="ko-KR" altLang="en-US" sz="1400">
                <a:cs typeface="Courier New" panose="02070309020205020404" pitchFamily="49" charset="0"/>
              </a:rPr>
              <a:t> </a:t>
            </a:r>
            <a:r>
              <a:rPr lang="en-US" altLang="ko-KR" sz="1400" b="1" err="1">
                <a:latin typeface="Courier New" panose="02070309020205020404" pitchFamily="49" charset="0"/>
                <a:cs typeface="Courier New" panose="02070309020205020404" pitchFamily="49" charset="0"/>
              </a:rPr>
              <a:t>randomRestart</a:t>
            </a:r>
            <a:r>
              <a:rPr lang="en-US" altLang="ko-KR" sz="1400">
                <a:cs typeface="Courier New" panose="02070309020205020404" pitchFamily="49" charset="0"/>
              </a:rPr>
              <a:t> method</a:t>
            </a:r>
          </a:p>
          <a:p>
            <a:pPr marL="899188" lvl="2" indent="-287338" eaLnBrk="1" hangingPunct="1"/>
            <a:endParaRPr lang="en-US" altLang="ko-KR" sz="1600">
              <a:cs typeface="Courier New" panose="02070309020205020404" pitchFamily="49" charset="0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BE2BFD1D-F2D0-A097-45E9-4596AFE499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>
                <a:solidFill>
                  <a:srgbClr val="800080"/>
                </a:solidFill>
              </a:rPr>
              <a:t>Changes to ‘</a:t>
            </a:r>
            <a:r>
              <a:rPr lang="en-US" altLang="ko-KR" sz="2400" err="1">
                <a:solidFill>
                  <a:srgbClr val="800080"/>
                </a:solidFill>
              </a:rPr>
              <a:t>HillClimbing</a:t>
            </a:r>
            <a:r>
              <a:rPr lang="en-US" altLang="ko-KR" sz="2400">
                <a:solidFill>
                  <a:srgbClr val="800080"/>
                </a:solidFill>
              </a:rPr>
              <a:t>’ Class for</a:t>
            </a:r>
            <a:r>
              <a:rPr lang="ko-KR" altLang="en-US" sz="2400">
                <a:solidFill>
                  <a:srgbClr val="800080"/>
                </a:solidFill>
              </a:rPr>
              <a:t> </a:t>
            </a:r>
            <a:r>
              <a:rPr lang="en-US" altLang="ko-KR" sz="2400" u="sng" err="1">
                <a:solidFill>
                  <a:srgbClr val="800080"/>
                </a:solidFill>
              </a:rPr>
              <a:t>randomRestart</a:t>
            </a:r>
            <a:endParaRPr lang="en-US" altLang="ko-KR" sz="2400" u="sng">
              <a:solidFill>
                <a:srgbClr val="800080"/>
              </a:solidFill>
            </a:endParaRPr>
          </a:p>
        </p:txBody>
      </p:sp>
      <p:sp>
        <p:nvSpPr>
          <p:cNvPr id="31749" name="슬라이드 번호 개체 틀 8">
            <a:extLst>
              <a:ext uri="{FF2B5EF4-FFF2-40B4-BE49-F238E27FC236}">
                <a16:creationId xmlns:a16="http://schemas.microsoft.com/office/drawing/2014/main" id="{418CC4E9-3ADD-B49D-5CFC-ABA3B397CAA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>
                <a:solidFill>
                  <a:srgbClr val="898989"/>
                </a:solidFill>
                <a:latin typeface="Book Antiqua" panose="02040602050305030304" pitchFamily="18" charset="0"/>
              </a:rPr>
              <a:t>22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767E48E-DA81-4529-B9B9-C17A5B61B7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275" y="3329841"/>
            <a:ext cx="3781531" cy="113698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E32183B-C9E6-4A80-AA23-8DA41D6882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275" y="4872905"/>
            <a:ext cx="2323336" cy="89274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4B9BAB9-D7EC-42AD-B28B-94DBC2B1A6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5087" y="3329841"/>
            <a:ext cx="3730997" cy="1827599"/>
          </a:xfrm>
          <a:prstGeom prst="rect">
            <a:avLst/>
          </a:prstGeom>
        </p:spPr>
      </p:pic>
      <p:sp>
        <p:nvSpPr>
          <p:cNvPr id="9" name="설명선: 선 8">
            <a:extLst>
              <a:ext uri="{FF2B5EF4-FFF2-40B4-BE49-F238E27FC236}">
                <a16:creationId xmlns:a16="http://schemas.microsoft.com/office/drawing/2014/main" id="{69E0E0D3-B0D5-4B1C-A8D7-900753C5FC1B}"/>
              </a:ext>
            </a:extLst>
          </p:cNvPr>
          <p:cNvSpPr/>
          <p:nvPr/>
        </p:nvSpPr>
        <p:spPr>
          <a:xfrm>
            <a:off x="5944597" y="5469035"/>
            <a:ext cx="2161411" cy="612648"/>
          </a:xfrm>
          <a:prstGeom prst="borderCallout1">
            <a:avLst>
              <a:gd name="adj1" fmla="val -2"/>
              <a:gd name="adj2" fmla="val -1087"/>
              <a:gd name="adj3" fmla="val 100435"/>
              <a:gd name="adj4" fmla="val -1045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  <a:latin typeface="consolas" panose="020B0609020204030204" pitchFamily="49" charset="0"/>
              </a:rPr>
              <a:t>In </a:t>
            </a:r>
            <a:r>
              <a:rPr lang="en-US" altLang="ko-KR" sz="1000" err="1">
                <a:solidFill>
                  <a:schemeClr val="tx1"/>
                </a:solidFill>
                <a:latin typeface="consolas" panose="020B0609020204030204" pitchFamily="49" charset="0"/>
              </a:rPr>
              <a:t>alg</a:t>
            </a:r>
            <a:r>
              <a:rPr lang="en-US" altLang="ko-KR" sz="1000">
                <a:solidFill>
                  <a:schemeClr val="tx1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00" err="1">
                <a:solidFill>
                  <a:schemeClr val="tx1"/>
                </a:solidFill>
                <a:latin typeface="consolas" panose="020B0609020204030204" pitchFamily="49" charset="0"/>
              </a:rPr>
              <a:t>SteepestAscent</a:t>
            </a:r>
            <a:r>
              <a:rPr lang="en-US" altLang="ko-KR" sz="1000">
                <a:solidFill>
                  <a:schemeClr val="tx1"/>
                </a:solidFill>
                <a:latin typeface="consolas" panose="020B0609020204030204" pitchFamily="49" charset="0"/>
              </a:rPr>
              <a:t>()</a:t>
            </a:r>
            <a:r>
              <a:rPr lang="en-US" altLang="ko-KR" sz="1000">
                <a:solidFill>
                  <a:schemeClr val="tx1"/>
                </a:solidFill>
              </a:rPr>
              <a:t>, </a:t>
            </a:r>
            <a:r>
              <a:rPr lang="en-US" altLang="ko-KR" sz="1000">
                <a:solidFill>
                  <a:schemeClr val="tx1"/>
                </a:solidFill>
                <a:latin typeface="consolas" panose="020B0609020204030204" pitchFamily="49" charset="0"/>
              </a:rPr>
              <a:t>run</a:t>
            </a:r>
            <a:r>
              <a:rPr lang="en-US" altLang="ko-KR" sz="1000">
                <a:solidFill>
                  <a:schemeClr val="tx1"/>
                </a:solidFill>
              </a:rPr>
              <a:t> method</a:t>
            </a:r>
            <a:r>
              <a:rPr lang="ko-KR" altLang="en-US" sz="1000">
                <a:solidFill>
                  <a:schemeClr val="tx1"/>
                </a:solidFill>
              </a:rPr>
              <a:t> </a:t>
            </a:r>
            <a:r>
              <a:rPr lang="en-US" altLang="ko-KR" sz="1000">
                <a:solidFill>
                  <a:schemeClr val="tx1"/>
                </a:solidFill>
              </a:rPr>
              <a:t>under </a:t>
            </a:r>
            <a:r>
              <a:rPr lang="en-US" altLang="ko-KR" sz="1000" err="1">
                <a:solidFill>
                  <a:schemeClr val="tx1"/>
                </a:solidFill>
                <a:latin typeface="consolas" panose="020B0609020204030204" pitchFamily="49" charset="0"/>
              </a:rPr>
              <a:t>SteepestAscent</a:t>
            </a:r>
            <a:r>
              <a:rPr lang="en-US" altLang="ko-KR" sz="1000">
                <a:solidFill>
                  <a:schemeClr val="tx1"/>
                </a:solidFill>
                <a:latin typeface="consolas" panose="020B0609020204030204" pitchFamily="49" charset="0"/>
              </a:rPr>
              <a:t> class is</a:t>
            </a:r>
            <a:r>
              <a:rPr lang="ko-KR" altLang="en-US" sz="1000">
                <a:solidFill>
                  <a:schemeClr val="tx1"/>
                </a:solidFill>
              </a:rPr>
              <a:t> </a:t>
            </a:r>
            <a:r>
              <a:rPr lang="en-US" altLang="ko-KR" sz="1000" err="1">
                <a:solidFill>
                  <a:schemeClr val="tx1"/>
                </a:solidFill>
              </a:rPr>
              <a:t>extecuted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8F2D262-AA97-4A27-A4DB-5CD72AF578D2}"/>
              </a:ext>
            </a:extLst>
          </p:cNvPr>
          <p:cNvSpPr/>
          <p:nvPr/>
        </p:nvSpPr>
        <p:spPr>
          <a:xfrm>
            <a:off x="2940639" y="4725144"/>
            <a:ext cx="2686655" cy="31452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err="1">
                <a:solidFill>
                  <a:schemeClr val="tx1"/>
                </a:solidFill>
                <a:latin typeface="consolas" panose="020B0609020204030204" pitchFamily="49" charset="0"/>
              </a:rPr>
              <a:t>HillClimbing</a:t>
            </a:r>
            <a:r>
              <a:rPr lang="en-US" altLang="ko-KR" sz="1200">
                <a:solidFill>
                  <a:schemeClr val="tx1"/>
                </a:solidFill>
              </a:rPr>
              <a:t> Class</a:t>
            </a:r>
            <a:endParaRPr lang="ko-KR" altLang="en-US" sz="1200">
              <a:solidFill>
                <a:schemeClr val="tx1"/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08F5F53-8A31-44FC-AFEB-97103A809E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40639" y="5056257"/>
            <a:ext cx="2681931" cy="1527105"/>
          </a:xfrm>
          <a:prstGeom prst="rect">
            <a:avLst/>
          </a:prstGeom>
        </p:spPr>
      </p:pic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DB602131-CBFE-4A8D-9E27-8C9A524CBFB5}"/>
              </a:ext>
            </a:extLst>
          </p:cNvPr>
          <p:cNvCxnSpPr>
            <a:cxnSpLocks/>
          </p:cNvCxnSpPr>
          <p:nvPr/>
        </p:nvCxnSpPr>
        <p:spPr>
          <a:xfrm>
            <a:off x="2521495" y="5214003"/>
            <a:ext cx="468000" cy="0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03FE350F-BAD1-48AB-89EE-9A67855B5446}"/>
              </a:ext>
            </a:extLst>
          </p:cNvPr>
          <p:cNvCxnSpPr>
            <a:cxnSpLocks/>
          </p:cNvCxnSpPr>
          <p:nvPr/>
        </p:nvCxnSpPr>
        <p:spPr>
          <a:xfrm flipV="1">
            <a:off x="4203700" y="5067300"/>
            <a:ext cx="1803400" cy="495300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F5A9661A-C908-4B15-B326-290F7AAAE988}"/>
              </a:ext>
            </a:extLst>
          </p:cNvPr>
          <p:cNvCxnSpPr>
            <a:cxnSpLocks/>
          </p:cNvCxnSpPr>
          <p:nvPr/>
        </p:nvCxnSpPr>
        <p:spPr>
          <a:xfrm flipV="1">
            <a:off x="4483100" y="5156200"/>
            <a:ext cx="1746250" cy="1346200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27B5D1D-B6C5-43FD-9902-20BA17D437BC}"/>
              </a:ext>
            </a:extLst>
          </p:cNvPr>
          <p:cNvSpPr/>
          <p:nvPr/>
        </p:nvSpPr>
        <p:spPr>
          <a:xfrm>
            <a:off x="295274" y="5800583"/>
            <a:ext cx="2323337" cy="43670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from</a:t>
            </a:r>
            <a:r>
              <a:rPr lang="ko-KR" altLang="en-US" sz="120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conduct Experiment function in main.py..</a:t>
            </a:r>
            <a:endParaRPr lang="ko-KR" altLang="en-US" sz="12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>
            <a:extLst>
              <a:ext uri="{FF2B5EF4-FFF2-40B4-BE49-F238E27FC236}">
                <a16:creationId xmlns:a16="http://schemas.microsoft.com/office/drawing/2014/main" id="{300CFDDC-99BD-7084-5591-C5807C13B3CB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 eaLnBrk="1" hangingPunct="1">
              <a:defRPr/>
            </a:pPr>
            <a:r>
              <a:rPr lang="en-US" altLang="ko-KR" sz="1800"/>
              <a:t>The algorithm of stochastic hill climbing is the </a:t>
            </a:r>
            <a:r>
              <a:rPr lang="en-US" altLang="ko-KR" sz="1800" u="sng"/>
              <a:t>same as first-choice</a:t>
            </a:r>
            <a:r>
              <a:rPr lang="en-US" altLang="ko-KR" sz="1800"/>
              <a:t> hill climbing </a:t>
            </a:r>
            <a:r>
              <a:rPr lang="en-US" altLang="ko-KR" sz="1800" u="sng"/>
              <a:t>except the way a successor is chosen</a:t>
            </a:r>
          </a:p>
          <a:p>
            <a:pPr marL="611338" lvl="1" indent="-287338" eaLnBrk="1" hangingPunct="1">
              <a:defRPr/>
            </a:pPr>
            <a:r>
              <a:rPr lang="en-US" altLang="ko-KR" sz="1600" u="sng"/>
              <a:t>First-choice</a:t>
            </a:r>
            <a:r>
              <a:rPr lang="en-US" altLang="ko-KR" sz="1600"/>
              <a:t> hill climbing generates a single successor randomly</a:t>
            </a:r>
          </a:p>
          <a:p>
            <a:pPr marL="611338" lvl="1" indent="-287338" eaLnBrk="1" hangingPunct="1">
              <a:defRPr/>
            </a:pPr>
            <a:r>
              <a:rPr lang="en-US" altLang="ko-KR" sz="1600" u="sng"/>
              <a:t>Stochastic hill climbing</a:t>
            </a:r>
            <a:r>
              <a:rPr lang="en-US" altLang="ko-KR" sz="1600"/>
              <a:t> generates multiple neighbors and then selects one from them at random by a probability proportional to the solution quality</a:t>
            </a:r>
          </a:p>
          <a:p>
            <a:pPr marL="611338" lvl="1" indent="-287338" eaLnBrk="1" hangingPunct="1">
              <a:defRPr/>
            </a:pPr>
            <a:r>
              <a:rPr lang="en-US" altLang="ko-KR" sz="1600"/>
              <a:t>The algorithm is implemented as the </a:t>
            </a: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run</a:t>
            </a:r>
            <a:r>
              <a:rPr lang="en-US" altLang="ko-KR" sz="1600"/>
              <a:t> method as before</a:t>
            </a:r>
          </a:p>
          <a:p>
            <a:pPr marL="287188" eaLnBrk="1" hangingPunct="1">
              <a:defRPr/>
            </a:pPr>
            <a:endParaRPr lang="en-US" altLang="ko-KR" sz="18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75D6C0FB-0360-34CB-7C1F-A2F0A4B4DE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>
                <a:solidFill>
                  <a:srgbClr val="800080"/>
                </a:solidFill>
              </a:rPr>
              <a:t>Stochastic Hill Climbing (Stochastic</a:t>
            </a:r>
            <a:r>
              <a:rPr lang="ko-KR" altLang="en-US" sz="2400">
                <a:solidFill>
                  <a:srgbClr val="800080"/>
                </a:solidFill>
              </a:rPr>
              <a:t> </a:t>
            </a:r>
            <a:r>
              <a:rPr lang="en-US" altLang="ko-KR" sz="2400">
                <a:solidFill>
                  <a:srgbClr val="800080"/>
                </a:solidFill>
              </a:rPr>
              <a:t>Class)</a:t>
            </a:r>
            <a:endParaRPr lang="en-US" altLang="ko-KR" sz="2400">
              <a:solidFill>
                <a:srgbClr val="99CCFF"/>
              </a:solidFill>
            </a:endParaRPr>
          </a:p>
        </p:txBody>
      </p:sp>
      <p:sp>
        <p:nvSpPr>
          <p:cNvPr id="33797" name="슬라이드 번호 개체 틀 8">
            <a:extLst>
              <a:ext uri="{FF2B5EF4-FFF2-40B4-BE49-F238E27FC236}">
                <a16:creationId xmlns:a16="http://schemas.microsoft.com/office/drawing/2014/main" id="{A082A3F0-0D2E-AB2D-C8B8-6F10BEDE11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>
                <a:solidFill>
                  <a:srgbClr val="898989"/>
                </a:solidFill>
                <a:latin typeface="Book Antiqua" panose="02040602050305030304" pitchFamily="18" charset="0"/>
              </a:rPr>
              <a:t>23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813FB11-9B82-4F50-9348-690610428BD6}"/>
              </a:ext>
            </a:extLst>
          </p:cNvPr>
          <p:cNvSpPr/>
          <p:nvPr/>
        </p:nvSpPr>
        <p:spPr>
          <a:xfrm>
            <a:off x="683568" y="3096344"/>
            <a:ext cx="3456384" cy="1340768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>
                <a:solidFill>
                  <a:schemeClr val="tx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&lt;</a:t>
            </a:r>
            <a:r>
              <a:rPr lang="en-US" altLang="ko-KR" sz="1200" b="1" err="1">
                <a:solidFill>
                  <a:schemeClr val="tx1"/>
                </a:solidFill>
                <a:latin typeface="Consolas" panose="020B0609020204030204" pitchFamily="49" charset="0"/>
                <a:ea typeface="나눔스퀘어_ac" panose="020B0600000101010101" pitchFamily="50" charset="-127"/>
              </a:rPr>
              <a:t>SteepestDescent</a:t>
            </a:r>
            <a:r>
              <a:rPr lang="en-US" altLang="ko-KR" sz="1200" b="1">
                <a:solidFill>
                  <a:schemeClr val="tx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en-US" altLang="ko-KR" sz="1200" b="1">
                <a:solidFill>
                  <a:schemeClr val="tx1"/>
                </a:solidFill>
                <a:latin typeface="Consolas" panose="020B0609020204030204" pitchFamily="49" charset="0"/>
                <a:ea typeface="나눔스퀘어_ac" panose="020B0600000101010101" pitchFamily="50" charset="-127"/>
              </a:rPr>
              <a:t>run</a:t>
            </a:r>
            <a:r>
              <a:rPr lang="en-US" altLang="ko-KR" sz="1200" b="1">
                <a:solidFill>
                  <a:schemeClr val="tx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method&gt;</a:t>
            </a:r>
          </a:p>
          <a:p>
            <a:endParaRPr lang="en-US" altLang="ko-KR" sz="1100" b="1">
              <a:solidFill>
                <a:schemeClr val="tx1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kumimoji="0" lang="en-US" altLang="ko-KR" sz="11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Generate </a:t>
            </a:r>
            <a:r>
              <a:rPr kumimoji="0" lang="en-US" altLang="ko-KR" sz="110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2N</a:t>
            </a:r>
            <a:r>
              <a:rPr kumimoji="0" lang="en-US" altLang="ko-KR" sz="11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neighbor </a:t>
            </a:r>
            <a:r>
              <a:rPr kumimoji="0" lang="en-US" altLang="ko-KR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solutions and select the single best solution using the </a:t>
            </a:r>
            <a:r>
              <a:rPr kumimoji="0" lang="en-US" altLang="ko-KR" sz="1100" err="1">
                <a:solidFill>
                  <a:schemeClr val="tx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bestOf</a:t>
            </a:r>
            <a:r>
              <a:rPr kumimoji="0" lang="en-US" altLang="ko-KR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function,</a:t>
            </a:r>
            <a:endParaRPr lang="en-US" altLang="ko-KR" sz="1100">
              <a:solidFill>
                <a:schemeClr val="tx1"/>
              </a:solidFill>
              <a:latin typeface="Arial" panose="020B0604020202020204" pitchFamily="34" charset="0"/>
              <a:ea typeface="나눔스퀘어_ac" panose="020B0600000101010101" pitchFamily="50" charset="-127"/>
              <a:cs typeface="Arial" panose="020B060402020202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kumimoji="0" lang="en-US" altLang="ko-KR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Compare with </a:t>
            </a:r>
            <a:r>
              <a:rPr kumimoji="0" lang="en-US" altLang="ko-KR" sz="1100">
                <a:solidFill>
                  <a:srgbClr val="00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current solution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altLang="ko-KR" sz="1100">
                <a:solidFill>
                  <a:schemeClr val="tx1"/>
                </a:solidFill>
                <a:latin typeface="Arial" panose="020B0604020202020204" pitchFamily="34" charset="0"/>
                <a:ea typeface="나눔스퀘어_ac" panose="020B0600000101010101" pitchFamily="50" charset="-127"/>
                <a:cs typeface="Arial" panose="020B0604020202020204" pitchFamily="34" charset="0"/>
              </a:rPr>
              <a:t>Choose if better; otherwise terminate</a:t>
            </a:r>
            <a:endParaRPr lang="ko-KR" altLang="en-US" sz="1100">
              <a:solidFill>
                <a:schemeClr val="tx1"/>
              </a:solidFill>
              <a:latin typeface="Arial" panose="020B0604020202020204" pitchFamily="34" charset="0"/>
              <a:ea typeface="나눔스퀘어_ac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78D81C2-70CE-4BF4-93D0-DAAE276AA03F}"/>
              </a:ext>
            </a:extLst>
          </p:cNvPr>
          <p:cNvSpPr/>
          <p:nvPr/>
        </p:nvSpPr>
        <p:spPr>
          <a:xfrm>
            <a:off x="683568" y="4556174"/>
            <a:ext cx="3456384" cy="1681114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>
                <a:solidFill>
                  <a:schemeClr val="tx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&lt;</a:t>
            </a:r>
            <a:r>
              <a:rPr lang="en-US" altLang="ko-KR" sz="1200" b="1">
                <a:solidFill>
                  <a:schemeClr val="tx1"/>
                </a:solidFill>
                <a:latin typeface="Consolas" panose="020B0609020204030204" pitchFamily="49" charset="0"/>
                <a:ea typeface="나눔스퀘어_ac" panose="020B0600000101010101" pitchFamily="50" charset="-127"/>
              </a:rPr>
              <a:t>First-Choice</a:t>
            </a:r>
            <a:r>
              <a:rPr lang="ko-KR" altLang="en-US" sz="1200" b="1">
                <a:solidFill>
                  <a:schemeClr val="tx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 </a:t>
            </a:r>
            <a:r>
              <a:rPr lang="en-US" altLang="ko-KR" sz="1200" b="1">
                <a:solidFill>
                  <a:schemeClr val="tx1"/>
                </a:solidFill>
                <a:latin typeface="Consolas" panose="020B0609020204030204" pitchFamily="49" charset="0"/>
                <a:ea typeface="나눔스퀘어_ac" panose="020B0600000101010101" pitchFamily="50" charset="-127"/>
              </a:rPr>
              <a:t>run</a:t>
            </a:r>
            <a:r>
              <a:rPr lang="en-US" altLang="ko-KR" sz="1200" b="1">
                <a:solidFill>
                  <a:schemeClr val="tx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method&gt;</a:t>
            </a:r>
          </a:p>
          <a:p>
            <a:endParaRPr lang="en-US" altLang="ko-KR" sz="1200" b="1">
              <a:solidFill>
                <a:schemeClr val="tx1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altLang="ko-KR" sz="1100" b="1" u="sng">
                <a:solidFill>
                  <a:srgbClr val="00B050"/>
                </a:solidFill>
                <a:latin typeface="Arial" panose="020B0604020202020204" pitchFamily="34" charset="0"/>
                <a:ea typeface="나눔스퀘어_ac" panose="020B0600000101010101" pitchFamily="50" charset="-127"/>
                <a:cs typeface="Arial" panose="020B0604020202020204" pitchFamily="34" charset="0"/>
              </a:rPr>
              <a:t>Randomly generate </a:t>
            </a:r>
            <a:r>
              <a:rPr lang="en-US" altLang="ko-KR" sz="1100" b="1" u="sng">
                <a:solidFill>
                  <a:srgbClr val="00B050"/>
                </a:solidFill>
                <a:latin typeface="Consolas" panose="020B0609020204030204" pitchFamily="49" charset="0"/>
                <a:ea typeface="나눔스퀘어_ac" panose="020B0600000101010101" pitchFamily="50" charset="-127"/>
                <a:cs typeface="Arial" panose="020B0604020202020204" pitchFamily="34" charset="0"/>
              </a:rPr>
              <a:t>1</a:t>
            </a:r>
            <a:r>
              <a:rPr lang="en-US" altLang="ko-KR" sz="1100" b="1" u="sng">
                <a:solidFill>
                  <a:srgbClr val="00B050"/>
                </a:solidFill>
                <a:latin typeface="Arial" panose="020B0604020202020204" pitchFamily="34" charset="0"/>
                <a:ea typeface="나눔스퀘어_ac" panose="020B0600000101010101" pitchFamily="50" charset="-127"/>
                <a:cs typeface="Arial" panose="020B0604020202020204" pitchFamily="34" charset="0"/>
              </a:rPr>
              <a:t> neighbor solution, </a:t>
            </a:r>
            <a:endParaRPr lang="en-US" altLang="ko-KR" sz="1100">
              <a:solidFill>
                <a:schemeClr val="tx1"/>
              </a:solidFill>
              <a:latin typeface="Arial" panose="020B0604020202020204" pitchFamily="34" charset="0"/>
              <a:ea typeface="나눔스퀘어_ac" panose="020B0600000101010101" pitchFamily="50" charset="-127"/>
              <a:cs typeface="Arial" panose="020B060402020202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altLang="ko-KR" sz="1100" b="1" u="sng">
                <a:solidFill>
                  <a:srgbClr val="00B050"/>
                </a:solidFill>
                <a:latin typeface="Arial" panose="020B0604020202020204" pitchFamily="34" charset="0"/>
                <a:ea typeface="나눔스퀘어_ac" panose="020B0600000101010101" pitchFamily="50" charset="-127"/>
                <a:cs typeface="Arial" panose="020B0604020202020204" pitchFamily="34" charset="0"/>
              </a:rPr>
              <a:t>compare with </a:t>
            </a:r>
            <a:r>
              <a:rPr lang="en-US" altLang="ko-KR" sz="1100" b="1" u="sng">
                <a:solidFill>
                  <a:srgbClr val="00B050"/>
                </a:solidFill>
                <a:latin typeface="Consolas" panose="020B0609020204030204" pitchFamily="49" charset="0"/>
                <a:ea typeface="나눔스퀘어_ac" panose="020B0600000101010101" pitchFamily="50" charset="-127"/>
                <a:cs typeface="Arial" panose="020B0604020202020204" pitchFamily="34" charset="0"/>
              </a:rPr>
              <a:t>current solution</a:t>
            </a:r>
            <a:endParaRPr lang="en-US" altLang="ko-KR" sz="1100" b="1">
              <a:solidFill>
                <a:srgbClr val="7030A0"/>
              </a:solidFill>
              <a:latin typeface="Arial" panose="020B0604020202020204" pitchFamily="34" charset="0"/>
              <a:ea typeface="나눔스퀘어_ac" panose="020B0600000101010101" pitchFamily="50" charset="-127"/>
              <a:cs typeface="Arial" panose="020B0604020202020204" pitchFamily="34" charset="0"/>
            </a:endParaRPr>
          </a:p>
          <a:p>
            <a:pPr marL="360000" lvl="1" indent="-171450" algn="just">
              <a:buFont typeface="Arial" panose="020B0604020202020204" pitchFamily="34" charset="0"/>
              <a:buChar char="•"/>
            </a:pPr>
            <a:r>
              <a:rPr lang="en-US" altLang="ko-KR" sz="1100" b="1">
                <a:solidFill>
                  <a:srgbClr val="7030A0"/>
                </a:solidFill>
                <a:latin typeface="Arial" panose="020B0604020202020204" pitchFamily="34" charset="0"/>
                <a:ea typeface="나눔스퀘어_ac" panose="020B0600000101010101" pitchFamily="50" charset="-127"/>
                <a:cs typeface="Arial" panose="020B0604020202020204" pitchFamily="34" charset="0"/>
              </a:rPr>
              <a:t>Choose if better,</a:t>
            </a:r>
          </a:p>
          <a:p>
            <a:pPr marL="360000" lvl="1" indent="-171450" algn="just">
              <a:buFont typeface="Arial" panose="020B0604020202020204" pitchFamily="34" charset="0"/>
              <a:buChar char="•"/>
            </a:pPr>
            <a:r>
              <a:rPr lang="en-US" altLang="ko-KR" sz="1100" b="1">
                <a:solidFill>
                  <a:srgbClr val="7030A0"/>
                </a:solidFill>
                <a:latin typeface="Arial" panose="020B0604020202020204" pitchFamily="34" charset="0"/>
                <a:ea typeface="나눔스퀘어_ac" panose="020B0600000101010101" pitchFamily="50" charset="-127"/>
                <a:cs typeface="Arial" panose="020B0604020202020204" pitchFamily="34" charset="0"/>
              </a:rPr>
              <a:t>Otherwise, terminate if </a:t>
            </a:r>
            <a:r>
              <a:rPr lang="en-US" altLang="ko-KR" sz="1100" b="1">
                <a:solidFill>
                  <a:srgbClr val="7030A0"/>
                </a:solidFill>
                <a:latin typeface="Consolas" panose="020B0609020204030204" pitchFamily="49" charset="0"/>
                <a:ea typeface="나눔스퀘어_ac" panose="020B0600000101010101" pitchFamily="50" charset="-127"/>
                <a:cs typeface="Arial" panose="020B0604020202020204" pitchFamily="34" charset="0"/>
              </a:rPr>
              <a:t>self._</a:t>
            </a:r>
            <a:r>
              <a:rPr lang="en-US" altLang="ko-KR" sz="1100" b="1" err="1">
                <a:solidFill>
                  <a:srgbClr val="7030A0"/>
                </a:solidFill>
                <a:latin typeface="Consolas" panose="020B0609020204030204" pitchFamily="49" charset="0"/>
                <a:ea typeface="나눔스퀘어_ac" panose="020B0600000101010101" pitchFamily="50" charset="-127"/>
                <a:cs typeface="Arial" panose="020B0604020202020204" pitchFamily="34" charset="0"/>
              </a:rPr>
              <a:t>limitStuck</a:t>
            </a:r>
            <a:r>
              <a:rPr lang="en-US" altLang="ko-KR" sz="1100" b="1">
                <a:solidFill>
                  <a:srgbClr val="7030A0"/>
                </a:solidFill>
                <a:latin typeface="Arial" panose="020B0604020202020204" pitchFamily="34" charset="0"/>
                <a:ea typeface="나눔스퀘어_ac" panose="020B0600000101010101" pitchFamily="50" charset="-127"/>
                <a:cs typeface="Arial" panose="020B0604020202020204" pitchFamily="34" charset="0"/>
              </a:rPr>
              <a:t> consecutive bad solutions are encountered</a:t>
            </a:r>
            <a:endParaRPr lang="ko-KR" altLang="en-US" sz="1100" b="1">
              <a:solidFill>
                <a:srgbClr val="7030A0"/>
              </a:solidFill>
              <a:latin typeface="Arial" panose="020B0604020202020204" pitchFamily="34" charset="0"/>
              <a:ea typeface="나눔스퀘어_ac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AC6DAC6-707B-4CD2-9A52-E46A598F8F38}"/>
              </a:ext>
            </a:extLst>
          </p:cNvPr>
          <p:cNvSpPr/>
          <p:nvPr/>
        </p:nvSpPr>
        <p:spPr>
          <a:xfrm>
            <a:off x="5220072" y="3096344"/>
            <a:ext cx="3456384" cy="31409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200" b="1">
                <a:solidFill>
                  <a:schemeClr val="tx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&lt;</a:t>
            </a:r>
            <a:r>
              <a:rPr lang="en-US" altLang="ko-KR" sz="1200" b="1">
                <a:solidFill>
                  <a:schemeClr val="tx1"/>
                </a:solidFill>
                <a:latin typeface="Consolas" panose="020B0609020204030204" pitchFamily="49" charset="0"/>
                <a:ea typeface="나눔스퀘어_ac" panose="020B0600000101010101" pitchFamily="50" charset="-127"/>
              </a:rPr>
              <a:t>Stochastic</a:t>
            </a:r>
            <a:r>
              <a:rPr lang="ko-KR" altLang="en-US" sz="1200" b="1">
                <a:solidFill>
                  <a:schemeClr val="tx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en-US" altLang="ko-KR" sz="1200" b="1">
                <a:solidFill>
                  <a:schemeClr val="tx1"/>
                </a:solidFill>
                <a:latin typeface="Consolas" panose="020B0609020204030204" pitchFamily="49" charset="0"/>
                <a:ea typeface="나눔스퀘어_ac" panose="020B0600000101010101" pitchFamily="50" charset="-127"/>
              </a:rPr>
              <a:t>run</a:t>
            </a:r>
            <a:r>
              <a:rPr lang="en-US" altLang="ko-KR" sz="1200" b="1">
                <a:solidFill>
                  <a:schemeClr val="tx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method&gt;</a:t>
            </a:r>
          </a:p>
          <a:p>
            <a:pPr>
              <a:lnSpc>
                <a:spcPct val="150000"/>
              </a:lnSpc>
            </a:pPr>
            <a:endParaRPr lang="en-US" altLang="ko-KR" sz="1200" b="1">
              <a:solidFill>
                <a:schemeClr val="tx1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ko-KR" sz="12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Generate </a:t>
            </a:r>
            <a:r>
              <a:rPr kumimoji="0" lang="en-US" altLang="ko-KR" sz="1200">
                <a:solidFill>
                  <a:srgbClr val="FF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2N</a:t>
            </a:r>
            <a:r>
              <a:rPr kumimoji="0" lang="en-US" altLang="ko-KR" sz="12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neighbor </a:t>
            </a:r>
            <a:r>
              <a:rPr kumimoji="0" lang="en-US" altLang="ko-KR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solutions</a:t>
            </a:r>
            <a:r>
              <a:rPr lang="ko-KR" altLang="en-US" sz="1200">
                <a:solidFill>
                  <a:schemeClr val="tx1"/>
                </a:solidFill>
                <a:latin typeface="Arial" panose="020B0604020202020204" pitchFamily="34" charset="0"/>
                <a:ea typeface="나눔스퀘어_ac" panose="020B0600000101010101" pitchFamily="50" charset="-127"/>
                <a:cs typeface="Arial" panose="020B0604020202020204" pitchFamily="34" charset="0"/>
              </a:rPr>
              <a:t> </a:t>
            </a:r>
            <a:endParaRPr lang="en-US" altLang="ko-KR" sz="1200">
              <a:solidFill>
                <a:schemeClr val="tx1"/>
              </a:solidFill>
              <a:latin typeface="Arial" panose="020B0604020202020204" pitchFamily="34" charset="0"/>
              <a:ea typeface="나눔스퀘어_ac" panose="020B0600000101010101" pitchFamily="50" charset="-127"/>
              <a:cs typeface="Arial" panose="020B0604020202020204" pitchFamily="34" charset="0"/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>
                <a:solidFill>
                  <a:srgbClr val="00B050"/>
                </a:solidFill>
                <a:latin typeface="Arial" panose="020B0604020202020204" pitchFamily="34" charset="0"/>
                <a:ea typeface="나눔스퀘어_ac" panose="020B0600000101010101" pitchFamily="50" charset="-127"/>
                <a:cs typeface="Arial" panose="020B0604020202020204" pitchFamily="34" charset="0"/>
              </a:rPr>
              <a:t>Select one randomly </a:t>
            </a:r>
            <a:r>
              <a:rPr lang="en-US" altLang="ko-KR" sz="1200">
                <a:solidFill>
                  <a:schemeClr val="tx1"/>
                </a:solidFill>
                <a:latin typeface="Arial" panose="020B0604020202020204" pitchFamily="34" charset="0"/>
                <a:ea typeface="나눔스퀘어_ac" panose="020B0600000101010101" pitchFamily="50" charset="-127"/>
                <a:cs typeface="Arial" panose="020B0604020202020204" pitchFamily="34" charset="0"/>
              </a:rPr>
              <a:t>using the </a:t>
            </a:r>
            <a:r>
              <a:rPr lang="en-US" altLang="ko-KR" sz="1200" b="1" u="sng" err="1">
                <a:solidFill>
                  <a:srgbClr val="0033CC"/>
                </a:solidFill>
                <a:latin typeface="Consolas" panose="020B0609020204030204" pitchFamily="49" charset="0"/>
                <a:ea typeface="나눔스퀘어_ac" panose="020B0600000101010101" pitchFamily="50" charset="-127"/>
              </a:rPr>
              <a:t>stochasticBest</a:t>
            </a:r>
            <a:r>
              <a:rPr lang="en-US" altLang="ko-KR" sz="1200">
                <a:solidFill>
                  <a:schemeClr val="tx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1" u="sng">
                <a:solidFill>
                  <a:srgbClr val="00B050"/>
                </a:solidFill>
                <a:latin typeface="Arial" panose="020B0604020202020204" pitchFamily="34" charset="0"/>
                <a:ea typeface="나눔스퀘어_ac" panose="020B0600000101010101" pitchFamily="50" charset="-127"/>
                <a:cs typeface="Arial" panose="020B0604020202020204" pitchFamily="34" charset="0"/>
              </a:rPr>
              <a:t>compare with </a:t>
            </a:r>
            <a:r>
              <a:rPr lang="en-US" altLang="ko-KR" sz="1200" b="1" u="sng">
                <a:solidFill>
                  <a:srgbClr val="00B050"/>
                </a:solidFill>
                <a:latin typeface="Consolas" panose="020B0609020204030204" pitchFamily="49" charset="0"/>
                <a:ea typeface="나눔스퀘어_ac" panose="020B0600000101010101" pitchFamily="50" charset="-127"/>
                <a:cs typeface="Arial" panose="020B0604020202020204" pitchFamily="34" charset="0"/>
              </a:rPr>
              <a:t>current solution</a:t>
            </a:r>
            <a:endParaRPr lang="en-US" altLang="ko-KR" sz="1200" b="1">
              <a:solidFill>
                <a:srgbClr val="7030A0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marL="360000" lvl="1" indent="-171450" algn="just">
              <a:buFont typeface="Arial" panose="020B0604020202020204" pitchFamily="34" charset="0"/>
              <a:buChar char="•"/>
            </a:pPr>
            <a:r>
              <a:rPr lang="en-US" altLang="ko-KR" sz="1200" b="1">
                <a:solidFill>
                  <a:srgbClr val="7030A0"/>
                </a:solidFill>
                <a:latin typeface="Arial" panose="020B0604020202020204" pitchFamily="34" charset="0"/>
                <a:ea typeface="나눔스퀘어_ac" panose="020B0600000101010101" pitchFamily="50" charset="-127"/>
                <a:cs typeface="Arial" panose="020B0604020202020204" pitchFamily="34" charset="0"/>
              </a:rPr>
              <a:t>Choose if better,</a:t>
            </a:r>
          </a:p>
          <a:p>
            <a:pPr marL="360000" lvl="1" indent="-171450" algn="just">
              <a:buFont typeface="Arial" panose="020B0604020202020204" pitchFamily="34" charset="0"/>
              <a:buChar char="•"/>
            </a:pPr>
            <a:r>
              <a:rPr lang="en-US" altLang="ko-KR" sz="1200" b="1">
                <a:solidFill>
                  <a:srgbClr val="7030A0"/>
                </a:solidFill>
                <a:latin typeface="Arial" panose="020B0604020202020204" pitchFamily="34" charset="0"/>
                <a:ea typeface="나눔스퀘어_ac" panose="020B0600000101010101" pitchFamily="50" charset="-127"/>
                <a:cs typeface="Arial" panose="020B0604020202020204" pitchFamily="34" charset="0"/>
              </a:rPr>
              <a:t>Otherwise, terminate if </a:t>
            </a:r>
            <a:r>
              <a:rPr lang="en-US" altLang="ko-KR" sz="1200" b="1">
                <a:solidFill>
                  <a:srgbClr val="7030A0"/>
                </a:solidFill>
                <a:latin typeface="Consolas" panose="020B0609020204030204" pitchFamily="49" charset="0"/>
                <a:ea typeface="나눔스퀘어_ac" panose="020B0600000101010101" pitchFamily="50" charset="-127"/>
                <a:cs typeface="Arial" panose="020B0604020202020204" pitchFamily="34" charset="0"/>
              </a:rPr>
              <a:t>self._</a:t>
            </a:r>
            <a:r>
              <a:rPr lang="en-US" altLang="ko-KR" sz="1200" b="1" err="1">
                <a:solidFill>
                  <a:srgbClr val="7030A0"/>
                </a:solidFill>
                <a:latin typeface="Consolas" panose="020B0609020204030204" pitchFamily="49" charset="0"/>
                <a:ea typeface="나눔스퀘어_ac" panose="020B0600000101010101" pitchFamily="50" charset="-127"/>
                <a:cs typeface="Arial" panose="020B0604020202020204" pitchFamily="34" charset="0"/>
              </a:rPr>
              <a:t>limitStuck</a:t>
            </a:r>
            <a:r>
              <a:rPr lang="en-US" altLang="ko-KR" sz="1200" b="1">
                <a:solidFill>
                  <a:srgbClr val="7030A0"/>
                </a:solidFill>
                <a:latin typeface="Arial" panose="020B0604020202020204" pitchFamily="34" charset="0"/>
                <a:ea typeface="나눔스퀘어_ac" panose="020B0600000101010101" pitchFamily="50" charset="-127"/>
                <a:cs typeface="Arial" panose="020B0604020202020204" pitchFamily="34" charset="0"/>
              </a:rPr>
              <a:t> consecutive bad solutions are encountered</a:t>
            </a:r>
            <a:endParaRPr lang="ko-KR" altLang="en-US" sz="1200" b="1">
              <a:solidFill>
                <a:srgbClr val="7030A0"/>
              </a:solidFill>
              <a:latin typeface="Arial" panose="020B0604020202020204" pitchFamily="34" charset="0"/>
              <a:ea typeface="나눔스퀘어_ac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화살표: 오른쪽 1">
            <a:extLst>
              <a:ext uri="{FF2B5EF4-FFF2-40B4-BE49-F238E27FC236}">
                <a16:creationId xmlns:a16="http://schemas.microsoft.com/office/drawing/2014/main" id="{D2F67E53-A841-4EC1-AA20-FF0CED795CB9}"/>
              </a:ext>
            </a:extLst>
          </p:cNvPr>
          <p:cNvSpPr/>
          <p:nvPr/>
        </p:nvSpPr>
        <p:spPr>
          <a:xfrm>
            <a:off x="4356324" y="3874740"/>
            <a:ext cx="720080" cy="1340768"/>
          </a:xfrm>
          <a:prstGeom prst="righ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FA0EA32-39AF-73F1-6D40-A2B409B0111C}"/>
              </a:ext>
            </a:extLst>
          </p:cNvPr>
          <p:cNvSpPr/>
          <p:nvPr/>
        </p:nvSpPr>
        <p:spPr>
          <a:xfrm>
            <a:off x="5138320" y="4849323"/>
            <a:ext cx="3585316" cy="1113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설명선: 선 3">
            <a:extLst>
              <a:ext uri="{FF2B5EF4-FFF2-40B4-BE49-F238E27FC236}">
                <a16:creationId xmlns:a16="http://schemas.microsoft.com/office/drawing/2014/main" id="{4029943F-6E95-E2AD-151B-18F2874E3E60}"/>
              </a:ext>
            </a:extLst>
          </p:cNvPr>
          <p:cNvSpPr/>
          <p:nvPr/>
        </p:nvSpPr>
        <p:spPr>
          <a:xfrm>
            <a:off x="4221704" y="5968445"/>
            <a:ext cx="4079280" cy="753029"/>
          </a:xfrm>
          <a:prstGeom prst="borderCallout1">
            <a:avLst>
              <a:gd name="adj1" fmla="val -205"/>
              <a:gd name="adj2" fmla="val 3154"/>
              <a:gd name="adj3" fmla="val 15293"/>
              <a:gd name="adj4" fmla="val -112"/>
            </a:avLst>
          </a:prstGeom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/>
              <a:t>CAUTION!!</a:t>
            </a:r>
            <a:r>
              <a:rPr lang="en-US" altLang="ko-KR" sz="1000"/>
              <a:t> The actual implementation proceeds this way (like </a:t>
            </a:r>
            <a:r>
              <a:rPr lang="en-US" altLang="ko-KR" sz="1000" b="1"/>
              <a:t>First-Choice</a:t>
            </a:r>
            <a:r>
              <a:rPr lang="en-US" altLang="ko-KR" sz="1000"/>
              <a:t>, by selecting only solutions better than the current one). This is because, in this lecture, </a:t>
            </a:r>
            <a:r>
              <a:rPr lang="en-US" altLang="ko-KR" sz="1000" b="1" err="1"/>
              <a:t>HillClimbing</a:t>
            </a:r>
            <a:r>
              <a:rPr lang="en-US" altLang="ko-KR" sz="1000"/>
              <a:t> is assumed to be a category that includes techniques that only advance toward a better side...</a:t>
            </a:r>
            <a:endParaRPr lang="ko-KR" altLang="en-US" sz="1000">
              <a:solidFill>
                <a:schemeClr val="tx1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5842" name="Rectangle 3">
                <a:extLst>
                  <a:ext uri="{FF2B5EF4-FFF2-40B4-BE49-F238E27FC236}">
                    <a16:creationId xmlns:a16="http://schemas.microsoft.com/office/drawing/2014/main" id="{2D0CD42E-2F7B-0C6F-CE25-3AAABC334B5B}"/>
                  </a:ext>
                </a:extLst>
              </p:cNvPr>
              <p:cNvSpPr>
                <a:spLocks noGrp="1" noChangeAspect="1" noChangeArrowheads="1"/>
              </p:cNvSpPr>
              <p:nvPr>
                <p:ph idx="1"/>
              </p:nvPr>
            </p:nvSpPr>
            <p:spPr>
              <a:xfrm>
                <a:off x="457200" y="981075"/>
                <a:ext cx="8229600" cy="5256213"/>
              </a:xfrm>
            </p:spPr>
            <p:txBody>
              <a:bodyPr/>
              <a:lstStyle/>
              <a:p>
                <a:pPr marL="287188" eaLnBrk="1" hangingPunct="1">
                  <a:defRPr/>
                </a:pPr>
                <a:r>
                  <a:rPr lang="en-US" altLang="ko-KR" sz="1800" b="1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stochasticBest</a:t>
                </a:r>
                <a:r>
                  <a:rPr lang="en-US" altLang="ko-KR" sz="1800" b="1">
                    <a:latin typeface="Courier New" panose="02070309020205020404" pitchFamily="49" charset="0"/>
                    <a:cs typeface="Courier New" panose="02070309020205020404" pitchFamily="49" charset="0"/>
                  </a:rPr>
                  <a:t>(self, neighbors, p)</a:t>
                </a:r>
                <a:r>
                  <a:rPr lang="en-US" altLang="ko-KR">
                    <a:cs typeface="Courier New" panose="02070309020205020404" pitchFamily="49" charset="0"/>
                  </a:rPr>
                  <a:t>:</a:t>
                </a:r>
              </a:p>
              <a:p>
                <a:pPr lvl="1" eaLnBrk="1" hangingPunct="1">
                  <a:defRPr/>
                </a:pPr>
                <a:r>
                  <a:rPr lang="en-US" altLang="ko-KR" sz="1600"/>
                  <a:t>A function that probabilistically selects one solution from </a:t>
                </a:r>
                <a:r>
                  <a:rPr lang="en-US" altLang="ko-KR" sz="1600" b="1">
                    <a:latin typeface="Consolas" panose="020B0609020204030204" pitchFamily="49" charset="0"/>
                  </a:rPr>
                  <a:t>2N</a:t>
                </a:r>
                <a:r>
                  <a:rPr lang="en-US" altLang="ko-KR" sz="1600" b="1"/>
                  <a:t> neighbor</a:t>
                </a:r>
                <a:r>
                  <a:rPr lang="en-US" altLang="ko-KR" sz="1600"/>
                  <a:t> solutions</a:t>
                </a:r>
              </a:p>
              <a:p>
                <a:pPr lvl="1" eaLnBrk="1" hangingPunct="1">
                  <a:defRPr/>
                </a:pPr>
                <a:r>
                  <a:rPr lang="en-US" altLang="ko-KR" sz="1600"/>
                  <a:t>It does not select completely randomly, but assigns a probability proportional to the </a:t>
                </a:r>
                <a:r>
                  <a:rPr lang="en-US" altLang="ko-KR" sz="1600" b="1" u="sng"/>
                  <a:t>solution quality</a:t>
                </a:r>
                <a:endParaRPr lang="en-US" altLang="ko-KR" sz="1600"/>
              </a:p>
              <a:p>
                <a:pPr lvl="1" eaLnBrk="1" hangingPunct="1">
                  <a:defRPr/>
                </a:pPr>
                <a:r>
                  <a:rPr lang="en-US" altLang="ko-KR" sz="1600"/>
                  <a:t>Ex: Situation during the </a:t>
                </a:r>
                <a:r>
                  <a:rPr lang="en-US" altLang="ko-KR" sz="1600" i="1"/>
                  <a:t>k</a:t>
                </a:r>
                <a:r>
                  <a:rPr lang="en-US" altLang="ko-KR" sz="1600"/>
                  <a:t>-</a:t>
                </a:r>
                <a:r>
                  <a:rPr lang="en-US" altLang="ko-KR" sz="1600" err="1"/>
                  <a:t>th</a:t>
                </a:r>
                <a:r>
                  <a:rPr lang="en-US" altLang="ko-KR" sz="1600"/>
                  <a:t> iteration in a problem that aims to </a:t>
                </a:r>
                <a:r>
                  <a:rPr lang="en-US" altLang="ko-KR" sz="1600" u="sng">
                    <a:solidFill>
                      <a:srgbClr val="FF0000"/>
                    </a:solidFill>
                  </a:rPr>
                  <a:t>minimize</a:t>
                </a:r>
                <a:r>
                  <a:rPr lang="en-US" altLang="ko-KR" sz="1600"/>
                  <a:t> a given expression</a:t>
                </a:r>
              </a:p>
              <a:p>
                <a:pPr lvl="2" eaLnBrk="1" hangingPunct="1">
                  <a:defRPr/>
                </a:pPr>
                <a:r>
                  <a:rPr lang="en-US" altLang="ko-KR" sz="1600">
                    <a:latin typeface="Consolas" panose="020B0609020204030204" pitchFamily="49" charset="0"/>
                  </a:rPr>
                  <a:t>current </a:t>
                </a:r>
                <a:r>
                  <a:rPr lang="en-US" altLang="ko-KR" sz="1600" err="1">
                    <a:latin typeface="Consolas" panose="020B0609020204030204" pitchFamily="49" charset="0"/>
                  </a:rPr>
                  <a:t>soln</a:t>
                </a:r>
                <a:r>
                  <a:rPr lang="en-US" altLang="ko-KR" sz="1600">
                    <a:latin typeface="Consolas" panose="020B0609020204030204" pitchFamily="49" charset="0"/>
                  </a:rPr>
                  <a:t> : x = ...</a:t>
                </a:r>
              </a:p>
              <a:p>
                <a:pPr lvl="2" eaLnBrk="1" hangingPunct="1">
                  <a:defRPr/>
                </a:pPr>
                <a:r>
                  <a:rPr lang="en-US" altLang="ko-KR" sz="1600"/>
                  <a:t>Two neighbor solutions, </a:t>
                </a:r>
                <a:r>
                  <a:rPr lang="en-US" altLang="ko-KR" sz="1600" i="1"/>
                  <a:t>y</a:t>
                </a:r>
                <a:r>
                  <a:rPr lang="en-US" altLang="ko-KR" sz="1600"/>
                  <a:t> and </a:t>
                </a:r>
                <a:r>
                  <a:rPr lang="en-US" altLang="ko-KR" sz="1600" i="1"/>
                  <a:t>z</a:t>
                </a:r>
                <a:r>
                  <a:rPr lang="en-US" altLang="ko-KR" sz="1600"/>
                  <a:t>, were generated, and their </a:t>
                </a:r>
                <a:r>
                  <a:rPr lang="en-US" altLang="ko-KR" sz="1600" i="1"/>
                  <a:t>obj value</a:t>
                </a:r>
                <a:r>
                  <a:rPr lang="en-US" altLang="ko-KR" sz="1600"/>
                  <a:t> are as follows:</a:t>
                </a:r>
              </a:p>
              <a:p>
                <a:pPr lvl="3" eaLnBrk="1" hangingPunct="1">
                  <a:defRPr/>
                </a:pPr>
                <a:r>
                  <a:rPr lang="en-US" altLang="ko-KR" sz="1400">
                    <a:latin typeface="Consolas" panose="020B0609020204030204" pitchFamily="49" charset="0"/>
                  </a:rPr>
                  <a:t>f(y) = 15</a:t>
                </a:r>
              </a:p>
              <a:p>
                <a:pPr lvl="3" eaLnBrk="1" hangingPunct="1">
                  <a:defRPr/>
                </a:pPr>
                <a:r>
                  <a:rPr lang="en-US" altLang="ko-KR" sz="1400">
                    <a:latin typeface="Consolas" panose="020B0609020204030204" pitchFamily="49" charset="0"/>
                  </a:rPr>
                  <a:t>f(z) = 5</a:t>
                </a:r>
              </a:p>
              <a:p>
                <a:pPr lvl="2" eaLnBrk="1" hangingPunct="1">
                  <a:defRPr/>
                </a:pPr>
                <a:r>
                  <a:rPr lang="en-US" altLang="ko-KR" sz="1600"/>
                  <a:t>Since it is a </a:t>
                </a:r>
                <a:r>
                  <a:rPr lang="en-US" altLang="ko-KR" sz="1600" u="sng">
                    <a:solidFill>
                      <a:srgbClr val="FF0000"/>
                    </a:solidFill>
                  </a:rPr>
                  <a:t>minimize</a:t>
                </a:r>
                <a:r>
                  <a:rPr lang="en-US" altLang="ko-KR" sz="1600"/>
                  <a:t> problem, solution </a:t>
                </a:r>
                <a:r>
                  <a:rPr lang="en-US" altLang="ko-KR" sz="1600" i="1"/>
                  <a:t>z</a:t>
                </a:r>
                <a:r>
                  <a:rPr lang="en-US" altLang="ko-KR" sz="1600"/>
                  <a:t> is better </a:t>
                </a:r>
                <a14:m>
                  <m:oMath xmlns:m="http://schemas.openxmlformats.org/officeDocument/2006/math">
                    <m:r>
                      <a:rPr lang="en-US" altLang="ko-KR" sz="1600" i="1" dirty="0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altLang="ko-KR" sz="1600"/>
                  <a:t> Assign a higher selection </a:t>
                </a:r>
                <a:r>
                  <a:rPr lang="en-US" altLang="ko-KR" sz="1600" b="1"/>
                  <a:t>probability</a:t>
                </a:r>
                <a:r>
                  <a:rPr lang="en-US" altLang="ko-KR" sz="1600"/>
                  <a:t> to the better solution</a:t>
                </a:r>
                <a:endParaRPr lang="en-US" altLang="ko-KR" sz="1600">
                  <a:sym typeface="Wingdings" panose="05000000000000000000" pitchFamily="2" charset="2"/>
                </a:endParaRPr>
              </a:p>
              <a:p>
                <a:pPr lvl="3" eaLnBrk="1" hangingPunct="1">
                  <a:defRPr/>
                </a:pPr>
                <a:r>
                  <a:rPr lang="en-US" altLang="ko-KR" sz="1400"/>
                  <a:t>Probability of selecting solution y</a:t>
                </a:r>
                <a:r>
                  <a:rPr lang="ko-KR" altLang="en-US" sz="1400"/>
                  <a:t> </a:t>
                </a:r>
                <a:r>
                  <a:rPr lang="en-US" altLang="ko-KR" sz="1400"/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den>
                        </m:f>
                      </m:num>
                      <m:den>
                        <m:f>
                          <m:f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den>
                        </m:f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den>
                    </m:f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den>
                        </m:f>
                      </m:num>
                      <m:den>
                        <m:f>
                          <m:f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den>
                        </m:f>
                      </m:den>
                    </m:f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altLang="ko-KR" sz="1400"/>
                  <a:t> = 25%</a:t>
                </a:r>
              </a:p>
              <a:p>
                <a:pPr lvl="3" eaLnBrk="1" hangingPunct="1">
                  <a:defRPr/>
                </a:pPr>
                <a:r>
                  <a:rPr lang="en-US" altLang="ko-KR" sz="1400"/>
                  <a:t>Probability of selecting solution z</a:t>
                </a:r>
                <a:r>
                  <a:rPr lang="ko-KR" altLang="en-US" sz="1400"/>
                  <a:t> </a:t>
                </a:r>
                <a:r>
                  <a:rPr lang="en-US" altLang="ko-KR" sz="1400"/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num>
                      <m:den>
                        <m:f>
                          <m:f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den>
                        </m:f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den>
                    </m:f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den>
                        </m:f>
                      </m:num>
                      <m:den>
                        <m:f>
                          <m:f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den>
                        </m:f>
                      </m:den>
                    </m:f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altLang="ko-KR" sz="1400"/>
                  <a:t> = 75%</a:t>
                </a:r>
              </a:p>
              <a:p>
                <a:pPr lvl="3" eaLnBrk="1" hangingPunct="1">
                  <a:defRPr/>
                </a:pPr>
                <a:endParaRPr lang="en-US" altLang="ko-KR" sz="1400"/>
              </a:p>
            </p:txBody>
          </p:sp>
        </mc:Choice>
        <mc:Fallback>
          <p:sp>
            <p:nvSpPr>
              <p:cNvPr id="35842" name="Rectangle 3">
                <a:extLst>
                  <a:ext uri="{FF2B5EF4-FFF2-40B4-BE49-F238E27FC236}">
                    <a16:creationId xmlns:a16="http://schemas.microsoft.com/office/drawing/2014/main" id="{2D0CD42E-2F7B-0C6F-CE25-3AAABC334B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81075"/>
                <a:ext cx="8229600" cy="5256213"/>
              </a:xfrm>
              <a:blipFill>
                <a:blip r:embed="rId3"/>
                <a:stretch>
                  <a:fillRect l="-444" t="-116" r="-963" b="-64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843" name="Rectangle 2">
            <a:extLst>
              <a:ext uri="{FF2B5EF4-FFF2-40B4-BE49-F238E27FC236}">
                <a16:creationId xmlns:a16="http://schemas.microsoft.com/office/drawing/2014/main" id="{24B89CA6-C3F1-2E92-3AEE-CC7F42E13C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>
                <a:solidFill>
                  <a:srgbClr val="800080"/>
                </a:solidFill>
              </a:rPr>
              <a:t>Stochastic Hill Climbing (Stochastic</a:t>
            </a:r>
            <a:r>
              <a:rPr lang="ko-KR" altLang="en-US" sz="2400">
                <a:solidFill>
                  <a:srgbClr val="800080"/>
                </a:solidFill>
              </a:rPr>
              <a:t> </a:t>
            </a:r>
            <a:r>
              <a:rPr lang="en-US" altLang="ko-KR" sz="2400">
                <a:solidFill>
                  <a:srgbClr val="800080"/>
                </a:solidFill>
              </a:rPr>
              <a:t>Class)</a:t>
            </a:r>
            <a:endParaRPr lang="en-US" altLang="ko-KR" sz="2400">
              <a:solidFill>
                <a:srgbClr val="D7ADD9"/>
              </a:solidFill>
            </a:endParaRPr>
          </a:p>
        </p:txBody>
      </p:sp>
      <p:sp>
        <p:nvSpPr>
          <p:cNvPr id="35845" name="슬라이드 번호 개체 틀 8">
            <a:extLst>
              <a:ext uri="{FF2B5EF4-FFF2-40B4-BE49-F238E27FC236}">
                <a16:creationId xmlns:a16="http://schemas.microsoft.com/office/drawing/2014/main" id="{431E3C8B-ED9F-33E7-3E2D-5892C9E6C5D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>
                <a:solidFill>
                  <a:srgbClr val="898989"/>
                </a:solidFill>
                <a:latin typeface="Book Antiqua" panose="02040602050305030304" pitchFamily="18" charset="0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0519614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3">
            <a:extLst>
              <a:ext uri="{FF2B5EF4-FFF2-40B4-BE49-F238E27FC236}">
                <a16:creationId xmlns:a16="http://schemas.microsoft.com/office/drawing/2014/main" id="{2D0CD42E-2F7B-0C6F-CE25-3AAABC334B5B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188" eaLnBrk="1" hangingPunct="1">
              <a:defRPr/>
            </a:pPr>
            <a:r>
              <a:rPr lang="en-US" altLang="ko-KR" sz="1800" b="1" err="1">
                <a:latin typeface="Courier New" panose="02070309020205020404" pitchFamily="49" charset="0"/>
                <a:cs typeface="Courier New" panose="02070309020205020404" pitchFamily="49" charset="0"/>
              </a:rPr>
              <a:t>stochasticBest</a:t>
            </a:r>
            <a:r>
              <a:rPr lang="en-US" altLang="ko-KR" sz="1800" b="1">
                <a:latin typeface="Courier New" panose="02070309020205020404" pitchFamily="49" charset="0"/>
                <a:cs typeface="Courier New" panose="02070309020205020404" pitchFamily="49" charset="0"/>
              </a:rPr>
              <a:t>(self, neighbors, p)</a:t>
            </a:r>
            <a:r>
              <a:rPr lang="en-US" altLang="ko-KR">
                <a:cs typeface="Courier New" panose="02070309020205020404" pitchFamily="49" charset="0"/>
              </a:rPr>
              <a:t>:</a:t>
            </a:r>
          </a:p>
          <a:p>
            <a:pPr lvl="1" eaLnBrk="1" hangingPunct="1">
              <a:defRPr/>
            </a:pPr>
            <a:r>
              <a:rPr lang="en-US" altLang="ko-KR" sz="160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Probabilistic selection: How to select </a:t>
            </a:r>
            <a:r>
              <a:rPr lang="en-US" altLang="ko-KR" sz="1600" i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y</a:t>
            </a:r>
            <a:r>
              <a:rPr lang="en-US" altLang="ko-KR" sz="160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with 0.25 probability and </a:t>
            </a:r>
            <a:r>
              <a:rPr lang="en-US" altLang="ko-KR" sz="1600" i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z</a:t>
            </a:r>
            <a:r>
              <a:rPr lang="en-US" altLang="ko-KR" sz="160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with 0.75 probability??</a:t>
            </a:r>
          </a:p>
          <a:p>
            <a:pPr lvl="1" eaLnBrk="1" hangingPunct="1">
              <a:defRPr/>
            </a:pPr>
            <a:r>
              <a:rPr lang="en-US" altLang="ko-KR" sz="160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[1] Use a probability value between 0 and 1 to search </a:t>
            </a:r>
            <a:r>
              <a:rPr lang="en-US" altLang="ko-KR" sz="1600" u="sng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sequentially</a:t>
            </a:r>
            <a:r>
              <a:rPr lang="en-US" altLang="ko-KR" sz="160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}</a:t>
            </a:r>
          </a:p>
          <a:p>
            <a:pPr lvl="2" eaLnBrk="1" hangingPunct="1">
              <a:defRPr/>
            </a:pPr>
            <a:r>
              <a:rPr lang="en-US" altLang="ko-KR" sz="140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Generate a </a:t>
            </a:r>
            <a:r>
              <a:rPr lang="en-US" altLang="ko-KR" sz="1400" b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random value</a:t>
            </a:r>
            <a:r>
              <a:rPr lang="en-US" altLang="ko-KR" sz="140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between [0, 1] and store it in </a:t>
            </a:r>
            <a:r>
              <a:rPr lang="en-US" altLang="ko-KR" sz="1400" i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r</a:t>
            </a:r>
            <a:endParaRPr lang="en-US" altLang="ko-KR" sz="140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lvl="2" eaLnBrk="1" hangingPunct="1">
              <a:defRPr/>
            </a:pPr>
            <a:r>
              <a:rPr lang="en-US" altLang="ko-KR" sz="140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If the value of </a:t>
            </a:r>
            <a:r>
              <a:rPr lang="en-US" altLang="ko-KR" sz="1400" i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r</a:t>
            </a:r>
            <a:r>
              <a:rPr lang="en-US" altLang="ko-KR" sz="140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is less than (or equal to) 0.25, select </a:t>
            </a:r>
            <a:r>
              <a:rPr lang="en-US" altLang="ko-KR" sz="1400" i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y</a:t>
            </a:r>
            <a:r>
              <a:rPr lang="en-US" altLang="ko-KR" sz="140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; otherwise, select </a:t>
            </a:r>
            <a:r>
              <a:rPr lang="en-US" altLang="ko-KR" sz="1400" i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z</a:t>
            </a:r>
            <a:endParaRPr lang="en-US" altLang="ko-KR" sz="160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lvl="1" eaLnBrk="1" hangingPunct="1">
              <a:defRPr/>
            </a:pPr>
            <a:r>
              <a:rPr lang="en-US" altLang="ko-KR" sz="160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[2] Use the </a:t>
            </a:r>
            <a:r>
              <a:rPr lang="en-US" altLang="ko-KR" sz="1600" b="1" err="1">
                <a:latin typeface="Courier New" panose="02070309020205020404" pitchFamily="49" charset="0"/>
                <a:ea typeface="나눔스퀘어_ac" panose="020B0600000101010101" pitchFamily="50" charset="-127"/>
                <a:cs typeface="Courier New" panose="02070309020205020404" pitchFamily="49" charset="0"/>
              </a:rPr>
              <a:t>numpy</a:t>
            </a:r>
            <a:r>
              <a:rPr lang="en-US" altLang="ko-KR" sz="160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library</a:t>
            </a:r>
          </a:p>
          <a:p>
            <a:pPr lvl="2" eaLnBrk="1" hangingPunct="1">
              <a:defRPr/>
            </a:pPr>
            <a:r>
              <a:rPr lang="en-US" altLang="ko-KR" sz="1400" err="1">
                <a:latin typeface="consolas" panose="020B0609020204030204" pitchFamily="49" charset="0"/>
              </a:rPr>
              <a:t>my_choice</a:t>
            </a:r>
            <a:r>
              <a:rPr lang="en-US" altLang="ko-KR" sz="1400">
                <a:latin typeface="consolas" panose="020B0609020204030204" pitchFamily="49" charset="0"/>
              </a:rPr>
              <a:t> = </a:t>
            </a:r>
            <a:r>
              <a:rPr lang="en-US" altLang="ko-KR" sz="1400" err="1">
                <a:latin typeface="consolas" panose="020B0609020204030204" pitchFamily="49" charset="0"/>
              </a:rPr>
              <a:t>np.random.choice</a:t>
            </a:r>
            <a:r>
              <a:rPr lang="en-US" altLang="ko-KR" sz="1400">
                <a:latin typeface="consolas" panose="020B0609020204030204" pitchFamily="49" charset="0"/>
              </a:rPr>
              <a:t>(a=[</a:t>
            </a:r>
            <a:r>
              <a:rPr lang="en-US" altLang="ko-KR" sz="1400" err="1">
                <a:latin typeface="consolas" panose="020B0609020204030204" pitchFamily="49" charset="0"/>
              </a:rPr>
              <a:t>x,y</a:t>
            </a:r>
            <a:r>
              <a:rPr lang="en-US" altLang="ko-KR" sz="1400">
                <a:latin typeface="consolas" panose="020B0609020204030204" pitchFamily="49" charset="0"/>
              </a:rPr>
              <a:t>], p=[0.25,0.75])</a:t>
            </a:r>
          </a:p>
          <a:p>
            <a:pPr lvl="2" eaLnBrk="1" hangingPunct="1">
              <a:defRPr/>
            </a:pPr>
            <a:r>
              <a:rPr lang="en-US" altLang="ko-KR" sz="140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Note</a:t>
            </a:r>
            <a:r>
              <a:rPr lang="ko-KR" altLang="en-US" sz="140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en-US" altLang="ko-KR" sz="140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: </a:t>
            </a:r>
            <a:r>
              <a:rPr lang="en-US" altLang="ko-KR" sz="1400" err="1">
                <a:latin typeface="consolas" panose="020B0609020204030204" pitchFamily="49" charset="0"/>
                <a:hlinkClick r:id="rId3"/>
              </a:rPr>
              <a:t>numpy</a:t>
            </a:r>
            <a:r>
              <a:rPr lang="en-US" altLang="ko-KR" sz="1400">
                <a:latin typeface="consolas" panose="020B0609020204030204" pitchFamily="49" charset="0"/>
                <a:hlinkClick r:id="rId3"/>
              </a:rPr>
              <a:t> random </a:t>
            </a:r>
            <a:r>
              <a:rPr lang="en-US" altLang="ko-KR" sz="1400">
                <a:ea typeface="나눔스퀘어_ac" panose="020B0600000101010101" pitchFamily="50" charset="-127"/>
              </a:rPr>
              <a:t>documentation</a:t>
            </a:r>
          </a:p>
          <a:p>
            <a:pPr lvl="1" eaLnBrk="1" hangingPunct="1">
              <a:defRPr/>
            </a:pPr>
            <a:endParaRPr lang="en-US" altLang="ko-KR" sz="160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lvl="1" eaLnBrk="1" hangingPunct="1">
              <a:defRPr/>
            </a:pPr>
            <a:r>
              <a:rPr lang="en-US" altLang="ko-KR" sz="160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however, ...</a:t>
            </a:r>
          </a:p>
          <a:p>
            <a:pPr lvl="2" eaLnBrk="1" hangingPunct="1">
              <a:defRPr/>
            </a:pPr>
            <a:r>
              <a:rPr lang="en-US" altLang="ko-KR" sz="140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If f(y)=1 and f(z)=-1, the </a:t>
            </a:r>
            <a:r>
              <a:rPr lang="en-US" altLang="ko-KR" sz="1400" u="sng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denominator becomes 0</a:t>
            </a:r>
            <a:r>
              <a:rPr lang="en-US" altLang="ko-KR" sz="140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(</a:t>
            </a:r>
            <a:r>
              <a:rPr lang="en-US" altLang="ko-KR" sz="1400" b="1" i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divide-by-zero</a:t>
            </a:r>
            <a:r>
              <a:rPr lang="en-US" altLang="ko-KR" sz="140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.)</a:t>
            </a:r>
          </a:p>
          <a:p>
            <a:pPr lvl="2" eaLnBrk="1" hangingPunct="1">
              <a:defRPr/>
            </a:pPr>
            <a:r>
              <a:rPr lang="en-US" altLang="ko-KR" sz="140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Depending on the situation, a </a:t>
            </a:r>
            <a:r>
              <a:rPr lang="en-US" altLang="ko-KR" sz="1400" u="sng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negative probability</a:t>
            </a:r>
            <a:r>
              <a:rPr lang="en-US" altLang="ko-KR" sz="140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might result.</a:t>
            </a:r>
          </a:p>
          <a:p>
            <a:pPr lvl="2" eaLnBrk="1" hangingPunct="1">
              <a:defRPr/>
            </a:pPr>
            <a:r>
              <a:rPr lang="en-US" altLang="ko-KR" sz="140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What is the implementation method that </a:t>
            </a:r>
            <a:r>
              <a:rPr lang="en-US" altLang="ko-KR" sz="1400" b="1">
                <a:solidFill>
                  <a:srgbClr val="0033CC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considers general situations</a:t>
            </a:r>
            <a:r>
              <a:rPr lang="en-US" altLang="ko-KR" sz="140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? (</a:t>
            </a:r>
            <a:r>
              <a:rPr lang="en-US" altLang="ko-KR" sz="1400" i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Next page</a:t>
            </a:r>
            <a:r>
              <a:rPr lang="en-US" altLang="ko-KR" sz="140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)</a:t>
            </a:r>
          </a:p>
          <a:p>
            <a:pPr lvl="1" eaLnBrk="1" hangingPunct="1">
              <a:defRPr/>
            </a:pPr>
            <a:endParaRPr lang="en-US" altLang="ko-KR" sz="140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24B89CA6-C3F1-2E92-3AEE-CC7F42E13C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>
                <a:solidFill>
                  <a:srgbClr val="800080"/>
                </a:solidFill>
              </a:rPr>
              <a:t>Stochastic Hill Climbing (Stochastic</a:t>
            </a:r>
            <a:r>
              <a:rPr lang="ko-KR" altLang="en-US" sz="2400">
                <a:solidFill>
                  <a:srgbClr val="800080"/>
                </a:solidFill>
              </a:rPr>
              <a:t> </a:t>
            </a:r>
            <a:r>
              <a:rPr lang="en-US" altLang="ko-KR" sz="2400">
                <a:solidFill>
                  <a:srgbClr val="800080"/>
                </a:solidFill>
              </a:rPr>
              <a:t>Class)</a:t>
            </a:r>
            <a:endParaRPr lang="en-US" altLang="ko-KR" sz="2400">
              <a:solidFill>
                <a:srgbClr val="D7ADD9"/>
              </a:solidFill>
            </a:endParaRPr>
          </a:p>
        </p:txBody>
      </p:sp>
      <p:sp>
        <p:nvSpPr>
          <p:cNvPr id="35845" name="슬라이드 번호 개체 틀 8">
            <a:extLst>
              <a:ext uri="{FF2B5EF4-FFF2-40B4-BE49-F238E27FC236}">
                <a16:creationId xmlns:a16="http://schemas.microsoft.com/office/drawing/2014/main" id="{431E3C8B-ED9F-33E7-3E2D-5892C9E6C5D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>
                <a:solidFill>
                  <a:srgbClr val="898989"/>
                </a:solidFill>
                <a:latin typeface="Book Antiqua" panose="02040602050305030304" pitchFamily="18" charset="0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7588332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3">
            <a:extLst>
              <a:ext uri="{FF2B5EF4-FFF2-40B4-BE49-F238E27FC236}">
                <a16:creationId xmlns:a16="http://schemas.microsoft.com/office/drawing/2014/main" id="{2D0CD42E-2F7B-0C6F-CE25-3AAABC334B5B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188" eaLnBrk="1" hangingPunct="1">
              <a:defRPr/>
            </a:pPr>
            <a:r>
              <a:rPr lang="en-US" altLang="ko-KR" sz="1800" b="1" err="1">
                <a:latin typeface="Courier New" panose="02070309020205020404" pitchFamily="49" charset="0"/>
                <a:cs typeface="Courier New" panose="02070309020205020404" pitchFamily="49" charset="0"/>
              </a:rPr>
              <a:t>stochasticBest</a:t>
            </a:r>
            <a:r>
              <a:rPr lang="en-US" altLang="ko-KR" sz="1800" b="1">
                <a:latin typeface="Courier New" panose="02070309020205020404" pitchFamily="49" charset="0"/>
                <a:cs typeface="Courier New" panose="02070309020205020404" pitchFamily="49" charset="0"/>
              </a:rPr>
              <a:t>(self, neighbors, p)</a:t>
            </a:r>
            <a:r>
              <a:rPr lang="en-US" altLang="ko-KR">
                <a:cs typeface="Courier New" panose="02070309020205020404" pitchFamily="49" charset="0"/>
              </a:rPr>
              <a:t>:</a:t>
            </a:r>
          </a:p>
          <a:p>
            <a:pPr lvl="1" eaLnBrk="1" hangingPunct="1">
              <a:defRPr/>
            </a:pPr>
            <a:r>
              <a:rPr lang="en-US" altLang="ko-KR" sz="1600"/>
              <a:t>Implementation method considering the general situation</a:t>
            </a:r>
            <a:r>
              <a:rPr lang="en-US" altLang="ko-KR" sz="1600">
                <a:latin typeface="나눔스퀘어" panose="020B0600000101010101" pitchFamily="50" charset="-127"/>
                <a:ea typeface="나눔스퀘어" panose="020B0600000101010101" pitchFamily="50" charset="-127"/>
              </a:rPr>
              <a:t>:</a:t>
            </a:r>
          </a:p>
          <a:p>
            <a:pPr lvl="1" eaLnBrk="1" hangingPunct="1">
              <a:defRPr/>
            </a:pPr>
            <a:r>
              <a:rPr lang="en-US" altLang="ko-KR" sz="1600"/>
              <a:t>Obtains a list of evaluation values of </a:t>
            </a:r>
            <a:r>
              <a:rPr lang="en-US" altLang="ko-KR" sz="1600" b="1"/>
              <a:t>neighbors</a:t>
            </a:r>
            <a:r>
              <a:rPr lang="en-US" altLang="ko-KR" sz="1600"/>
              <a:t> and store in </a:t>
            </a:r>
            <a:r>
              <a:rPr lang="en-US" altLang="ko-KR" sz="1600" b="1" err="1"/>
              <a:t>valuesForMin</a:t>
            </a:r>
            <a:r>
              <a:rPr lang="en-US" altLang="ko-KR" sz="1600"/>
              <a:t> </a:t>
            </a:r>
          </a:p>
          <a:p>
            <a:pPr lvl="2" eaLnBrk="1" hangingPunct="1">
              <a:defRPr/>
            </a:pPr>
            <a:r>
              <a:rPr lang="en-US" altLang="ko-KR" sz="1400"/>
              <a:t>(Original problem) </a:t>
            </a:r>
            <a:r>
              <a:rPr lang="en-US" altLang="ko-KR" sz="1400" b="1"/>
              <a:t>Smaller values are better</a:t>
            </a:r>
            <a:endParaRPr lang="en-US" altLang="ko-KR" sz="140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lvl="2" eaLnBrk="1" hangingPunct="1">
              <a:defRPr/>
            </a:pPr>
            <a:r>
              <a:rPr lang="en-US" altLang="ko-KR" sz="1400"/>
              <a:t>However, to make the probability-based selection calculation easier, the following operation is performed</a:t>
            </a:r>
            <a:endParaRPr lang="en-US" altLang="ko-KR" sz="140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611188" lvl="1" eaLnBrk="1" hangingPunct="1">
              <a:defRPr/>
            </a:pPr>
            <a:r>
              <a:rPr lang="en-US" altLang="ko-KR" sz="1600"/>
              <a:t>Converts the list to the one in which larger values are better (</a:t>
            </a:r>
            <a:r>
              <a:rPr lang="en-US" altLang="ko-KR" sz="1600" b="1" err="1">
                <a:latin typeface="Courier New" panose="02070309020205020404" pitchFamily="49" charset="0"/>
                <a:cs typeface="Courier New" panose="02070309020205020404" pitchFamily="49" charset="0"/>
              </a:rPr>
              <a:t>valuesForMax</a:t>
            </a:r>
            <a:r>
              <a:rPr lang="en-US" altLang="ko-KR" sz="1600"/>
              <a:t>)</a:t>
            </a:r>
          </a:p>
          <a:p>
            <a:pPr marL="898525" lvl="2" indent="-287338" eaLnBrk="1" hangingPunct="1">
              <a:defRPr/>
            </a:pPr>
            <a:r>
              <a:rPr lang="en-US" altLang="ko-KR" sz="1400"/>
              <a:t>Changes the values so that the larger the value, the higher the selection probability</a:t>
            </a:r>
            <a:endParaRPr lang="en-US" altLang="ko-KR" sz="140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98525" lvl="2" indent="-287338" eaLnBrk="1" hangingPunct="1">
              <a:defRPr/>
            </a:pPr>
            <a:r>
              <a:rPr lang="en-US" altLang="ko-KR" sz="1400"/>
              <a:t>Each original value is subtracted from a </a:t>
            </a:r>
            <a:r>
              <a:rPr lang="en-US" altLang="ko-KR" sz="1400" u="sng"/>
              <a:t>large enough value</a:t>
            </a:r>
            <a:r>
              <a:rPr lang="en-US" altLang="ko-KR" sz="1400"/>
              <a:t> </a:t>
            </a:r>
            <a:br>
              <a:rPr lang="en-US" altLang="ko-KR" sz="1400"/>
            </a:br>
            <a:r>
              <a:rPr lang="en-US" altLang="ko-KR" sz="1400"/>
              <a:t>(ex. max(</a:t>
            </a:r>
            <a:r>
              <a:rPr lang="en-US" altLang="ko-KR" sz="1400" err="1">
                <a:latin typeface="Courier New" panose="02070309020205020404" pitchFamily="49" charset="0"/>
                <a:cs typeface="Courier New" panose="02070309020205020404" pitchFamily="49" charset="0"/>
              </a:rPr>
              <a:t>valuesForMin</a:t>
            </a:r>
            <a:r>
              <a:rPr lang="en-US" altLang="ko-KR" sz="1400"/>
              <a:t>)+1</a:t>
            </a:r>
            <a:r>
              <a:rPr lang="en-US" altLang="ko-KR" sz="1400">
                <a:solidFill>
                  <a:srgbClr val="0033CC"/>
                </a:solidFill>
              </a:rPr>
              <a:t> </a:t>
            </a:r>
            <a:r>
              <a:rPr lang="en-US" altLang="ko-KR" sz="1400"/>
              <a:t>to avoid zero)</a:t>
            </a:r>
          </a:p>
          <a:p>
            <a:pPr marL="898525" lvl="2" indent="-287338" eaLnBrk="1" hangingPunct="1">
              <a:defRPr/>
            </a:pPr>
            <a:r>
              <a:rPr lang="en-US" altLang="ko-KR" sz="1400"/>
              <a:t>The converted values are stored in the </a:t>
            </a:r>
            <a:r>
              <a:rPr lang="en-US" altLang="ko-KR" sz="1400" b="1" err="1"/>
              <a:t>valuesForMax</a:t>
            </a:r>
            <a:r>
              <a:rPr lang="en-US" altLang="ko-KR" sz="1400"/>
              <a:t> list</a:t>
            </a:r>
            <a:endParaRPr lang="en-US" altLang="ko-KR" sz="140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611188" lvl="1" eaLnBrk="1" hangingPunct="1">
              <a:defRPr/>
            </a:pPr>
            <a:r>
              <a:rPr lang="en-US" altLang="ko-KR" sz="1600"/>
              <a:t>Chooses at random from </a:t>
            </a:r>
            <a:r>
              <a:rPr lang="en-US" altLang="ko-KR" sz="1600" b="1" err="1">
                <a:latin typeface="Courier New" panose="02070309020205020404" pitchFamily="49" charset="0"/>
              </a:rPr>
              <a:t>valuesForMax</a:t>
            </a:r>
            <a:r>
              <a:rPr lang="en-US" altLang="ko-KR" sz="1600"/>
              <a:t> with probability proportional to its value</a:t>
            </a:r>
          </a:p>
          <a:p>
            <a:pPr marL="611188" lvl="1" eaLnBrk="1" hangingPunct="1">
              <a:defRPr/>
            </a:pPr>
            <a:endParaRPr lang="en-US" altLang="ko-KR" sz="1800"/>
          </a:p>
          <a:p>
            <a:pPr marL="611188" lvl="1" eaLnBrk="1" hangingPunct="1">
              <a:defRPr/>
            </a:pPr>
            <a:endParaRPr lang="en-US" altLang="ko-KR" sz="1800"/>
          </a:p>
          <a:p>
            <a:pPr marL="611188" lvl="1" eaLnBrk="1" hangingPunct="1">
              <a:defRPr/>
            </a:pPr>
            <a:r>
              <a:rPr lang="en-US" altLang="ko-KR" sz="1600"/>
              <a:t>Returns the chosen neighbor together with </a:t>
            </a:r>
            <a:br>
              <a:rPr lang="en-US" altLang="ko-KR" sz="1600"/>
            </a:br>
            <a:r>
              <a:rPr lang="en-US" altLang="ko-KR" sz="1600"/>
              <a:t>its original evaluation value</a:t>
            </a: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24B89CA6-C3F1-2E92-3AEE-CC7F42E13C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>
                <a:solidFill>
                  <a:srgbClr val="800080"/>
                </a:solidFill>
              </a:rPr>
              <a:t>Stochastic Hill Climbing (Stochastic</a:t>
            </a:r>
            <a:r>
              <a:rPr lang="ko-KR" altLang="en-US" sz="2400">
                <a:solidFill>
                  <a:srgbClr val="800080"/>
                </a:solidFill>
              </a:rPr>
              <a:t> </a:t>
            </a:r>
            <a:r>
              <a:rPr lang="en-US" altLang="ko-KR" sz="2400">
                <a:solidFill>
                  <a:srgbClr val="800080"/>
                </a:solidFill>
              </a:rPr>
              <a:t>Class)</a:t>
            </a:r>
            <a:endParaRPr lang="en-US" altLang="ko-KR" sz="2400">
              <a:solidFill>
                <a:srgbClr val="D7ADD9"/>
              </a:solidFill>
            </a:endParaRPr>
          </a:p>
        </p:txBody>
      </p:sp>
      <p:sp>
        <p:nvSpPr>
          <p:cNvPr id="35845" name="슬라이드 번호 개체 틀 8">
            <a:extLst>
              <a:ext uri="{FF2B5EF4-FFF2-40B4-BE49-F238E27FC236}">
                <a16:creationId xmlns:a16="http://schemas.microsoft.com/office/drawing/2014/main" id="{431E3C8B-ED9F-33E7-3E2D-5892C9E6C5D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>
                <a:solidFill>
                  <a:srgbClr val="898989"/>
                </a:solidFill>
                <a:latin typeface="Book Antiqua" panose="02040602050305030304" pitchFamily="18" charset="0"/>
              </a:rPr>
              <a:t>26</a:t>
            </a:r>
          </a:p>
        </p:txBody>
      </p:sp>
      <p:grpSp>
        <p:nvGrpSpPr>
          <p:cNvPr id="35846" name="그룹 27">
            <a:extLst>
              <a:ext uri="{FF2B5EF4-FFF2-40B4-BE49-F238E27FC236}">
                <a16:creationId xmlns:a16="http://schemas.microsoft.com/office/drawing/2014/main" id="{73EDE8E2-E0B3-31F8-E606-4B5D16693CD2}"/>
              </a:ext>
            </a:extLst>
          </p:cNvPr>
          <p:cNvGrpSpPr>
            <a:grpSpLocks/>
          </p:cNvGrpSpPr>
          <p:nvPr/>
        </p:nvGrpSpPr>
        <p:grpSpPr bwMode="auto">
          <a:xfrm>
            <a:off x="1069984" y="4780632"/>
            <a:ext cx="4103688" cy="736600"/>
            <a:chOff x="4148341" y="4339937"/>
            <a:chExt cx="4104456" cy="736858"/>
          </a:xfrm>
        </p:grpSpPr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F4FB76BD-0CD9-CEFB-6B29-B710F49242AA}"/>
                </a:ext>
              </a:extLst>
            </p:cNvPr>
            <p:cNvCxnSpPr/>
            <p:nvPr/>
          </p:nvCxnSpPr>
          <p:spPr>
            <a:xfrm>
              <a:off x="4283304" y="4794121"/>
              <a:ext cx="3672574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BA3C9A7-E804-37A3-D460-1B3B00CD4A32}"/>
                </a:ext>
              </a:extLst>
            </p:cNvPr>
            <p:cNvCxnSpPr/>
            <p:nvPr/>
          </p:nvCxnSpPr>
          <p:spPr>
            <a:xfrm>
              <a:off x="4283304" y="4722659"/>
              <a:ext cx="0" cy="142925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9B8F90EB-145E-D359-5857-02F62560F916}"/>
                </a:ext>
              </a:extLst>
            </p:cNvPr>
            <p:cNvCxnSpPr/>
            <p:nvPr/>
          </p:nvCxnSpPr>
          <p:spPr>
            <a:xfrm>
              <a:off x="7955878" y="4722659"/>
              <a:ext cx="0" cy="142925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9A9E9F67-8CD8-B309-FCA7-EE4369D7AAE1}"/>
                </a:ext>
              </a:extLst>
            </p:cNvPr>
            <p:cNvCxnSpPr/>
            <p:nvPr/>
          </p:nvCxnSpPr>
          <p:spPr>
            <a:xfrm>
              <a:off x="4572283" y="4722659"/>
              <a:ext cx="0" cy="142925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55F3991-533E-D50B-8ECC-A1C6ECA4E737}"/>
                </a:ext>
              </a:extLst>
            </p:cNvPr>
            <p:cNvCxnSpPr/>
            <p:nvPr/>
          </p:nvCxnSpPr>
          <p:spPr>
            <a:xfrm>
              <a:off x="5148653" y="4722659"/>
              <a:ext cx="0" cy="142925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7246FB22-E79A-8CD8-C7E7-DDB16C47A3C5}"/>
                </a:ext>
              </a:extLst>
            </p:cNvPr>
            <p:cNvCxnSpPr/>
            <p:nvPr/>
          </p:nvCxnSpPr>
          <p:spPr>
            <a:xfrm>
              <a:off x="5364594" y="4722659"/>
              <a:ext cx="0" cy="142925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5B25D565-8D24-7F2C-A886-C60972DFA7B9}"/>
                </a:ext>
              </a:extLst>
            </p:cNvPr>
            <p:cNvCxnSpPr/>
            <p:nvPr/>
          </p:nvCxnSpPr>
          <p:spPr>
            <a:xfrm>
              <a:off x="6083866" y="4722659"/>
              <a:ext cx="0" cy="142925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A6105D61-30A4-2A7E-7A9F-90930533A306}"/>
                </a:ext>
              </a:extLst>
            </p:cNvPr>
            <p:cNvCxnSpPr/>
            <p:nvPr/>
          </p:nvCxnSpPr>
          <p:spPr>
            <a:xfrm>
              <a:off x="6588786" y="4722659"/>
              <a:ext cx="0" cy="142925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0EE4EAB0-596A-CE3D-3A26-1447CD896995}"/>
                </a:ext>
              </a:extLst>
            </p:cNvPr>
            <p:cNvCxnSpPr/>
            <p:nvPr/>
          </p:nvCxnSpPr>
          <p:spPr>
            <a:xfrm>
              <a:off x="6876176" y="4722659"/>
              <a:ext cx="0" cy="142925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711B6197-79B6-4AB9-55A8-AEB0EF545FD0}"/>
                </a:ext>
              </a:extLst>
            </p:cNvPr>
            <p:cNvCxnSpPr/>
            <p:nvPr/>
          </p:nvCxnSpPr>
          <p:spPr>
            <a:xfrm>
              <a:off x="7381096" y="4722659"/>
              <a:ext cx="0" cy="142925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857" name="TextBox 5">
              <a:extLst>
                <a:ext uri="{FF2B5EF4-FFF2-40B4-BE49-F238E27FC236}">
                  <a16:creationId xmlns:a16="http://schemas.microsoft.com/office/drawing/2014/main" id="{BB618389-EFF8-9D5C-37C9-5006B0FEE1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5579" y="4766051"/>
              <a:ext cx="35808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latinLnBrk="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4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ko-KR" sz="14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ko-KR" altLang="en-US" sz="1400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858" name="TextBox 18">
              <a:extLst>
                <a:ext uri="{FF2B5EF4-FFF2-40B4-BE49-F238E27FC236}">
                  <a16:creationId xmlns:a16="http://schemas.microsoft.com/office/drawing/2014/main" id="{F703ABD1-202A-6FE6-4F02-EC44C52396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9581" y="4764122"/>
              <a:ext cx="35808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latinLnBrk="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4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ko-KR" sz="14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ko-KR" altLang="en-US" sz="1400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859" name="TextBox 19">
              <a:extLst>
                <a:ext uri="{FF2B5EF4-FFF2-40B4-BE49-F238E27FC236}">
                  <a16:creationId xmlns:a16="http://schemas.microsoft.com/office/drawing/2014/main" id="{A7ED2ACB-A899-5498-389C-CCDD64DD99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01223" y="4769018"/>
              <a:ext cx="35808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latinLnBrk="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4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ko-KR" sz="14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ko-KR" altLang="en-US" sz="1400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860" name="TextBox 20">
              <a:extLst>
                <a:ext uri="{FF2B5EF4-FFF2-40B4-BE49-F238E27FC236}">
                  <a16:creationId xmlns:a16="http://schemas.microsoft.com/office/drawing/2014/main" id="{3AD69B6F-658E-7F26-127B-1D32904795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82066" y="4769018"/>
              <a:ext cx="35808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latinLnBrk="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4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ko-KR" sz="14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ko-KR" altLang="en-US" sz="1400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861" name="TextBox 21">
              <a:extLst>
                <a:ext uri="{FF2B5EF4-FFF2-40B4-BE49-F238E27FC236}">
                  <a16:creationId xmlns:a16="http://schemas.microsoft.com/office/drawing/2014/main" id="{09E9CCB8-A44B-BEFE-B28B-6C4D719132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83297" y="4764122"/>
              <a:ext cx="35808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latinLnBrk="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4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ko-KR" sz="14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ko-KR" altLang="en-US" sz="1400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862" name="TextBox 22">
              <a:extLst>
                <a:ext uri="{FF2B5EF4-FFF2-40B4-BE49-F238E27FC236}">
                  <a16:creationId xmlns:a16="http://schemas.microsoft.com/office/drawing/2014/main" id="{C3252635-F3DD-D4ED-A726-F72E2C3A9C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81789" y="4769018"/>
              <a:ext cx="35808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latinLnBrk="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4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ko-KR" sz="14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ko-KR" altLang="en-US" sz="1400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863" name="TextBox 23">
              <a:extLst>
                <a:ext uri="{FF2B5EF4-FFF2-40B4-BE49-F238E27FC236}">
                  <a16:creationId xmlns:a16="http://schemas.microsoft.com/office/drawing/2014/main" id="{CEAB6F13-6F7F-DD3C-0805-F770B1303F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97059" y="4766051"/>
              <a:ext cx="35808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latinLnBrk="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4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ko-KR" sz="14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ko-KR" altLang="en-US" sz="1400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864" name="TextBox 24">
              <a:extLst>
                <a:ext uri="{FF2B5EF4-FFF2-40B4-BE49-F238E27FC236}">
                  <a16:creationId xmlns:a16="http://schemas.microsoft.com/office/drawing/2014/main" id="{F59DA08B-9B37-9800-8589-9B573F2365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26282" y="4766051"/>
              <a:ext cx="35808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latinLnBrk="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4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ko-KR" sz="14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ko-KR" altLang="en-US" sz="1400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865" name="TextBox 25">
              <a:extLst>
                <a:ext uri="{FF2B5EF4-FFF2-40B4-BE49-F238E27FC236}">
                  <a16:creationId xmlns:a16="http://schemas.microsoft.com/office/drawing/2014/main" id="{41BEB0AF-8AB9-0C63-C9C9-4662179830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5122" y="4406011"/>
              <a:ext cx="56767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latinLnBrk="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4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total</a:t>
              </a:r>
              <a:endParaRPr lang="ko-KR" altLang="en-US" sz="1400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866" name="TextBox 26">
              <a:extLst>
                <a:ext uri="{FF2B5EF4-FFF2-40B4-BE49-F238E27FC236}">
                  <a16:creationId xmlns:a16="http://schemas.microsoft.com/office/drawing/2014/main" id="{F737B7D0-A787-0BE6-F798-276972AD1D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8341" y="4404082"/>
              <a:ext cx="28803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latinLnBrk="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ko-KR" altLang="en-US" sz="1400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" name="직선 화살표 연결선 7">
              <a:extLst>
                <a:ext uri="{FF2B5EF4-FFF2-40B4-BE49-F238E27FC236}">
                  <a16:creationId xmlns:a16="http://schemas.microsoft.com/office/drawing/2014/main" id="{3392F1EB-6641-C563-04EE-C58268EF7B2D}"/>
                </a:ext>
              </a:extLst>
            </p:cNvPr>
            <p:cNvCxnSpPr/>
            <p:nvPr/>
          </p:nvCxnSpPr>
          <p:spPr>
            <a:xfrm>
              <a:off x="5461450" y="4614671"/>
              <a:ext cx="0" cy="144513"/>
            </a:xfrm>
            <a:prstGeom prst="straightConnector1">
              <a:avLst/>
            </a:prstGeom>
            <a:ln>
              <a:solidFill>
                <a:srgbClr val="80008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868" name="TextBox 29">
              <a:extLst>
                <a:ext uri="{FF2B5EF4-FFF2-40B4-BE49-F238E27FC236}">
                  <a16:creationId xmlns:a16="http://schemas.microsoft.com/office/drawing/2014/main" id="{76FE3D08-F00D-D62C-B085-C0C3C8331D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25" y="4339937"/>
              <a:ext cx="24314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latinLnBrk="1">
                <a:lnSpc>
                  <a:spcPct val="120000"/>
                </a:lnSpc>
                <a:spcBef>
                  <a:spcPct val="20000"/>
                </a:spcBef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latinLnBrk="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400" i="1">
                  <a:solidFill>
                    <a:srgbClr val="80008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ko-KR" altLang="en-US" sz="1400" baseline="-25000">
                <a:solidFill>
                  <a:srgbClr val="80008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설명선: 선 1">
                <a:extLst>
                  <a:ext uri="{FF2B5EF4-FFF2-40B4-BE49-F238E27FC236}">
                    <a16:creationId xmlns:a16="http://schemas.microsoft.com/office/drawing/2014/main" id="{50FE1739-62D8-47C3-EE1C-6325F29420AA}"/>
                  </a:ext>
                </a:extLst>
              </p:cNvPr>
              <p:cNvSpPr/>
              <p:nvPr/>
            </p:nvSpPr>
            <p:spPr>
              <a:xfrm>
                <a:off x="5379986" y="5016249"/>
                <a:ext cx="3144580" cy="1148577"/>
              </a:xfrm>
              <a:prstGeom prst="borderCallout1">
                <a:avLst>
                  <a:gd name="adj1" fmla="val -2"/>
                  <a:gd name="adj2" fmla="val -1087"/>
                  <a:gd name="adj3" fmla="val 100435"/>
                  <a:gd name="adj4" fmla="val -1045"/>
                </a:avLst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ko-KR" altLang="en-US" sz="100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예</a:t>
                </a:r>
                <a:r>
                  <a:rPr lang="en-US" altLang="ko-KR" sz="1000">
                    <a:solidFill>
                      <a:schemeClr val="tx1"/>
                    </a:solidFill>
                    <a:latin typeface="consolas" panose="020B0609020204030204" pitchFamily="49" charset="0"/>
                  </a:rPr>
                  <a:t>) </a:t>
                </a:r>
                <a:r>
                  <a:rPr lang="en-US" altLang="ko-KR" sz="1000"/>
                  <a:t>9 solutions were made,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0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00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000" i="1" dirty="0" smtClean="0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</m:oMath>
                </a14:m>
                <a:r>
                  <a:rPr lang="en-US" altLang="ko-KR" sz="1000"/>
                  <a:t> are the </a:t>
                </a:r>
                <a:r>
                  <a:rPr lang="en-US" altLang="ko-KR" sz="1000" b="1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valuesForMax</a:t>
                </a:r>
                <a:r>
                  <a:rPr lang="en-US" altLang="ko-KR" sz="1000"/>
                  <a:t>. A value is drawn randomly from the list. After generating a random number </a:t>
                </a:r>
                <a:r>
                  <a:rPr lang="en-US" altLang="ko-KR" sz="1000" b="1">
                    <a:latin typeface="Courier New" panose="02070309020205020404" pitchFamily="49" charset="0"/>
                    <a:cs typeface="Courier New" panose="02070309020205020404" pitchFamily="49" charset="0"/>
                  </a:rPr>
                  <a:t>r</a:t>
                </a:r>
                <a:r>
                  <a:rPr lang="en-US" altLang="ko-KR" sz="1000"/>
                  <a:t> within [0,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ko-KR" sz="1000" i="0" dirty="0" smtClean="0">
                        <a:latin typeface="Cambria Math" panose="02040503050406030204" pitchFamily="18" charset="0"/>
                      </a:rPr>
                      <m:t>sum</m:t>
                    </m:r>
                    <m:d>
                      <m:dPr>
                        <m:ctrlPr>
                          <a:rPr lang="en-US" altLang="ko-KR" sz="1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ko-KR" sz="1000" i="0" dirty="0" err="1">
                            <a:latin typeface="Cambria Math" panose="02040503050406030204" pitchFamily="18" charset="0"/>
                          </a:rPr>
                          <m:t>valuesForMax</m:t>
                        </m:r>
                      </m:e>
                    </m:d>
                    <m:r>
                      <a:rPr lang="en-US" altLang="ko-KR" sz="10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000"/>
                  <a:t>, one solution is selected along with its index, like in the example</a:t>
                </a:r>
                <a:endParaRPr lang="ko-KR" altLang="en-US" sz="100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" name="설명선: 선 1">
                <a:extLst>
                  <a:ext uri="{FF2B5EF4-FFF2-40B4-BE49-F238E27FC236}">
                    <a16:creationId xmlns:a16="http://schemas.microsoft.com/office/drawing/2014/main" id="{50FE1739-62D8-47C3-EE1C-6325F29420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9986" y="5016249"/>
                <a:ext cx="3144580" cy="1148577"/>
              </a:xfrm>
              <a:prstGeom prst="borderCallout1">
                <a:avLst>
                  <a:gd name="adj1" fmla="val -2"/>
                  <a:gd name="adj2" fmla="val -1087"/>
                  <a:gd name="adj3" fmla="val 100435"/>
                  <a:gd name="adj4" fmla="val -1045"/>
                </a:avLst>
              </a:prstGeom>
              <a:blipFill>
                <a:blip r:embed="rId3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">
            <a:extLst>
              <a:ext uri="{FF2B5EF4-FFF2-40B4-BE49-F238E27FC236}">
                <a16:creationId xmlns:a16="http://schemas.microsoft.com/office/drawing/2014/main" id="{26F8E20C-40E7-67A8-49F7-CFFDF7DEE483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 eaLnBrk="1" hangingPunct="1">
              <a:defRPr/>
            </a:pPr>
            <a:r>
              <a:rPr lang="en-US" altLang="ko-KR" sz="1600" b="1"/>
              <a:t>Working Principle</a:t>
            </a:r>
          </a:p>
          <a:p>
            <a:pPr marL="611338" lvl="1" indent="-287338" eaLnBrk="1" hangingPunct="1">
              <a:defRPr/>
            </a:pPr>
            <a:r>
              <a:rPr lang="en-US" altLang="ko-KR" sz="1400"/>
              <a:t>Generates one </a:t>
            </a:r>
            <a:r>
              <a:rPr lang="en-US" altLang="ko-KR" sz="1400" b="1"/>
              <a:t>next solution</a:t>
            </a:r>
            <a:r>
              <a:rPr lang="en-US" altLang="ko-KR" sz="1400"/>
              <a:t> randomly</a:t>
            </a:r>
            <a:br>
              <a:rPr lang="en-US" altLang="ko-KR" sz="1400"/>
            </a:br>
            <a:r>
              <a:rPr lang="en-US" altLang="ko-KR" sz="1400"/>
              <a:t> (just like </a:t>
            </a:r>
            <a:r>
              <a:rPr lang="en-US" altLang="ko-KR" sz="1400" b="1"/>
              <a:t>first-choice</a:t>
            </a:r>
            <a:r>
              <a:rPr lang="en-US" altLang="ko-KR" sz="1400"/>
              <a:t>)</a:t>
            </a:r>
          </a:p>
          <a:p>
            <a:pPr marL="611338" lvl="1" indent="-287338" eaLnBrk="1" hangingPunct="1">
              <a:defRPr/>
            </a:pPr>
            <a:r>
              <a:rPr lang="en-US" altLang="ko-KR" sz="1400"/>
              <a:t>Selects the </a:t>
            </a:r>
            <a:r>
              <a:rPr lang="en-US" altLang="ko-KR" sz="1400" b="1"/>
              <a:t>next solution</a:t>
            </a:r>
            <a:r>
              <a:rPr lang="en-US" altLang="ko-KR" sz="1400"/>
              <a:t> if it is </a:t>
            </a:r>
            <a:r>
              <a:rPr lang="en-US" altLang="ko-KR" sz="1400" b="1"/>
              <a:t>better</a:t>
            </a:r>
            <a:r>
              <a:rPr lang="en-US" altLang="ko-KR" sz="1400"/>
              <a:t> </a:t>
            </a:r>
            <a:br>
              <a:rPr lang="en-US" altLang="ko-KR" sz="1400"/>
            </a:br>
            <a:r>
              <a:rPr lang="en-US" altLang="ko-KR" sz="1400"/>
              <a:t>than the current solution.</a:t>
            </a:r>
          </a:p>
          <a:p>
            <a:pPr marL="611338" lvl="1" indent="-287338" eaLnBrk="1" hangingPunct="1">
              <a:defRPr/>
            </a:pPr>
            <a:r>
              <a:rPr lang="en-US" altLang="ko-KR" sz="1400"/>
              <a:t>Selects the </a:t>
            </a:r>
            <a:r>
              <a:rPr lang="en-US" altLang="ko-KR" sz="1400" b="1"/>
              <a:t>next solution</a:t>
            </a:r>
            <a:r>
              <a:rPr lang="en-US" altLang="ko-KR" sz="1400"/>
              <a:t> </a:t>
            </a:r>
            <a:r>
              <a:rPr lang="en-US" altLang="ko-KR" sz="1400" b="1"/>
              <a:t>probabilistically</a:t>
            </a:r>
            <a:r>
              <a:rPr lang="en-US" altLang="ko-KR" sz="1400"/>
              <a:t> </a:t>
            </a:r>
            <a:br>
              <a:rPr lang="en-US" altLang="ko-KR" sz="1400"/>
            </a:br>
            <a:r>
              <a:rPr lang="en-US" altLang="ko-KR" sz="1400"/>
              <a:t>even if it is </a:t>
            </a:r>
            <a:r>
              <a:rPr lang="en-US" altLang="ko-KR" sz="1400" b="1"/>
              <a:t>worse</a:t>
            </a:r>
            <a:r>
              <a:rPr lang="en-US" altLang="ko-KR" sz="1400"/>
              <a:t> than the current solution.</a:t>
            </a:r>
          </a:p>
          <a:p>
            <a:pPr marL="899338" lvl="2" indent="-287338" eaLnBrk="1" hangingPunct="1">
              <a:defRPr/>
            </a:pPr>
            <a:r>
              <a:rPr lang="en-US" altLang="ko-KR" sz="1400"/>
              <a:t>Uses the probability </a:t>
            </a:r>
            <a:r>
              <a:rPr lang="en-US" altLang="ko-KR" sz="1400">
                <a:latin typeface="consolas" panose="020B0609020204030204" pitchFamily="49" charset="0"/>
              </a:rPr>
              <a:t>exp(–</a:t>
            </a:r>
            <a:r>
              <a:rPr lang="en-US" altLang="ko-KR" sz="1400" err="1">
                <a:latin typeface="consolas" panose="020B0609020204030204" pitchFamily="49" charset="0"/>
              </a:rPr>
              <a:t>dE</a:t>
            </a:r>
            <a:r>
              <a:rPr lang="en-US" altLang="ko-KR" sz="1400">
                <a:latin typeface="consolas" panose="020B0609020204030204" pitchFamily="49" charset="0"/>
              </a:rPr>
              <a:t>/t) </a:t>
            </a:r>
            <a:br>
              <a:rPr lang="en-US" altLang="ko-KR" sz="1400">
                <a:latin typeface="consolas" panose="020B0609020204030204" pitchFamily="49" charset="0"/>
              </a:rPr>
            </a:br>
            <a:r>
              <a:rPr lang="en-US" altLang="ko-KR" sz="1400"/>
              <a:t>for selection</a:t>
            </a:r>
          </a:p>
          <a:p>
            <a:pPr marL="287338" indent="-287338" eaLnBrk="1" hangingPunct="1">
              <a:defRPr/>
            </a:pPr>
            <a:endParaRPr lang="en-US" altLang="ko-KR" sz="1600"/>
          </a:p>
          <a:p>
            <a:pPr marL="287338" indent="-287338" eaLnBrk="1" hangingPunct="1">
              <a:defRPr/>
            </a:pPr>
            <a:endParaRPr lang="en-US" altLang="ko-KR" sz="1600"/>
          </a:p>
          <a:p>
            <a:pPr marL="287338" indent="-287338" eaLnBrk="1" hangingPunct="1">
              <a:defRPr/>
            </a:pPr>
            <a:endParaRPr lang="en-US" altLang="ko-KR" sz="1600"/>
          </a:p>
          <a:p>
            <a:pPr marL="287338" indent="-287338" eaLnBrk="1" hangingPunct="1">
              <a:defRPr/>
            </a:pPr>
            <a:r>
              <a:rPr lang="en-US" altLang="ko-KR" sz="1600" b="1"/>
              <a:t>Additional Member Variable</a:t>
            </a:r>
            <a:r>
              <a:rPr lang="en-US" altLang="ko-KR" sz="1600"/>
              <a:t>: There is one variable </a:t>
            </a:r>
            <a:r>
              <a:rPr lang="en-US" altLang="ko-KR" sz="1600" b="1" err="1">
                <a:latin typeface="Courier New" panose="02070309020205020404" pitchFamily="49" charset="0"/>
                <a:cs typeface="Courier New" panose="02070309020205020404" pitchFamily="49" charset="0"/>
              </a:rPr>
              <a:t>numSample</a:t>
            </a:r>
            <a:r>
              <a:rPr lang="en-US" altLang="ko-KR" sz="1600"/>
              <a:t> storing the number of samples used to heuristically determine an </a:t>
            </a:r>
            <a:r>
              <a:rPr lang="en-US" altLang="ko-KR" sz="1600">
                <a:solidFill>
                  <a:srgbClr val="0033CC"/>
                </a:solidFill>
              </a:rPr>
              <a:t>initial temperature</a:t>
            </a:r>
            <a:r>
              <a:rPr lang="en-US" altLang="ko-KR" sz="1600"/>
              <a:t> (</a:t>
            </a:r>
            <a:r>
              <a:rPr lang="ko-KR" altLang="en-US" sz="1600"/>
              <a:t>초기 온도값</a:t>
            </a:r>
            <a:r>
              <a:rPr lang="en-US" altLang="ko-KR" sz="1600"/>
              <a:t>)</a:t>
            </a:r>
          </a:p>
          <a:p>
            <a:pPr marL="611338" lvl="1" indent="-287338" eaLnBrk="1" hangingPunct="1">
              <a:defRPr/>
            </a:pPr>
            <a:r>
              <a:rPr lang="en-US" altLang="ko-KR" sz="1400"/>
              <a:t>It is currently preset to </a:t>
            </a:r>
            <a:r>
              <a:rPr lang="en-US" altLang="ko-KR" sz="140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en-US" altLang="ko-KR" sz="1400"/>
              <a:t> (in </a:t>
            </a:r>
            <a:r>
              <a:rPr lang="en-US" altLang="ko-KR" sz="1600" b="1" err="1">
                <a:latin typeface="Courier New" panose="02070309020205020404" pitchFamily="49" charset="0"/>
                <a:cs typeface="Courier New" panose="02070309020205020404" pitchFamily="49" charset="0"/>
              </a:rPr>
              <a:t>SimulatedAnnealing</a:t>
            </a:r>
            <a:r>
              <a:rPr lang="en-US" altLang="ko-KR" sz="1600"/>
              <a:t> Class</a:t>
            </a:r>
            <a:r>
              <a:rPr lang="en-US" altLang="ko-KR" sz="1400"/>
              <a:t>)</a:t>
            </a:r>
          </a:p>
          <a:p>
            <a:pPr marL="611338" lvl="1" indent="-287338" eaLnBrk="1" hangingPunct="1">
              <a:defRPr/>
            </a:pPr>
            <a:r>
              <a:rPr lang="en-US" altLang="ko-KR" sz="1600"/>
              <a:t>Used in </a:t>
            </a:r>
            <a:r>
              <a:rPr lang="en-US" altLang="ko-KR" sz="1600" b="1" err="1">
                <a:latin typeface="Courier New" panose="02070309020205020404" pitchFamily="49" charset="0"/>
                <a:cs typeface="Courier New" panose="02070309020205020404" pitchFamily="49" charset="0"/>
              </a:rPr>
              <a:t>initTemp</a:t>
            </a:r>
            <a:r>
              <a:rPr lang="en-US" altLang="ko-KR" sz="1400"/>
              <a:t> function</a:t>
            </a:r>
            <a:r>
              <a:rPr lang="ko-KR" altLang="en-US" sz="1400"/>
              <a:t> </a:t>
            </a:r>
            <a:r>
              <a:rPr lang="en-US" altLang="ko-KR" sz="1400"/>
              <a:t>(</a:t>
            </a:r>
            <a:r>
              <a:rPr lang="en-US" altLang="ko-KR" sz="1400" i="1"/>
              <a:t>See next slide</a:t>
            </a:r>
            <a:r>
              <a:rPr lang="en-US" altLang="ko-KR" sz="1400"/>
              <a:t>)</a:t>
            </a:r>
          </a:p>
          <a:p>
            <a:pPr marL="611338" lvl="1" indent="-287338" eaLnBrk="1" hangingPunct="1">
              <a:defRPr/>
            </a:pPr>
            <a:r>
              <a:rPr lang="en-US" altLang="ko-KR" sz="1400"/>
              <a:t>Used to generate the initial temperature value.</a:t>
            </a: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AB24A12B-A3B1-0091-00BA-56DDBEB6C2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>
                <a:solidFill>
                  <a:srgbClr val="800080"/>
                </a:solidFill>
              </a:rPr>
              <a:t>Simulated Annealing (</a:t>
            </a:r>
            <a:r>
              <a:rPr lang="en-US" altLang="ko-KR" sz="2400" err="1">
                <a:solidFill>
                  <a:srgbClr val="800080"/>
                </a:solidFill>
              </a:rPr>
              <a:t>SimulatedAnnealing</a:t>
            </a:r>
            <a:r>
              <a:rPr lang="en-US" altLang="ko-KR" sz="2400">
                <a:solidFill>
                  <a:srgbClr val="800080"/>
                </a:solidFill>
              </a:rPr>
              <a:t> Class)</a:t>
            </a:r>
            <a:endParaRPr lang="en-US" altLang="ko-KR" sz="2400">
              <a:solidFill>
                <a:srgbClr val="99CCFF"/>
              </a:solidFill>
            </a:endParaRPr>
          </a:p>
        </p:txBody>
      </p:sp>
      <p:sp>
        <p:nvSpPr>
          <p:cNvPr id="37893" name="슬라이드 번호 개체 틀 8">
            <a:extLst>
              <a:ext uri="{FF2B5EF4-FFF2-40B4-BE49-F238E27FC236}">
                <a16:creationId xmlns:a16="http://schemas.microsoft.com/office/drawing/2014/main" id="{3E3C965E-5AEF-D0AA-DF07-F3D694A223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>
                <a:solidFill>
                  <a:srgbClr val="898989"/>
                </a:solidFill>
                <a:latin typeface="Book Antiqua" panose="02040602050305030304" pitchFamily="18" charset="0"/>
              </a:rPr>
              <a:t>27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87EF13-C063-8DB6-BE55-8878C80BAB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024" y="1055938"/>
            <a:ext cx="4310609" cy="264027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3">
            <a:extLst>
              <a:ext uri="{FF2B5EF4-FFF2-40B4-BE49-F238E27FC236}">
                <a16:creationId xmlns:a16="http://schemas.microsoft.com/office/drawing/2014/main" id="{34621378-8899-C9FD-6B07-38CA55CFE1C2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 eaLnBrk="1" hangingPunct="1"/>
            <a:r>
              <a:rPr lang="en-US" altLang="ko-KR" sz="1800" b="1" err="1">
                <a:latin typeface="Courier New" panose="02070309020205020404" pitchFamily="49" charset="0"/>
                <a:cs typeface="Courier New" panose="02070309020205020404" pitchFamily="49" charset="0"/>
              </a:rPr>
              <a:t>initTemp</a:t>
            </a:r>
            <a:r>
              <a:rPr lang="en-US" altLang="ko-KR" sz="1800" b="1">
                <a:latin typeface="Courier New" panose="02070309020205020404" pitchFamily="49" charset="0"/>
                <a:cs typeface="Courier New" panose="02070309020205020404" pitchFamily="49" charset="0"/>
              </a:rPr>
              <a:t>(self, p)</a:t>
            </a:r>
            <a:r>
              <a:rPr lang="en-US" altLang="ko-KR">
                <a:cs typeface="Courier New" panose="02070309020205020404" pitchFamily="49" charset="0"/>
              </a:rPr>
              <a:t>:</a:t>
            </a:r>
          </a:p>
          <a:p>
            <a:pPr marL="611188" lvl="1" indent="-287338" eaLnBrk="1" hangingPunct="1"/>
            <a:r>
              <a:rPr lang="en-US" altLang="ko-KR" sz="1600" b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Working method</a:t>
            </a:r>
          </a:p>
          <a:p>
            <a:pPr marL="899188" lvl="2" indent="-287338" eaLnBrk="1" hangingPunct="1"/>
            <a:r>
              <a:rPr lang="en-US" altLang="ko-KR" sz="1600"/>
              <a:t>Calculates the temperature </a:t>
            </a:r>
            <a:r>
              <a:rPr lang="en-US" altLang="ko-KR" sz="1600" b="1">
                <a:latin typeface="Courier New" panose="02070309020205020404" pitchFamily="49" charset="0"/>
              </a:rPr>
              <a:t>t</a:t>
            </a:r>
            <a:r>
              <a:rPr lang="en-US" altLang="ko-KR" sz="1600"/>
              <a:t> such that </a:t>
            </a:r>
            <a:r>
              <a:rPr lang="en-US" altLang="ko-KR" sz="1600" b="1">
                <a:solidFill>
                  <a:srgbClr val="0033CC"/>
                </a:solidFill>
                <a:latin typeface="Courier New" panose="02070309020205020404" pitchFamily="49" charset="0"/>
              </a:rPr>
              <a:t>exp(–</a:t>
            </a:r>
            <a:r>
              <a:rPr lang="en-US" altLang="ko-KR" sz="1600" b="1" err="1">
                <a:solidFill>
                  <a:srgbClr val="0033CC"/>
                </a:solidFill>
                <a:latin typeface="Courier New" panose="02070309020205020404" pitchFamily="49" charset="0"/>
              </a:rPr>
              <a:t>dE</a:t>
            </a:r>
            <a:r>
              <a:rPr lang="en-US" altLang="ko-KR" sz="1600" b="1">
                <a:solidFill>
                  <a:srgbClr val="0033CC"/>
                </a:solidFill>
                <a:latin typeface="Courier New" panose="02070309020205020404" pitchFamily="49" charset="0"/>
              </a:rPr>
              <a:t>/t)</a:t>
            </a:r>
            <a:r>
              <a:rPr lang="en-US" altLang="ko-KR" sz="1600">
                <a:solidFill>
                  <a:srgbClr val="0033CC"/>
                </a:solidFill>
                <a:latin typeface="Times New Roman" panose="02020603050405020304" pitchFamily="18" charset="0"/>
              </a:rPr>
              <a:t> = 0.5</a:t>
            </a:r>
            <a:r>
              <a:rPr lang="en-US" altLang="ko-KR" sz="1600"/>
              <a:t>, and returns </a:t>
            </a:r>
            <a:r>
              <a:rPr lang="en-US" altLang="ko-KR" sz="1600" b="1">
                <a:latin typeface="Courier New" panose="02070309020205020404" pitchFamily="49" charset="0"/>
              </a:rPr>
              <a:t>t</a:t>
            </a:r>
          </a:p>
          <a:p>
            <a:pPr marL="899188" lvl="2" indent="-287338" eaLnBrk="1" hangingPunct="1"/>
            <a:r>
              <a:rPr lang="en-US" altLang="ko-KR" sz="1600"/>
              <a:t>That is, it finds the temperature </a:t>
            </a:r>
            <a:r>
              <a:rPr lang="en-US" altLang="ko-KR" sz="1600" b="1" u="sng"/>
              <a:t>t</a:t>
            </a:r>
            <a:r>
              <a:rPr lang="en-US" altLang="ko-KR" sz="1600" u="sng"/>
              <a:t> where the probability of selecting a </a:t>
            </a:r>
            <a:r>
              <a:rPr lang="en-US" altLang="ko-KR" sz="1600" b="1" u="sng"/>
              <a:t>bad solution</a:t>
            </a:r>
            <a:r>
              <a:rPr lang="en-US" altLang="ko-KR" sz="1600" u="sng"/>
              <a:t> is </a:t>
            </a:r>
            <a:r>
              <a:rPr lang="en-US" altLang="ko-KR" sz="1600" b="1" u="sng"/>
              <a:t>0.5</a:t>
            </a:r>
            <a:r>
              <a:rPr lang="en-US" altLang="ko-KR" sz="1600"/>
              <a:t> and returns it.</a:t>
            </a:r>
            <a:endParaRPr lang="en-US" altLang="ko-KR" sz="1600">
              <a:latin typeface="나눔스퀘어_ac" panose="020B0600000101010101" pitchFamily="50" charset="-127"/>
              <a:ea typeface="나눔스퀘어_ac" panose="020B0600000101010101" pitchFamily="50" charset="-127"/>
              <a:cs typeface="Courier New" panose="02070309020205020404" pitchFamily="49" charset="0"/>
            </a:endParaRPr>
          </a:p>
          <a:p>
            <a:pPr marL="899188" lvl="2" indent="-287338" eaLnBrk="1" hangingPunct="1"/>
            <a:r>
              <a:rPr lang="en-US" altLang="ko-KR" sz="1600" b="1">
                <a:solidFill>
                  <a:srgbClr val="FF0000"/>
                </a:solidFill>
              </a:rPr>
              <a:t>Why?</a:t>
            </a:r>
            <a:r>
              <a:rPr lang="en-US" altLang="ko-KR" sz="1600"/>
              <a:t> It is reasonable to use a </a:t>
            </a:r>
            <a:r>
              <a:rPr lang="en-US" altLang="ko-KR" sz="1600" b="1"/>
              <a:t>t</a:t>
            </a:r>
            <a:r>
              <a:rPr lang="en-US" altLang="ko-KR" sz="1600"/>
              <a:t> that satisfies the above condition as the initial temperature.</a:t>
            </a:r>
            <a:endParaRPr lang="en-US" altLang="ko-KR" sz="1600">
              <a:latin typeface="나눔스퀘어_ac" panose="020B0600000101010101" pitchFamily="50" charset="-127"/>
              <a:ea typeface="나눔스퀘어_ac" panose="020B0600000101010101" pitchFamily="50" charset="-127"/>
              <a:cs typeface="Courier New" panose="02070309020205020404" pitchFamily="49" charset="0"/>
            </a:endParaRPr>
          </a:p>
          <a:p>
            <a:pPr marL="611188" lvl="1" indent="-287338" eaLnBrk="1" hangingPunct="1"/>
            <a:r>
              <a:rPr lang="en-US" altLang="ko-KR" sz="1600" b="1">
                <a:latin typeface="나눔스퀘어_ac" panose="020B0600000101010101" pitchFamily="50" charset="-127"/>
                <a:ea typeface="나눔스퀘어_ac" panose="020B0600000101010101" pitchFamily="50" charset="-127"/>
                <a:cs typeface="Courier New" panose="02070309020205020404" pitchFamily="49" charset="0"/>
              </a:rPr>
              <a:t>Implementation</a:t>
            </a:r>
          </a:p>
          <a:p>
            <a:pPr marL="899188" lvl="2" indent="-287338" eaLnBrk="1" hangingPunct="1"/>
            <a:r>
              <a:rPr lang="en-US" altLang="ko-KR" sz="1600">
                <a:cs typeface="Courier New" panose="02070309020205020404" pitchFamily="49" charset="0"/>
              </a:rPr>
              <a:t>Takes </a:t>
            </a:r>
            <a:r>
              <a:rPr lang="en-US" altLang="ko-KR" sz="1600" i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ko-KR" sz="1600"/>
              <a:t> (</a:t>
            </a:r>
            <a:r>
              <a:rPr lang="en-US" altLang="ko-KR" sz="1600">
                <a:latin typeface="Times New Roman" panose="02020603050405020304" pitchFamily="18" charset="0"/>
              </a:rPr>
              <a:t>= </a:t>
            </a:r>
            <a:r>
              <a:rPr lang="en-US" altLang="ko-KR" sz="1600" b="1">
                <a:latin typeface="Courier New" panose="02070309020205020404" pitchFamily="49" charset="0"/>
              </a:rPr>
              <a:t>self._</a:t>
            </a:r>
            <a:r>
              <a:rPr lang="en-US" altLang="ko-KR" sz="1600" b="1" err="1">
                <a:latin typeface="Courier New" panose="02070309020205020404" pitchFamily="49" charset="0"/>
              </a:rPr>
              <a:t>numSample</a:t>
            </a:r>
            <a:r>
              <a:rPr lang="en-US" altLang="ko-KR" sz="1600"/>
              <a:t>) random samples and their neighbors from the domain of problem </a:t>
            </a:r>
            <a:r>
              <a:rPr lang="en-US" altLang="ko-KR" sz="1600" b="1">
                <a:latin typeface="Courier New" panose="02070309020205020404" pitchFamily="49" charset="0"/>
              </a:rPr>
              <a:t>p</a:t>
            </a:r>
          </a:p>
          <a:p>
            <a:pPr marL="899338" lvl="2" indent="-287338" eaLnBrk="1" hangingPunct="1"/>
            <a:r>
              <a:rPr lang="en-US" altLang="ko-KR" sz="1600"/>
              <a:t>The process of generating an arbitrary initial value, randomly generating its neighboring solution, recording the difference, and calculating the average difference value is repeated </a:t>
            </a:r>
            <a:r>
              <a:rPr lang="en-US" altLang="ko-KR" sz="1600" i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ko-KR" sz="1600"/>
              <a:t> times.</a:t>
            </a:r>
          </a:p>
          <a:p>
            <a:pPr marL="899338" lvl="2" indent="-287338" eaLnBrk="1" hangingPunct="1"/>
            <a:r>
              <a:rPr lang="en-US" altLang="ko-KR" sz="1600"/>
              <a:t>Calculates the average difference between two solutions (= </a:t>
            </a:r>
            <a:r>
              <a:rPr lang="en-US" altLang="ko-KR" sz="1600" b="1" err="1"/>
              <a:t>dE</a:t>
            </a:r>
            <a:r>
              <a:rPr lang="en-US" altLang="ko-KR" sz="1600"/>
              <a:t> average value)</a:t>
            </a:r>
          </a:p>
          <a:p>
            <a:pPr marL="899338" lvl="2" indent="-287338" eaLnBrk="1" hangingPunct="1"/>
            <a:r>
              <a:rPr lang="en-US" altLang="ko-KR" sz="1600"/>
              <a:t>Sets the initial </a:t>
            </a:r>
            <a:r>
              <a:rPr lang="en-US" altLang="ko-KR" sz="1600" b="1"/>
              <a:t>t</a:t>
            </a:r>
            <a:r>
              <a:rPr lang="en-US" altLang="ko-KR" sz="1600"/>
              <a:t> value using the calculated average value of </a:t>
            </a:r>
            <a:r>
              <a:rPr lang="en-US" altLang="ko-KR" sz="1600" b="1" err="1"/>
              <a:t>dE</a:t>
            </a:r>
            <a:r>
              <a:rPr lang="en-US" altLang="ko-KR" sz="1600"/>
              <a:t> such that the probability of selecting a bad solution is 0.5 initially.</a:t>
            </a:r>
          </a:p>
          <a:p>
            <a:pPr marL="899338" lvl="2" indent="-287338" eaLnBrk="1" hangingPunct="1"/>
            <a:endParaRPr lang="en-US" altLang="ko-KR" sz="1600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485E7F45-4D5B-F62E-62F6-3015AF0C37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>
                <a:solidFill>
                  <a:srgbClr val="800080"/>
                </a:solidFill>
              </a:rPr>
              <a:t>Simulated Annealing (</a:t>
            </a:r>
            <a:r>
              <a:rPr lang="en-US" altLang="ko-KR" sz="2400" err="1">
                <a:solidFill>
                  <a:srgbClr val="800080"/>
                </a:solidFill>
              </a:rPr>
              <a:t>SimulatedAnnealing</a:t>
            </a:r>
            <a:r>
              <a:rPr lang="en-US" altLang="ko-KR" sz="2400">
                <a:solidFill>
                  <a:srgbClr val="800080"/>
                </a:solidFill>
              </a:rPr>
              <a:t> Class)</a:t>
            </a:r>
            <a:endParaRPr lang="en-US" altLang="ko-KR" sz="2400">
              <a:solidFill>
                <a:srgbClr val="D7ADD9"/>
              </a:solidFill>
            </a:endParaRPr>
          </a:p>
        </p:txBody>
      </p:sp>
      <p:sp>
        <p:nvSpPr>
          <p:cNvPr id="39941" name="슬라이드 번호 개체 틀 8">
            <a:extLst>
              <a:ext uri="{FF2B5EF4-FFF2-40B4-BE49-F238E27FC236}">
                <a16:creationId xmlns:a16="http://schemas.microsoft.com/office/drawing/2014/main" id="{F7DB5CED-44AE-70D2-9D6E-A43FE6CA281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>
                <a:solidFill>
                  <a:srgbClr val="898989"/>
                </a:solidFill>
                <a:latin typeface="Book Antiqua" panose="02040602050305030304" pitchFamily="18" charset="0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72B6C2A-F7A8-3C8A-8630-2F2D51509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3">
            <a:extLst>
              <a:ext uri="{FF2B5EF4-FFF2-40B4-BE49-F238E27FC236}">
                <a16:creationId xmlns:a16="http://schemas.microsoft.com/office/drawing/2014/main" id="{A4C6C72E-43C4-0749-C5BB-B71B45BB2F74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 eaLnBrk="1" hangingPunct="1"/>
            <a:r>
              <a:rPr lang="en-US" altLang="ko-KR" sz="1800" b="1" err="1">
                <a:latin typeface="Courier New" panose="02070309020205020404" pitchFamily="49" charset="0"/>
                <a:cs typeface="Courier New" panose="02070309020205020404" pitchFamily="49" charset="0"/>
              </a:rPr>
              <a:t>initTemp</a:t>
            </a:r>
            <a:r>
              <a:rPr lang="en-US" altLang="ko-KR" sz="1800" b="1">
                <a:latin typeface="Courier New" panose="02070309020205020404" pitchFamily="49" charset="0"/>
                <a:cs typeface="Courier New" panose="02070309020205020404" pitchFamily="49" charset="0"/>
              </a:rPr>
              <a:t>(self, p)</a:t>
            </a:r>
            <a:r>
              <a:rPr lang="en-US" altLang="ko-KR">
                <a:cs typeface="Courier New" panose="02070309020205020404" pitchFamily="49" charset="0"/>
              </a:rPr>
              <a:t>:</a:t>
            </a:r>
          </a:p>
          <a:p>
            <a:pPr marL="611188" lvl="1" indent="-287338" eaLnBrk="1" hangingPunct="1"/>
            <a:r>
              <a:rPr lang="en-US" altLang="ko-KR" sz="1600" b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Working method</a:t>
            </a:r>
          </a:p>
          <a:p>
            <a:pPr marL="899188" lvl="2" indent="-287338" eaLnBrk="1" hangingPunct="1"/>
            <a:r>
              <a:rPr lang="en-US" altLang="ko-KR" sz="1600"/>
              <a:t>Calculates the temperature </a:t>
            </a:r>
            <a:r>
              <a:rPr lang="en-US" altLang="ko-KR" sz="1600" b="1">
                <a:latin typeface="Courier New" panose="02070309020205020404" pitchFamily="49" charset="0"/>
              </a:rPr>
              <a:t>t</a:t>
            </a:r>
            <a:r>
              <a:rPr lang="en-US" altLang="ko-KR" sz="1600"/>
              <a:t> such that </a:t>
            </a:r>
            <a:r>
              <a:rPr lang="en-US" altLang="ko-KR" sz="1600" b="1">
                <a:solidFill>
                  <a:srgbClr val="0033CC"/>
                </a:solidFill>
                <a:latin typeface="Courier New" panose="02070309020205020404" pitchFamily="49" charset="0"/>
              </a:rPr>
              <a:t>exp(–</a:t>
            </a:r>
            <a:r>
              <a:rPr lang="en-US" altLang="ko-KR" sz="1600" b="1" err="1">
                <a:solidFill>
                  <a:srgbClr val="0033CC"/>
                </a:solidFill>
                <a:latin typeface="Courier New" panose="02070309020205020404" pitchFamily="49" charset="0"/>
              </a:rPr>
              <a:t>dE</a:t>
            </a:r>
            <a:r>
              <a:rPr lang="en-US" altLang="ko-KR" sz="1600" b="1">
                <a:solidFill>
                  <a:srgbClr val="0033CC"/>
                </a:solidFill>
                <a:latin typeface="Courier New" panose="02070309020205020404" pitchFamily="49" charset="0"/>
              </a:rPr>
              <a:t>/t)</a:t>
            </a:r>
            <a:r>
              <a:rPr lang="en-US" altLang="ko-KR" sz="1600">
                <a:solidFill>
                  <a:srgbClr val="0033CC"/>
                </a:solidFill>
                <a:latin typeface="Times New Roman" panose="02020603050405020304" pitchFamily="18" charset="0"/>
              </a:rPr>
              <a:t> = 0.5</a:t>
            </a:r>
            <a:r>
              <a:rPr lang="en-US" altLang="ko-KR" sz="1600"/>
              <a:t>, and returns </a:t>
            </a:r>
            <a:r>
              <a:rPr lang="en-US" altLang="ko-KR" sz="1600" b="1">
                <a:latin typeface="Courier New" panose="02070309020205020404" pitchFamily="49" charset="0"/>
              </a:rPr>
              <a:t>t</a:t>
            </a:r>
          </a:p>
          <a:p>
            <a:pPr marL="899188" lvl="2" indent="-287338" eaLnBrk="1" hangingPunct="1"/>
            <a:r>
              <a:rPr lang="en-US" altLang="ko-KR" sz="1600"/>
              <a:t>That is, it finds the temperature </a:t>
            </a:r>
            <a:r>
              <a:rPr lang="en-US" altLang="ko-KR" sz="1600" b="1" u="sng"/>
              <a:t>t</a:t>
            </a:r>
            <a:r>
              <a:rPr lang="en-US" altLang="ko-KR" sz="1600" u="sng"/>
              <a:t> where the probability of selecting a </a:t>
            </a:r>
            <a:r>
              <a:rPr lang="en-US" altLang="ko-KR" sz="1600" b="1" u="sng"/>
              <a:t>bad solution</a:t>
            </a:r>
            <a:r>
              <a:rPr lang="en-US" altLang="ko-KR" sz="1600" u="sng"/>
              <a:t> is </a:t>
            </a:r>
            <a:r>
              <a:rPr lang="en-US" altLang="ko-KR" sz="1600" b="1" u="sng"/>
              <a:t>0.5</a:t>
            </a:r>
            <a:r>
              <a:rPr lang="en-US" altLang="ko-KR" sz="1600"/>
              <a:t> and returns it.</a:t>
            </a:r>
            <a:endParaRPr lang="en-US" altLang="ko-KR" sz="1600">
              <a:latin typeface="나눔스퀘어_ac" panose="020B0600000101010101" pitchFamily="50" charset="-127"/>
              <a:ea typeface="나눔스퀘어_ac" panose="020B0600000101010101" pitchFamily="50" charset="-127"/>
              <a:cs typeface="Courier New" panose="02070309020205020404" pitchFamily="49" charset="0"/>
            </a:endParaRPr>
          </a:p>
          <a:p>
            <a:pPr marL="611188" lvl="1" indent="-287338" eaLnBrk="1" hangingPunct="1"/>
            <a:r>
              <a:rPr lang="en-US" altLang="ko-KR" sz="1600" b="1">
                <a:latin typeface="나눔스퀘어_ac" panose="020B0600000101010101" pitchFamily="50" charset="-127"/>
                <a:ea typeface="나눔스퀘어_ac" panose="020B0600000101010101" pitchFamily="50" charset="-127"/>
                <a:cs typeface="Courier New" panose="02070309020205020404" pitchFamily="49" charset="0"/>
              </a:rPr>
              <a:t>Implementation</a:t>
            </a:r>
          </a:p>
          <a:p>
            <a:pPr marL="899188" lvl="2" indent="-287338" eaLnBrk="1" hangingPunct="1"/>
            <a:r>
              <a:rPr lang="en-US" altLang="ko-KR" sz="1600">
                <a:cs typeface="Courier New" panose="02070309020205020404" pitchFamily="49" charset="0"/>
              </a:rPr>
              <a:t>Implemented as following:</a:t>
            </a:r>
          </a:p>
          <a:p>
            <a:pPr marL="1079188" lvl="3" indent="-287338" eaLnBrk="1" hangingPunct="1"/>
            <a:r>
              <a:rPr lang="en-US" altLang="ko-KR" sz="1200"/>
              <a:t>For </a:t>
            </a:r>
            <a:r>
              <a:rPr lang="en-US" altLang="ko-KR" sz="1200">
                <a:latin typeface="Consolas" panose="020B0609020204030204" pitchFamily="49" charset="0"/>
              </a:rPr>
              <a:t>m</a:t>
            </a:r>
            <a:r>
              <a:rPr lang="en-US" altLang="ko-KR" sz="1200"/>
              <a:t>-</a:t>
            </a:r>
            <a:r>
              <a:rPr lang="en-US" altLang="ko-KR" sz="1200" err="1"/>
              <a:t>th</a:t>
            </a:r>
            <a:r>
              <a:rPr lang="en-US" altLang="ko-KR" sz="1200"/>
              <a:t> iteration in </a:t>
            </a:r>
            <a:r>
              <a:rPr lang="en-US" altLang="ko-KR" sz="1200">
                <a:latin typeface="Consolas" panose="020B0609020204030204" pitchFamily="49" charset="0"/>
              </a:rPr>
              <a:t>range(self._</a:t>
            </a:r>
            <a:r>
              <a:rPr lang="en-US" altLang="ko-KR" sz="1200" err="1">
                <a:latin typeface="Consolas" panose="020B0609020204030204" pitchFamily="49" charset="0"/>
              </a:rPr>
              <a:t>numSample</a:t>
            </a:r>
            <a:r>
              <a:rPr lang="en-US" altLang="ko-KR" sz="1200">
                <a:latin typeface="Consolas" panose="020B0609020204030204" pitchFamily="49" charset="0"/>
              </a:rPr>
              <a:t>)</a:t>
            </a:r>
            <a:r>
              <a:rPr lang="en-US" altLang="ko-KR" sz="1200"/>
              <a:t>:</a:t>
            </a:r>
          </a:p>
          <a:p>
            <a:pPr marL="1331188" lvl="4" indent="-287338" eaLnBrk="1" hangingPunct="1"/>
            <a:r>
              <a:rPr lang="en-US" altLang="ko-KR" sz="1400"/>
              <a:t>generate a random initial solution and evaluate (= </a:t>
            </a:r>
            <a:r>
              <a:rPr lang="en-US" altLang="ko-KR" sz="1400">
                <a:latin typeface="Consolas" panose="020B0609020204030204" pitchFamily="49" charset="0"/>
              </a:rPr>
              <a:t>v0</a:t>
            </a:r>
            <a:r>
              <a:rPr lang="en-US" altLang="ko-KR" sz="1400"/>
              <a:t>)</a:t>
            </a:r>
          </a:p>
          <a:p>
            <a:pPr marL="1331188" lvl="4" indent="-287338" eaLnBrk="1" hangingPunct="1"/>
            <a:r>
              <a:rPr lang="en-US" altLang="ko-KR" sz="1400"/>
              <a:t>generate a random mutation and evaluate (= </a:t>
            </a:r>
            <a:r>
              <a:rPr lang="en-US" altLang="ko-KR" sz="1400">
                <a:latin typeface="Consolas" panose="020B0609020204030204" pitchFamily="49" charset="0"/>
              </a:rPr>
              <a:t>v1</a:t>
            </a:r>
            <a:r>
              <a:rPr lang="en-US" altLang="ko-KR" sz="1400"/>
              <a:t>)</a:t>
            </a:r>
          </a:p>
          <a:p>
            <a:pPr marL="1331188" lvl="4" indent="-287338" eaLnBrk="1" hangingPunct="1"/>
            <a:r>
              <a:rPr lang="en-US" altLang="ko-KR" sz="1400"/>
              <a:t>calc </a:t>
            </a:r>
            <a:r>
              <a:rPr lang="en-US" altLang="ko-KR" sz="1400">
                <a:latin typeface="Consolas" panose="020B0609020204030204" pitchFamily="49" charset="0"/>
              </a:rPr>
              <a:t>diffs(m) = abs(v1-v0)</a:t>
            </a:r>
          </a:p>
          <a:p>
            <a:pPr marL="1079188" lvl="3" indent="-287338" eaLnBrk="1" hangingPunct="1"/>
            <a:r>
              <a:rPr lang="en-US" altLang="ko-KR" sz="1400"/>
              <a:t>Calculates the average </a:t>
            </a:r>
            <a:r>
              <a:rPr lang="en-US" altLang="ko-KR" sz="1400" b="1" err="1">
                <a:latin typeface="Courier New" panose="02070309020205020404" pitchFamily="49" charset="0"/>
              </a:rPr>
              <a:t>dE</a:t>
            </a:r>
            <a:r>
              <a:rPr lang="en-US" altLang="ko-KR" sz="1400"/>
              <a:t> of their differences</a:t>
            </a:r>
          </a:p>
          <a:p>
            <a:pPr marL="1331188" lvl="4" indent="-287338" eaLnBrk="1" hangingPunct="1"/>
            <a:r>
              <a:rPr lang="en-US" altLang="ko-KR" sz="1400" err="1">
                <a:latin typeface="Consolas" panose="020B0609020204030204" pitchFamily="49" charset="0"/>
              </a:rPr>
              <a:t>dE</a:t>
            </a:r>
            <a:r>
              <a:rPr lang="en-US" altLang="ko-KR" sz="1400">
                <a:latin typeface="Consolas" panose="020B0609020204030204" pitchFamily="49" charset="0"/>
              </a:rPr>
              <a:t> = sum( diffs ) / self._</a:t>
            </a:r>
            <a:r>
              <a:rPr lang="en-US" altLang="ko-KR" sz="1400" err="1">
                <a:latin typeface="Consolas" panose="020B0609020204030204" pitchFamily="49" charset="0"/>
              </a:rPr>
              <a:t>numSample</a:t>
            </a:r>
            <a:endParaRPr lang="en-US" altLang="ko-KR" sz="1400">
              <a:latin typeface="Consolas" panose="020B0609020204030204" pitchFamily="49" charset="0"/>
            </a:endParaRPr>
          </a:p>
          <a:p>
            <a:pPr marL="1079188" lvl="3" indent="-287338" eaLnBrk="1" hangingPunct="1"/>
            <a:r>
              <a:rPr lang="en-US" altLang="ko-KR" sz="1400">
                <a:latin typeface="Consolas" panose="020B0609020204030204" pitchFamily="49" charset="0"/>
              </a:rPr>
              <a:t>return t = </a:t>
            </a:r>
            <a:r>
              <a:rPr lang="en-US" altLang="ko-KR" sz="1400" err="1">
                <a:latin typeface="Consolas" panose="020B0609020204030204" pitchFamily="49" charset="0"/>
              </a:rPr>
              <a:t>dE</a:t>
            </a:r>
            <a:r>
              <a:rPr lang="en-US" altLang="ko-KR" sz="1400">
                <a:latin typeface="Consolas" panose="020B0609020204030204" pitchFamily="49" charset="0"/>
              </a:rPr>
              <a:t> / math.log(2) </a:t>
            </a:r>
            <a:r>
              <a:rPr lang="en-US" altLang="ko-KR" sz="1200">
                <a:solidFill>
                  <a:srgbClr val="0033CC"/>
                </a:solidFill>
                <a:latin typeface="Consolas" panose="020B0609020204030204" pitchFamily="49" charset="0"/>
                <a:ea typeface="나눔스퀘어_ac" panose="020B0600000101010101" pitchFamily="50" charset="-127"/>
              </a:rPr>
              <a:t># Initial Temperature Setting. Why is it this way? (</a:t>
            </a:r>
            <a:r>
              <a:rPr lang="en-US" altLang="ko-KR" sz="1200" i="1">
                <a:solidFill>
                  <a:srgbClr val="0033CC"/>
                </a:solidFill>
                <a:latin typeface="Consolas" panose="020B0609020204030204" pitchFamily="49" charset="0"/>
                <a:ea typeface="나눔스퀘어_ac" panose="020B0600000101010101" pitchFamily="50" charset="-127"/>
              </a:rPr>
              <a:t>Next Page)</a:t>
            </a:r>
            <a:endParaRPr lang="en-US" altLang="ko-KR" sz="1400" i="1">
              <a:solidFill>
                <a:srgbClr val="0033CC"/>
              </a:solidFill>
              <a:latin typeface="Consolas" panose="020B0609020204030204" pitchFamily="49" charset="0"/>
              <a:ea typeface="나눔스퀘어_ac" panose="020B0600000101010101" pitchFamily="50" charset="-127"/>
            </a:endParaRPr>
          </a:p>
          <a:p>
            <a:pPr marL="287338" indent="-287338" eaLnBrk="1" hangingPunct="1"/>
            <a:endParaRPr lang="en-US" altLang="ko-KR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D08FC1AB-6AA7-23A4-DF2C-D571C9EB40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>
                <a:solidFill>
                  <a:srgbClr val="800080"/>
                </a:solidFill>
              </a:rPr>
              <a:t>Simulated Annealing (</a:t>
            </a:r>
            <a:r>
              <a:rPr lang="en-US" altLang="ko-KR" sz="2400" err="1">
                <a:solidFill>
                  <a:srgbClr val="800080"/>
                </a:solidFill>
              </a:rPr>
              <a:t>SimulatedAnnealing</a:t>
            </a:r>
            <a:r>
              <a:rPr lang="en-US" altLang="ko-KR" sz="2400">
                <a:solidFill>
                  <a:srgbClr val="800080"/>
                </a:solidFill>
              </a:rPr>
              <a:t> Class)</a:t>
            </a:r>
            <a:endParaRPr lang="en-US" altLang="ko-KR" sz="2400">
              <a:solidFill>
                <a:srgbClr val="D7ADD9"/>
              </a:solidFill>
            </a:endParaRPr>
          </a:p>
        </p:txBody>
      </p:sp>
      <p:sp>
        <p:nvSpPr>
          <p:cNvPr id="39941" name="슬라이드 번호 개체 틀 8">
            <a:extLst>
              <a:ext uri="{FF2B5EF4-FFF2-40B4-BE49-F238E27FC236}">
                <a16:creationId xmlns:a16="http://schemas.microsoft.com/office/drawing/2014/main" id="{FE9C7DC4-A8DC-8B8D-93A6-B103D73C028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>
                <a:solidFill>
                  <a:srgbClr val="898989"/>
                </a:solidFill>
                <a:latin typeface="Book Antiqua" panose="02040602050305030304" pitchFamily="18" charset="0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23915135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9938" name="Rectangle 3">
                <a:extLst>
                  <a:ext uri="{FF2B5EF4-FFF2-40B4-BE49-F238E27FC236}">
                    <a16:creationId xmlns:a16="http://schemas.microsoft.com/office/drawing/2014/main" id="{34621378-8899-C9FD-6B07-38CA55CFE1C2}"/>
                  </a:ext>
                </a:extLst>
              </p:cNvPr>
              <p:cNvSpPr>
                <a:spLocks noGrp="1" noChangeAspect="1" noChangeArrowheads="1"/>
              </p:cNvSpPr>
              <p:nvPr>
                <p:ph idx="1"/>
              </p:nvPr>
            </p:nvSpPr>
            <p:spPr>
              <a:xfrm>
                <a:off x="457200" y="981075"/>
                <a:ext cx="8229600" cy="5256213"/>
              </a:xfrm>
            </p:spPr>
            <p:txBody>
              <a:bodyPr/>
              <a:lstStyle/>
              <a:p>
                <a:pPr marL="287338" indent="-287338" eaLnBrk="1" hangingPunct="1"/>
                <a:r>
                  <a:rPr lang="en-US" altLang="ko-KR" sz="1800" b="1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initTemp</a:t>
                </a:r>
                <a:r>
                  <a:rPr lang="en-US" altLang="ko-KR" sz="1800" b="1">
                    <a:latin typeface="Courier New" panose="02070309020205020404" pitchFamily="49" charset="0"/>
                    <a:cs typeface="Courier New" panose="02070309020205020404" pitchFamily="49" charset="0"/>
                  </a:rPr>
                  <a:t>(self, p)</a:t>
                </a:r>
                <a:r>
                  <a:rPr lang="en-US" altLang="ko-KR">
                    <a:cs typeface="Courier New" panose="02070309020205020404" pitchFamily="49" charset="0"/>
                  </a:rPr>
                  <a:t>:</a:t>
                </a:r>
              </a:p>
              <a:p>
                <a:pPr marL="611188" lvl="1" indent="-287338" eaLnBrk="1" hangingPunct="1"/>
                <a:r>
                  <a:rPr lang="en-US" altLang="ko-KR" sz="1600"/>
                  <a:t>Find the temperature </a:t>
                </a:r>
                <a:r>
                  <a:rPr lang="en-US" altLang="ko-KR" sz="1600" b="1"/>
                  <a:t>T</a:t>
                </a:r>
                <a:r>
                  <a:rPr lang="en-US" altLang="ko-KR" sz="1600"/>
                  <a:t> at which the probability of selecting a </a:t>
                </a:r>
                <a:r>
                  <a:rPr lang="en-US" altLang="ko-KR" sz="1600" b="1"/>
                  <a:t>bad solution</a:t>
                </a:r>
                <a:r>
                  <a:rPr lang="en-US" altLang="ko-KR" sz="1600"/>
                  <a:t> becomes </a:t>
                </a:r>
                <a:r>
                  <a:rPr lang="en-US" altLang="ko-KR" sz="1600" b="1"/>
                  <a:t>0.5</a:t>
                </a:r>
                <a:r>
                  <a:rPr lang="en-US" altLang="ko-KR" sz="1600"/>
                  <a:t>. </a:t>
                </a:r>
                <a:endParaRPr lang="en-US" altLang="ko-KR" sz="1600">
                  <a:latin typeface="나눔스퀘어_ac" panose="020B0600000101010101" pitchFamily="50" charset="-127"/>
                  <a:ea typeface="나눔스퀘어_ac" panose="020B0600000101010101" pitchFamily="50" charset="-127"/>
                  <a:cs typeface="Courier New" panose="02070309020205020404" pitchFamily="49" charset="0"/>
                </a:endParaRPr>
              </a:p>
              <a:p>
                <a:pPr marL="611188" lvl="1" indent="-287338" eaLnBrk="1" hangingPunct="1"/>
                <a:r>
                  <a:rPr lang="en-US" altLang="ko-KR" sz="1600"/>
                  <a:t>Probability of selecting a bad</a:t>
                </a:r>
                <a:r>
                  <a:rPr lang="en-US" altLang="ko-KR" sz="1600" b="1"/>
                  <a:t> </a:t>
                </a:r>
                <a:r>
                  <a:rPr lang="en-US" altLang="ko-KR" sz="1600" b="1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soln</a:t>
                </a:r>
                <a:r>
                  <a:rPr lang="en-US" altLang="ko-KR" sz="1600"/>
                  <a:t> (solution)</a:t>
                </a:r>
                <a:r>
                  <a:rPr lang="ko-KR" altLang="en-US" sz="1600"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 </a:t>
                </a:r>
                <a:r>
                  <a:rPr lang="en-US" altLang="ko-KR" sz="160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i="1" dirty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altLang="ko-KR" sz="1600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sz="16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i="1" dirty="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en-US" altLang="ko-KR" sz="16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ko-KR" sz="1600" i="1" dirty="0">
                            <a:latin typeface="Cambria Math" panose="02040503050406030204" pitchFamily="18" charset="0"/>
                          </a:rPr>
                          <m:t>dE</m:t>
                        </m:r>
                        <m:r>
                          <a:rPr lang="en-US" altLang="ko-KR" sz="1600" i="1" dirty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US" altLang="ko-KR" sz="1600" i="1" dirty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</m:oMath>
                </a14:m>
                <a:endParaRPr lang="en-US" altLang="ko-KR" sz="1600"/>
              </a:p>
              <a:p>
                <a:pPr marL="611338" lvl="1" indent="-287338" eaLnBrk="1" hangingPunct="1"/>
                <a:r>
                  <a:rPr lang="en-US" altLang="ko-KR" sz="1600"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Find</a:t>
                </a:r>
                <a:r>
                  <a:rPr lang="ko-KR" altLang="en-US" sz="1600"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 </a:t>
                </a:r>
                <a:r>
                  <a:rPr lang="en-US" altLang="ko-KR" sz="1600" b="1"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T</a:t>
                </a:r>
                <a:r>
                  <a:rPr lang="en-US" altLang="ko-KR" sz="1600"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 where </a:t>
                </a:r>
                <a:r>
                  <a:rPr lang="en-US" altLang="ko-KR" sz="1600" b="1"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p=0.5</a:t>
                </a:r>
              </a:p>
              <a:p>
                <a:pPr marL="899338" lvl="2" indent="-287338" eaLnBrk="1" hangingPunct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i="1" dirty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altLang="ko-KR" sz="16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6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6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1600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ko-KR" sz="1600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sz="16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i="1" dirty="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en-US" altLang="ko-KR" sz="16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ko-KR" sz="1600" i="1" dirty="0">
                            <a:latin typeface="Cambria Math" panose="02040503050406030204" pitchFamily="18" charset="0"/>
                          </a:rPr>
                          <m:t>dE</m:t>
                        </m:r>
                        <m:r>
                          <a:rPr lang="en-US" altLang="ko-KR" sz="1600" i="1" dirty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US" altLang="ko-KR" sz="1600" i="1" dirty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</m:oMath>
                </a14:m>
                <a:endParaRPr lang="en-US" altLang="ko-KR" sz="1600"/>
              </a:p>
              <a:p>
                <a:pPr marL="899338" lvl="2" indent="-287338" eaLnBrk="1" hangingPunct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i="1" dirty="0">
                        <a:latin typeface="Cambria Math" panose="02040503050406030204" pitchFamily="18" charset="0"/>
                      </a:rPr>
                      <m:t>log</m:t>
                    </m:r>
                    <m:d>
                      <m:dPr>
                        <m:ctrlPr>
                          <a:rPr lang="en-US" altLang="ko-KR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16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6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sz="16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altLang="ko-KR" sz="1600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1600" i="1" dirty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altLang="ko-KR" sz="1600" b="0" i="1" dirty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ko-KR" sz="16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i="1" dirty="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en-US" altLang="ko-KR" sz="16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ko-KR" sz="1600" i="1" dirty="0">
                            <a:latin typeface="Cambria Math" panose="02040503050406030204" pitchFamily="18" charset="0"/>
                          </a:rPr>
                          <m:t>dE</m:t>
                        </m:r>
                        <m:r>
                          <a:rPr lang="en-US" altLang="ko-KR" sz="1600" i="1" dirty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US" altLang="ko-KR" sz="1600" i="1" dirty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en-US" altLang="ko-KR" sz="1600" i="1" dirty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ko-KR" sz="16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ko-KR" sz="1600" i="1" dirty="0">
                            <a:latin typeface="Cambria Math" panose="02040503050406030204" pitchFamily="18" charset="0"/>
                          </a:rPr>
                          <m:t>dE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ko-KR" sz="1600" i="1" dirty="0">
                            <a:latin typeface="Cambria Math" panose="02040503050406030204" pitchFamily="18" charset="0"/>
                          </a:rPr>
                          <m:t>T</m:t>
                        </m:r>
                      </m:den>
                    </m:f>
                  </m:oMath>
                </a14:m>
                <a:endParaRPr lang="en-US" altLang="ko-KR" sz="1600"/>
              </a:p>
              <a:p>
                <a:pPr marL="899338" lvl="2" indent="-287338" eaLnBrk="1" hangingPunct="1"/>
                <a14:m>
                  <m:oMath xmlns:m="http://schemas.openxmlformats.org/officeDocument/2006/math">
                    <m:r>
                      <a:rPr lang="en-US" altLang="ko-KR" sz="1600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altLang="ko-KR" sz="1600" dirty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altLang="ko-KR" sz="1600" dirty="0">
                        <a:latin typeface="Cambria Math" panose="02040503050406030204" pitchFamily="18" charset="0"/>
                      </a:rPr>
                      <m:t>(2)=</m:t>
                    </m:r>
                    <m:r>
                      <a:rPr lang="en-US" altLang="ko-KR" sz="1600" i="1" dirty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ko-KR" sz="16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ko-KR" sz="1600" i="1" dirty="0">
                            <a:latin typeface="Cambria Math" panose="02040503050406030204" pitchFamily="18" charset="0"/>
                          </a:rPr>
                          <m:t>dE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ko-KR" sz="1600" i="1" dirty="0">
                            <a:latin typeface="Cambria Math" panose="02040503050406030204" pitchFamily="18" charset="0"/>
                          </a:rPr>
                          <m:t>T</m:t>
                        </m:r>
                      </m:den>
                    </m:f>
                  </m:oMath>
                </a14:m>
                <a:endParaRPr lang="en-US" altLang="ko-KR" sz="1600"/>
              </a:p>
              <a:p>
                <a:pPr marL="899338" lvl="2" indent="-287338" eaLnBrk="1" hangingPunct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i="1" dirty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altLang="ko-KR" sz="1600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6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ko-KR" sz="1600" i="1" dirty="0">
                            <a:latin typeface="Cambria Math" panose="02040503050406030204" pitchFamily="18" charset="0"/>
                          </a:rPr>
                          <m:t>dE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ko-KR" sz="1600" dirty="0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altLang="ko-KR" sz="1600" dirty="0">
                            <a:latin typeface="Cambria Math" panose="02040503050406030204" pitchFamily="18" charset="0"/>
                          </a:rPr>
                          <m:t>(2)</m:t>
                        </m:r>
                      </m:den>
                    </m:f>
                  </m:oMath>
                </a14:m>
                <a:endParaRPr lang="en-US" altLang="ko-KR" sz="1600"/>
              </a:p>
              <a:p>
                <a:pPr marL="899338" lvl="2" indent="-287338" eaLnBrk="1" hangingPunct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i="0" dirty="0" smtClean="0">
                        <a:latin typeface="Cambria Math" panose="02040503050406030204" pitchFamily="18" charset="0"/>
                      </a:rPr>
                      <m:t>dE</m:t>
                    </m:r>
                  </m:oMath>
                </a14:m>
                <a:r>
                  <a:rPr lang="en-US" altLang="ko-KR" sz="1600"/>
                  <a:t> = </a:t>
                </a:r>
                <a:r>
                  <a:rPr lang="en-US" altLang="ko-KR" sz="1600">
                    <a:ea typeface="나눔스퀘어_ac" panose="020B0600000101010101" pitchFamily="50" charset="-127"/>
                  </a:rPr>
                  <a:t>The difference in value calculated </a:t>
                </a:r>
                <a:r>
                  <a:rPr lang="en-US" altLang="ko-KR" sz="1600" err="1">
                    <a:ea typeface="나눔스퀘어_ac" panose="020B0600000101010101" pitchFamily="50" charset="-127"/>
                  </a:rPr>
                  <a:t>probabilitstically</a:t>
                </a:r>
                <a:endParaRPr lang="en-US" altLang="ko-KR" sz="1600">
                  <a:latin typeface="나눔스퀘어_ac" panose="020B0600000101010101" pitchFamily="50" charset="-127"/>
                  <a:ea typeface="나눔스퀘어_ac" panose="020B0600000101010101" pitchFamily="50" charset="-127"/>
                </a:endParaRPr>
              </a:p>
              <a:p>
                <a:pPr marL="899338" lvl="2" indent="-287338" eaLnBrk="1" hangingPunct="1"/>
                <a:endParaRPr lang="en-US" altLang="ko-KR" sz="1600"/>
              </a:p>
            </p:txBody>
          </p:sp>
        </mc:Choice>
        <mc:Fallback>
          <p:sp>
            <p:nvSpPr>
              <p:cNvPr id="39938" name="Rectangle 3">
                <a:extLst>
                  <a:ext uri="{FF2B5EF4-FFF2-40B4-BE49-F238E27FC236}">
                    <a16:creationId xmlns:a16="http://schemas.microsoft.com/office/drawing/2014/main" id="{34621378-8899-C9FD-6B07-38CA55CFE1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81075"/>
                <a:ext cx="8229600" cy="5256213"/>
              </a:xfrm>
              <a:blipFill>
                <a:blip r:embed="rId3"/>
                <a:stretch>
                  <a:fillRect l="-444" t="-1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939" name="Rectangle 2">
            <a:extLst>
              <a:ext uri="{FF2B5EF4-FFF2-40B4-BE49-F238E27FC236}">
                <a16:creationId xmlns:a16="http://schemas.microsoft.com/office/drawing/2014/main" id="{485E7F45-4D5B-F62E-62F6-3015AF0C37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>
                <a:solidFill>
                  <a:srgbClr val="800080"/>
                </a:solidFill>
              </a:rPr>
              <a:t>Simulated Annealing (</a:t>
            </a:r>
            <a:r>
              <a:rPr lang="en-US" altLang="ko-KR" sz="2400" err="1">
                <a:solidFill>
                  <a:srgbClr val="800080"/>
                </a:solidFill>
              </a:rPr>
              <a:t>SimulatedAnnealing</a:t>
            </a:r>
            <a:r>
              <a:rPr lang="en-US" altLang="ko-KR" sz="2400">
                <a:solidFill>
                  <a:srgbClr val="800080"/>
                </a:solidFill>
              </a:rPr>
              <a:t> Class)</a:t>
            </a:r>
            <a:endParaRPr lang="en-US" altLang="ko-KR" sz="2400">
              <a:solidFill>
                <a:srgbClr val="D7ADD9"/>
              </a:solidFill>
            </a:endParaRPr>
          </a:p>
        </p:txBody>
      </p:sp>
      <p:sp>
        <p:nvSpPr>
          <p:cNvPr id="39941" name="슬라이드 번호 개체 틀 8">
            <a:extLst>
              <a:ext uri="{FF2B5EF4-FFF2-40B4-BE49-F238E27FC236}">
                <a16:creationId xmlns:a16="http://schemas.microsoft.com/office/drawing/2014/main" id="{F7DB5CED-44AE-70D2-9D6E-A43FE6CA281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>
                <a:solidFill>
                  <a:srgbClr val="898989"/>
                </a:solidFill>
                <a:latin typeface="Book Antiqua" panose="02040602050305030304" pitchFamily="18" charset="0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8109398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9938" name="Rectangle 3">
                <a:extLst>
                  <a:ext uri="{FF2B5EF4-FFF2-40B4-BE49-F238E27FC236}">
                    <a16:creationId xmlns:a16="http://schemas.microsoft.com/office/drawing/2014/main" id="{34621378-8899-C9FD-6B07-38CA55CFE1C2}"/>
                  </a:ext>
                </a:extLst>
              </p:cNvPr>
              <p:cNvSpPr>
                <a:spLocks noGrp="1" noChangeAspect="1" noChangeArrowheads="1"/>
              </p:cNvSpPr>
              <p:nvPr>
                <p:ph idx="1"/>
              </p:nvPr>
            </p:nvSpPr>
            <p:spPr>
              <a:xfrm>
                <a:off x="457200" y="981075"/>
                <a:ext cx="8229600" cy="5256213"/>
              </a:xfrm>
            </p:spPr>
            <p:txBody>
              <a:bodyPr/>
              <a:lstStyle/>
              <a:p>
                <a:pPr marL="287338" indent="-287338" eaLnBrk="1" hangingPunct="1"/>
                <a:r>
                  <a:rPr lang="en-US" altLang="ko-KR" sz="1800" b="1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initTemp</a:t>
                </a:r>
                <a:r>
                  <a:rPr lang="en-US" altLang="ko-KR" sz="1800" b="1">
                    <a:latin typeface="Courier New" panose="02070309020205020404" pitchFamily="49" charset="0"/>
                    <a:cs typeface="Courier New" panose="02070309020205020404" pitchFamily="49" charset="0"/>
                  </a:rPr>
                  <a:t>(self, p)</a:t>
                </a:r>
                <a:r>
                  <a:rPr lang="en-US" altLang="ko-KR">
                    <a:cs typeface="Courier New" panose="02070309020205020404" pitchFamily="49" charset="0"/>
                  </a:rPr>
                  <a:t>:</a:t>
                </a:r>
              </a:p>
              <a:p>
                <a:pPr marL="611188" lvl="1" indent="-287338" eaLnBrk="1" hangingPunct="1"/>
                <a:r>
                  <a:rPr lang="en-US" altLang="ko-KR" sz="1600" b="1">
                    <a:latin typeface="나눔스퀘어_ac" panose="020B0600000101010101" pitchFamily="50" charset="-127"/>
                    <a:ea typeface="나눔스퀘어_ac" panose="020B0600000101010101" pitchFamily="50" charset="-127"/>
                    <a:cs typeface="Courier New" panose="02070309020205020404" pitchFamily="49" charset="0"/>
                  </a:rPr>
                  <a:t>Summary of Operation</a:t>
                </a:r>
                <a:r>
                  <a:rPr lang="en-US" altLang="ko-KR" sz="1600">
                    <a:latin typeface="나눔스퀘어_ac" panose="020B0600000101010101" pitchFamily="50" charset="-127"/>
                    <a:ea typeface="나눔스퀘어_ac" panose="020B0600000101010101" pitchFamily="50" charset="-127"/>
                    <a:cs typeface="Courier New" panose="02070309020205020404" pitchFamily="49" charset="0"/>
                  </a:rPr>
                  <a:t>: Find the initial temperature </a:t>
                </a:r>
                <a:r>
                  <a:rPr lang="en-US" altLang="ko-KR" sz="1600" b="1">
                    <a:latin typeface="Consolas" panose="020B0609020204030204" pitchFamily="49" charset="0"/>
                    <a:ea typeface="나눔스퀘어_ac" panose="020B0600000101010101" pitchFamily="50" charset="-127"/>
                    <a:cs typeface="Courier New" panose="02070309020205020404" pitchFamily="49" charset="0"/>
                  </a:rPr>
                  <a:t>t</a:t>
                </a:r>
                <a:r>
                  <a:rPr lang="en-US" altLang="ko-KR" sz="1600">
                    <a:latin typeface="나눔스퀘어_ac" panose="020B0600000101010101" pitchFamily="50" charset="-127"/>
                    <a:ea typeface="나눔스퀘어_ac" panose="020B0600000101010101" pitchFamily="50" charset="-127"/>
                    <a:cs typeface="Courier New" panose="02070309020205020404" pitchFamily="49" charset="0"/>
                  </a:rPr>
                  <a:t> at which the probability of selecting a bad solution becomes 0.5.</a:t>
                </a:r>
              </a:p>
              <a:p>
                <a:pPr marL="899188" lvl="2" indent="-287338" eaLnBrk="1" hangingPunct="1"/>
                <a:r>
                  <a:rPr lang="en-US" altLang="ko-KR" sz="1600"/>
                  <a:t>Repeat for </a:t>
                </a:r>
                <a:r>
                  <a:rPr lang="en-US" altLang="ko-KR" sz="1600" err="1">
                    <a:latin typeface="Consolas" panose="020B0609020204030204" pitchFamily="49" charset="0"/>
                    <a:cs typeface="Courier New" panose="02070309020205020404" pitchFamily="49" charset="0"/>
                  </a:rPr>
                  <a:t>numSample</a:t>
                </a:r>
                <a:r>
                  <a:rPr lang="en-US" altLang="ko-KR" sz="1600">
                    <a:cs typeface="Courier New" panose="02070309020205020404" pitchFamily="49" charset="0"/>
                  </a:rPr>
                  <a:t> </a:t>
                </a:r>
                <a:r>
                  <a:rPr lang="en-US" altLang="ko-KR" sz="1600">
                    <a:latin typeface="나눔스퀘어_ac" panose="020B0600000101010101" pitchFamily="50" charset="-127"/>
                    <a:ea typeface="나눔스퀘어_ac" panose="020B0600000101010101" pitchFamily="50" charset="-127"/>
                    <a:cs typeface="Courier New" panose="02070309020205020404" pitchFamily="49" charset="0"/>
                  </a:rPr>
                  <a:t>times</a:t>
                </a:r>
              </a:p>
              <a:p>
                <a:pPr marL="1079188" lvl="3" indent="-287338" eaLnBrk="1" hangingPunct="1"/>
                <a:r>
                  <a:rPr lang="en-US" altLang="ko-KR" sz="1400">
                    <a:latin typeface="나눔스퀘어_ac" panose="020B0600000101010101" pitchFamily="50" charset="-127"/>
                    <a:ea typeface="나눔스퀘어_ac" panose="020B0600000101010101" pitchFamily="50" charset="-127"/>
                    <a:cs typeface="Courier New" panose="02070309020205020404" pitchFamily="49" charset="0"/>
                  </a:rPr>
                  <a:t>Generate a random solution </a:t>
                </a:r>
                <a14:m>
                  <m:oMath xmlns:m="http://schemas.openxmlformats.org/officeDocument/2006/math">
                    <m:r>
                      <a:rPr lang="en-US" altLang="ko-KR" sz="1400" i="1" dirty="0" smtClean="0">
                        <a:latin typeface="Cambria Math" panose="02040503050406030204" pitchFamily="18" charset="0"/>
                        <a:ea typeface="나눔스퀘어_ac" panose="020B0600000101010101" pitchFamily="50" charset="-127"/>
                        <a:cs typeface="Courier New" panose="02070309020205020404" pitchFamily="49" charset="0"/>
                      </a:rPr>
                      <m:t>𝑐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  <a:ea typeface="나눔스퀘어_ac" panose="020B0600000101010101" pitchFamily="50" charset="-127"/>
                        <a:cs typeface="Courier New" panose="02070309020205020404" pitchFamily="49" charset="0"/>
                      </a:rPr>
                      <m:t>0</m:t>
                    </m:r>
                  </m:oMath>
                </a14:m>
                <a:r>
                  <a:rPr lang="en-US" altLang="ko-KR" sz="1400">
                    <a:latin typeface="나눔스퀘어_ac" panose="020B0600000101010101" pitchFamily="50" charset="-127"/>
                    <a:ea typeface="나눔스퀘어_ac" panose="020B0600000101010101" pitchFamily="50" charset="-127"/>
                    <a:cs typeface="Courier New" panose="02070309020205020404" pitchFamily="49" charset="0"/>
                  </a:rPr>
                  <a:t> and one random mutant (next solution) </a:t>
                </a:r>
                <a14:m>
                  <m:oMath xmlns:m="http://schemas.openxmlformats.org/officeDocument/2006/math">
                    <m:r>
                      <a:rPr lang="en-US" altLang="ko-KR" sz="1400" i="1" dirty="0" smtClean="0">
                        <a:latin typeface="Cambria Math" panose="02040503050406030204" pitchFamily="18" charset="0"/>
                        <a:ea typeface="나눔스퀘어_ac" panose="020B0600000101010101" pitchFamily="50" charset="-127"/>
                        <a:cs typeface="Courier New" panose="02070309020205020404" pitchFamily="49" charset="0"/>
                      </a:rPr>
                      <m:t>𝑐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  <a:ea typeface="나눔스퀘어_ac" panose="020B0600000101010101" pitchFamily="50" charset="-127"/>
                        <a:cs typeface="Courier New" panose="02070309020205020404" pitchFamily="49" charset="0"/>
                      </a:rPr>
                      <m:t>1</m:t>
                    </m:r>
                  </m:oMath>
                </a14:m>
                <a:r>
                  <a:rPr lang="en-US" altLang="ko-KR" sz="1400">
                    <a:latin typeface="나눔스퀘어_ac" panose="020B0600000101010101" pitchFamily="50" charset="-127"/>
                    <a:ea typeface="나눔스퀘어_ac" panose="020B0600000101010101" pitchFamily="50" charset="-127"/>
                    <a:cs typeface="Courier New" panose="02070309020205020404" pitchFamily="49" charset="0"/>
                  </a:rPr>
                  <a:t> from it.</a:t>
                </a:r>
              </a:p>
              <a:p>
                <a:pPr marL="1079188" lvl="3" indent="-287338" eaLnBrk="1" hangingPunct="1"/>
                <a:r>
                  <a:rPr lang="en-US" altLang="ko-KR" sz="1400">
                    <a:latin typeface="나눔스퀘어_ac" panose="020B0600000101010101" pitchFamily="50" charset="-127"/>
                    <a:ea typeface="나눔스퀘어_ac" panose="020B0600000101010101" pitchFamily="50" charset="-127"/>
                    <a:cs typeface="Courier New" panose="02070309020205020404" pitchFamily="49" charset="0"/>
                  </a:rPr>
                  <a:t>Calculate the </a:t>
                </a:r>
                <a:r>
                  <a:rPr lang="en-US" altLang="ko-KR" sz="1400" u="sng">
                    <a:latin typeface="나눔스퀘어_ac" panose="020B0600000101010101" pitchFamily="50" charset="-127"/>
                    <a:ea typeface="나눔스퀘어_ac" panose="020B0600000101010101" pitchFamily="50" charset="-127"/>
                    <a:cs typeface="Courier New" panose="02070309020205020404" pitchFamily="49" charset="0"/>
                  </a:rPr>
                  <a:t>obj value </a:t>
                </a:r>
                <a14:m>
                  <m:oMath xmlns:m="http://schemas.openxmlformats.org/officeDocument/2006/math">
                    <m:r>
                      <a:rPr lang="en-US" altLang="ko-KR" sz="1400" i="1" dirty="0" smtClean="0">
                        <a:latin typeface="Cambria Math" panose="02040503050406030204" pitchFamily="18" charset="0"/>
                        <a:ea typeface="나눔스퀘어_ac" panose="020B0600000101010101" pitchFamily="50" charset="-127"/>
                        <a:cs typeface="Courier New" panose="02070309020205020404" pitchFamily="49" charset="0"/>
                      </a:rPr>
                      <m:t>𝑣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  <a:ea typeface="나눔스퀘어_ac" panose="020B0600000101010101" pitchFamily="50" charset="-127"/>
                        <a:cs typeface="Courier New" panose="02070309020205020404" pitchFamily="49" charset="0"/>
                      </a:rPr>
                      <m:t>0</m:t>
                    </m:r>
                  </m:oMath>
                </a14:m>
                <a:r>
                  <a:rPr lang="en-US" altLang="ko-KR" sz="1400">
                    <a:latin typeface="나눔스퀘어_ac" panose="020B0600000101010101" pitchFamily="50" charset="-127"/>
                    <a:ea typeface="나눔스퀘어_ac" panose="020B0600000101010101" pitchFamily="50" charset="-127"/>
                    <a:cs typeface="Courier New" panose="02070309020205020404" pitchFamily="49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en-US" altLang="ko-KR" sz="1400" i="1" dirty="0" smtClean="0">
                        <a:latin typeface="Cambria Math" panose="02040503050406030204" pitchFamily="18" charset="0"/>
                        <a:ea typeface="나눔스퀘어_ac" panose="020B0600000101010101" pitchFamily="50" charset="-127"/>
                        <a:cs typeface="Courier New" panose="02070309020205020404" pitchFamily="49" charset="0"/>
                      </a:rPr>
                      <m:t>𝑐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  <a:ea typeface="나눔스퀘어_ac" panose="020B0600000101010101" pitchFamily="50" charset="-127"/>
                        <a:cs typeface="Courier New" panose="02070309020205020404" pitchFamily="49" charset="0"/>
                      </a:rPr>
                      <m:t>0</m:t>
                    </m:r>
                  </m:oMath>
                </a14:m>
                <a:r>
                  <a:rPr lang="en-US" altLang="ko-KR" sz="1400">
                    <a:latin typeface="나눔스퀘어_ac" panose="020B0600000101010101" pitchFamily="50" charset="-127"/>
                    <a:ea typeface="나눔스퀘어_ac" panose="020B0600000101010101" pitchFamily="50" charset="-127"/>
                    <a:cs typeface="Courier New" panose="02070309020205020404" pitchFamily="49" charset="0"/>
                  </a:rPr>
                  <a:t> and the </a:t>
                </a:r>
                <a:r>
                  <a:rPr lang="en-US" altLang="ko-KR" sz="1400" u="sng">
                    <a:latin typeface="나눔스퀘어_ac" panose="020B0600000101010101" pitchFamily="50" charset="-127"/>
                    <a:ea typeface="나눔스퀘어_ac" panose="020B0600000101010101" pitchFamily="50" charset="-127"/>
                    <a:cs typeface="Courier New" panose="02070309020205020404" pitchFamily="49" charset="0"/>
                  </a:rPr>
                  <a:t>obj value</a:t>
                </a:r>
                <a:r>
                  <a:rPr lang="en-US" altLang="ko-KR" sz="1400">
                    <a:latin typeface="나눔스퀘어_ac" panose="020B0600000101010101" pitchFamily="50" charset="-127"/>
                    <a:ea typeface="나눔스퀘어_ac" panose="020B0600000101010101" pitchFamily="50" charset="-127"/>
                    <a:cs typeface="Courier New" panose="020703090202050204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400" i="1" dirty="0" smtClean="0">
                        <a:latin typeface="Cambria Math" panose="02040503050406030204" pitchFamily="18" charset="0"/>
                        <a:ea typeface="나눔스퀘어_ac" panose="020B0600000101010101" pitchFamily="50" charset="-127"/>
                        <a:cs typeface="Courier New" panose="02070309020205020404" pitchFamily="49" charset="0"/>
                      </a:rPr>
                      <m:t>𝑣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  <a:ea typeface="나눔스퀘어_ac" panose="020B0600000101010101" pitchFamily="50" charset="-127"/>
                        <a:cs typeface="Courier New" panose="02070309020205020404" pitchFamily="49" charset="0"/>
                      </a:rPr>
                      <m:t>1</m:t>
                    </m:r>
                  </m:oMath>
                </a14:m>
                <a:r>
                  <a:rPr lang="en-US" altLang="ko-KR" sz="1400">
                    <a:latin typeface="나눔스퀘어_ac" panose="020B0600000101010101" pitchFamily="50" charset="-127"/>
                    <a:ea typeface="나눔스퀘어_ac" panose="020B0600000101010101" pitchFamily="50" charset="-127"/>
                    <a:cs typeface="Courier New" panose="02070309020205020404" pitchFamily="49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en-US" altLang="ko-KR" sz="1400" i="1" dirty="0" smtClean="0">
                        <a:latin typeface="Cambria Math" panose="02040503050406030204" pitchFamily="18" charset="0"/>
                        <a:ea typeface="나눔스퀘어_ac" panose="020B0600000101010101" pitchFamily="50" charset="-127"/>
                        <a:cs typeface="Courier New" panose="02070309020205020404" pitchFamily="49" charset="0"/>
                      </a:rPr>
                      <m:t>𝑐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  <a:ea typeface="나눔스퀘어_ac" panose="020B0600000101010101" pitchFamily="50" charset="-127"/>
                        <a:cs typeface="Courier New" panose="02070309020205020404" pitchFamily="49" charset="0"/>
                      </a:rPr>
                      <m:t>1</m:t>
                    </m:r>
                  </m:oMath>
                </a14:m>
                <a:r>
                  <a:rPr lang="en-US" altLang="ko-KR" sz="1400">
                    <a:latin typeface="나눔스퀘어_ac" panose="020B0600000101010101" pitchFamily="50" charset="-127"/>
                    <a:ea typeface="나눔스퀘어_ac" panose="020B0600000101010101" pitchFamily="50" charset="-127"/>
                    <a:cs typeface="Courier New" panose="02070309020205020404" pitchFamily="49" charset="0"/>
                  </a:rPr>
                  <a:t>.</a:t>
                </a:r>
              </a:p>
              <a:p>
                <a:pPr marL="899188" lvl="2" indent="-287338" eaLnBrk="1" hangingPunct="1"/>
                <a14:m>
                  <m:oMath xmlns:m="http://schemas.openxmlformats.org/officeDocument/2006/math">
                    <m:r>
                      <a:rPr lang="en-US" altLang="ko-KR" sz="1600" i="1" dirty="0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𝑑𝐸</m:t>
                    </m:r>
                    <m:r>
                      <a:rPr lang="en-US" altLang="ko-KR" sz="1600" i="1" dirty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 =</m:t>
                    </m:r>
                  </m:oMath>
                </a14:m>
                <a:r>
                  <a:rPr lang="en-US" altLang="ko-KR" sz="1600">
                    <a:latin typeface="나눔스퀘어_ac" panose="020B0600000101010101" pitchFamily="50" charset="-127"/>
                    <a:ea typeface="나눔스퀘어_ac" panose="020B0600000101010101" pitchFamily="50" charset="-127"/>
                    <a:cs typeface="Courier New" panose="02070309020205020404" pitchFamily="49" charset="0"/>
                  </a:rPr>
                  <a:t> average of </a:t>
                </a:r>
                <a14:m>
                  <m:oMath xmlns:m="http://schemas.openxmlformats.org/officeDocument/2006/math">
                    <m:r>
                      <a:rPr lang="en-US" altLang="ko-KR" sz="1600" i="1" dirty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𝑎𝑏𝑠</m:t>
                    </m:r>
                    <m:r>
                      <a:rPr lang="en-US" altLang="ko-KR" sz="1600" i="1" dirty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(</m:t>
                    </m:r>
                    <m:r>
                      <a:rPr lang="en-US" altLang="ko-KR" sz="1600" i="1" dirty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𝑣</m:t>
                    </m:r>
                    <m:r>
                      <a:rPr lang="en-US" altLang="ko-KR" sz="1600" i="1" dirty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1−</m:t>
                    </m:r>
                    <m:r>
                      <a:rPr lang="en-US" altLang="ko-KR" sz="1600" i="1" dirty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𝑣</m:t>
                    </m:r>
                    <m:r>
                      <a:rPr lang="en-US" altLang="ko-KR" sz="1600" i="1" dirty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0)</m:t>
                    </m:r>
                  </m:oMath>
                </a14:m>
                <a:endParaRPr lang="en-US" altLang="ko-KR" sz="1600">
                  <a:latin typeface="나눔스퀘어_ac" panose="020B0600000101010101" pitchFamily="50" charset="-127"/>
                  <a:ea typeface="나눔스퀘어_ac" panose="020B0600000101010101" pitchFamily="50" charset="-127"/>
                  <a:cs typeface="Courier New" panose="02070309020205020404" pitchFamily="49" charset="0"/>
                </a:endParaRPr>
              </a:p>
              <a:p>
                <a:pPr marL="1079188" lvl="3" indent="-287338" eaLnBrk="1" hangingPunct="1"/>
                <a:r>
                  <a:rPr lang="en-US" altLang="ko-KR" sz="1400">
                    <a:latin typeface="나눔스퀘어_ac" panose="020B0600000101010101" pitchFamily="50" charset="-127"/>
                    <a:ea typeface="나눔스퀘어_ac" panose="020B0600000101010101" pitchFamily="50" charset="-127"/>
                    <a:cs typeface="Courier New" panose="02070309020205020404" pitchFamily="49" charset="0"/>
                  </a:rPr>
                  <a:t>That is,</a:t>
                </a:r>
                <a:r>
                  <a:rPr lang="en-US" altLang="ko-KR" sz="1400">
                    <a:cs typeface="Courier New" panose="020703090202050204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400" i="1" dirty="0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𝑑𝐸</m:t>
                    </m:r>
                  </m:oMath>
                </a14:m>
                <a:r>
                  <a:rPr lang="en-US" altLang="ko-KR" sz="1400">
                    <a:cs typeface="Courier New" panose="02070309020205020404" pitchFamily="49" charset="0"/>
                  </a:rPr>
                  <a:t> </a:t>
                </a:r>
                <a:r>
                  <a:rPr lang="en-US" altLang="ko-KR" sz="1400"/>
                  <a:t>calculates the average difference between </a:t>
                </a:r>
                <a:r>
                  <a:rPr lang="en-US" altLang="ko-KR" sz="1400" b="1"/>
                  <a:t>two objective values</a:t>
                </a:r>
                <a:r>
                  <a:rPr lang="en-US" altLang="ko-KR" sz="1400"/>
                  <a:t>.</a:t>
                </a:r>
                <a:endParaRPr lang="en-US" altLang="ko-KR" sz="1400">
                  <a:latin typeface="나눔스퀘어_ac" panose="020B0600000101010101" pitchFamily="50" charset="-127"/>
                  <a:ea typeface="나눔스퀘어_ac" panose="020B0600000101010101" pitchFamily="50" charset="-127"/>
                  <a:cs typeface="Courier New" panose="02070309020205020404" pitchFamily="49" charset="0"/>
                </a:endParaRPr>
              </a:p>
              <a:p>
                <a:pPr marL="1079188" lvl="3" indent="-287338" eaLnBrk="1" hangingPunct="1"/>
                <a14:m>
                  <m:oMath xmlns:m="http://schemas.openxmlformats.org/officeDocument/2006/math"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altLang="ko-KR" sz="1400" i="1" dirty="0" err="1">
                        <a:latin typeface="Cambria Math" panose="02040503050406030204" pitchFamily="18" charset="0"/>
                      </a:rPr>
                      <m:t>𝑑𝐸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 / 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𝑚𝑎𝑡h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US" altLang="ko-KR" sz="1400" i="1" dirty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⁡(2) </m:t>
                    </m:r>
                  </m:oMath>
                </a14:m>
                <a:r>
                  <a:rPr lang="en-US" altLang="ko-KR" sz="1400"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you can find the initial temperature </a:t>
                </a:r>
                <a:r>
                  <a:rPr lang="en-US" altLang="ko-KR" sz="1400" b="1">
                    <a:latin typeface="Consolas" panose="020B0609020204030204" pitchFamily="49" charset="0"/>
                    <a:ea typeface="나눔스퀘어_ac" panose="020B0600000101010101" pitchFamily="50" charset="-127"/>
                    <a:cs typeface="Courier New" panose="02070309020205020404" pitchFamily="49" charset="0"/>
                  </a:rPr>
                  <a:t>t</a:t>
                </a:r>
                <a:r>
                  <a:rPr lang="en-US" altLang="ko-KR" sz="1400"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 where the probability of selecting a bad solution becomes </a:t>
                </a:r>
                <a:r>
                  <a:rPr lang="en-US" altLang="ko-KR" sz="1400" b="1"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0.5</a:t>
                </a:r>
                <a:r>
                  <a:rPr lang="en-US" altLang="ko-KR" sz="1400">
                    <a:latin typeface="나눔스퀘어_ac" panose="020B0600000101010101" pitchFamily="50" charset="-127"/>
                    <a:ea typeface="나눔스퀘어_ac" panose="020B0600000101010101" pitchFamily="50" charset="-127"/>
                  </a:rPr>
                  <a:t>.</a:t>
                </a:r>
              </a:p>
            </p:txBody>
          </p:sp>
        </mc:Choice>
        <mc:Fallback>
          <p:sp>
            <p:nvSpPr>
              <p:cNvPr id="39938" name="Rectangle 3">
                <a:extLst>
                  <a:ext uri="{FF2B5EF4-FFF2-40B4-BE49-F238E27FC236}">
                    <a16:creationId xmlns:a16="http://schemas.microsoft.com/office/drawing/2014/main" id="{34621378-8899-C9FD-6B07-38CA55CFE1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81075"/>
                <a:ext cx="8229600" cy="5256213"/>
              </a:xfrm>
              <a:blipFill>
                <a:blip r:embed="rId3"/>
                <a:stretch>
                  <a:fillRect l="-444" t="-1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939" name="Rectangle 2">
            <a:extLst>
              <a:ext uri="{FF2B5EF4-FFF2-40B4-BE49-F238E27FC236}">
                <a16:creationId xmlns:a16="http://schemas.microsoft.com/office/drawing/2014/main" id="{485E7F45-4D5B-F62E-62F6-3015AF0C37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>
                <a:solidFill>
                  <a:srgbClr val="800080"/>
                </a:solidFill>
              </a:rPr>
              <a:t>Simulated Annealing (</a:t>
            </a:r>
            <a:r>
              <a:rPr lang="en-US" altLang="ko-KR" sz="2400" err="1">
                <a:solidFill>
                  <a:srgbClr val="800080"/>
                </a:solidFill>
              </a:rPr>
              <a:t>SimulatedAnnealing</a:t>
            </a:r>
            <a:r>
              <a:rPr lang="en-US" altLang="ko-KR" sz="2400">
                <a:solidFill>
                  <a:srgbClr val="800080"/>
                </a:solidFill>
              </a:rPr>
              <a:t> Class)</a:t>
            </a:r>
            <a:endParaRPr lang="en-US" altLang="ko-KR" sz="2400">
              <a:solidFill>
                <a:srgbClr val="D7ADD9"/>
              </a:solidFill>
            </a:endParaRPr>
          </a:p>
        </p:txBody>
      </p:sp>
      <p:sp>
        <p:nvSpPr>
          <p:cNvPr id="39941" name="슬라이드 번호 개체 틀 8">
            <a:extLst>
              <a:ext uri="{FF2B5EF4-FFF2-40B4-BE49-F238E27FC236}">
                <a16:creationId xmlns:a16="http://schemas.microsoft.com/office/drawing/2014/main" id="{F7DB5CED-44AE-70D2-9D6E-A43FE6CA281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>
                <a:solidFill>
                  <a:srgbClr val="898989"/>
                </a:solidFill>
                <a:latin typeface="Book Antiqua" panose="02040602050305030304" pitchFamily="18" charset="0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4222680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3">
            <a:extLst>
              <a:ext uri="{FF2B5EF4-FFF2-40B4-BE49-F238E27FC236}">
                <a16:creationId xmlns:a16="http://schemas.microsoft.com/office/drawing/2014/main" id="{34621378-8899-C9FD-6B07-38CA55CFE1C2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 eaLnBrk="1" hangingPunct="1"/>
            <a:r>
              <a:rPr lang="en-US" altLang="ko-KR" sz="1800" b="1" err="1">
                <a:latin typeface="Courier New" panose="02070309020205020404" pitchFamily="49" charset="0"/>
              </a:rPr>
              <a:t>tSchedule</a:t>
            </a:r>
            <a:r>
              <a:rPr lang="en-US" altLang="ko-KR" sz="1800" b="1">
                <a:latin typeface="Courier New" panose="02070309020205020404" pitchFamily="49" charset="0"/>
              </a:rPr>
              <a:t>(self, t)</a:t>
            </a:r>
            <a:r>
              <a:rPr lang="en-US" altLang="ko-KR"/>
              <a:t>:</a:t>
            </a:r>
          </a:p>
          <a:p>
            <a:pPr marL="611188" lvl="1" indent="-287338" eaLnBrk="1" hangingPunct="1"/>
            <a:r>
              <a:rPr lang="en-US" altLang="ko-KR" sz="1600"/>
              <a:t>Calculates the next temperature using a simple formula, and returns it</a:t>
            </a:r>
          </a:p>
          <a:p>
            <a:pPr marL="611188" lvl="1" indent="-287338" eaLnBrk="1" hangingPunct="1"/>
            <a:endParaRPr lang="en-US" altLang="ko-KR" sz="1600"/>
          </a:p>
          <a:p>
            <a:pPr marL="611188" lvl="1" indent="-287338" eaLnBrk="1" hangingPunct="1"/>
            <a:endParaRPr lang="en-US" altLang="ko-KR" sz="1600"/>
          </a:p>
          <a:p>
            <a:pPr marL="611188" lvl="1" indent="-287338" eaLnBrk="1" hangingPunct="1"/>
            <a:endParaRPr lang="en-US" altLang="ko-KR" sz="1600"/>
          </a:p>
          <a:p>
            <a:pPr marL="611188" lvl="1" indent="-287338" eaLnBrk="1" hangingPunct="1"/>
            <a:r>
              <a:rPr lang="en-US" altLang="ko-KR" sz="1600"/>
              <a:t>The temperature schedule values can be used in the form of a pre-calculated </a:t>
            </a:r>
            <a:r>
              <a:rPr lang="en-US" altLang="ko-KR" sz="1600" b="1"/>
              <a:t>list (array)</a:t>
            </a:r>
            <a:r>
              <a:rPr lang="en-US" altLang="ko-KR" sz="1600"/>
              <a:t>, or it can be implemented, as shown above, to take the </a:t>
            </a:r>
            <a:r>
              <a:rPr lang="en-US" altLang="ko-KR" sz="1600" b="1"/>
              <a:t>current temperature</a:t>
            </a:r>
            <a:r>
              <a:rPr lang="en-US" altLang="ko-KR" sz="1600"/>
              <a:t> as input and calculate the </a:t>
            </a:r>
            <a:r>
              <a:rPr lang="en-US" altLang="ko-KR" sz="1600" b="1"/>
              <a:t>next temperature</a:t>
            </a:r>
            <a:r>
              <a:rPr lang="en-US" altLang="ko-KR" sz="1600"/>
              <a:t>. </a:t>
            </a:r>
            <a:endParaRPr lang="en-US" altLang="ko-KR" sz="160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87338" indent="-287338" eaLnBrk="1" hangingPunct="1"/>
            <a:endParaRPr lang="en-US" altLang="ko-KR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485E7F45-4D5B-F62E-62F6-3015AF0C37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>
                <a:solidFill>
                  <a:srgbClr val="800080"/>
                </a:solidFill>
              </a:rPr>
              <a:t>Simulated Annealing (</a:t>
            </a:r>
            <a:r>
              <a:rPr lang="en-US" altLang="ko-KR" sz="2400" err="1">
                <a:solidFill>
                  <a:srgbClr val="800080"/>
                </a:solidFill>
              </a:rPr>
              <a:t>SimulatedAnnealing</a:t>
            </a:r>
            <a:r>
              <a:rPr lang="en-US" altLang="ko-KR" sz="2400">
                <a:solidFill>
                  <a:srgbClr val="800080"/>
                </a:solidFill>
              </a:rPr>
              <a:t> Class)</a:t>
            </a:r>
            <a:endParaRPr lang="en-US" altLang="ko-KR" sz="2400">
              <a:solidFill>
                <a:srgbClr val="D7ADD9"/>
              </a:solidFill>
            </a:endParaRPr>
          </a:p>
        </p:txBody>
      </p:sp>
      <p:sp>
        <p:nvSpPr>
          <p:cNvPr id="39941" name="슬라이드 번호 개체 틀 8">
            <a:extLst>
              <a:ext uri="{FF2B5EF4-FFF2-40B4-BE49-F238E27FC236}">
                <a16:creationId xmlns:a16="http://schemas.microsoft.com/office/drawing/2014/main" id="{F7DB5CED-44AE-70D2-9D6E-A43FE6CA281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>
                <a:solidFill>
                  <a:srgbClr val="898989"/>
                </a:solidFill>
                <a:latin typeface="Book Antiqua" panose="02040602050305030304" pitchFamily="18" charset="0"/>
              </a:rPr>
              <a:t>32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2FF2511-E862-4973-AF67-8FD67099B1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1833258"/>
            <a:ext cx="3352800" cy="69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9249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7890" name="Rectangle 3">
                <a:extLst>
                  <a:ext uri="{FF2B5EF4-FFF2-40B4-BE49-F238E27FC236}">
                    <a16:creationId xmlns:a16="http://schemas.microsoft.com/office/drawing/2014/main" id="{26F8E20C-40E7-67A8-49F7-CFFDF7DEE483}"/>
                  </a:ext>
                </a:extLst>
              </p:cNvPr>
              <p:cNvSpPr>
                <a:spLocks noGrp="1" noChangeAspect="1" noChangeArrowheads="1"/>
              </p:cNvSpPr>
              <p:nvPr>
                <p:ph idx="1"/>
              </p:nvPr>
            </p:nvSpPr>
            <p:spPr>
              <a:xfrm>
                <a:off x="457200" y="981075"/>
                <a:ext cx="8229600" cy="5256213"/>
              </a:xfrm>
            </p:spPr>
            <p:txBody>
              <a:bodyPr/>
              <a:lstStyle/>
              <a:p>
                <a:pPr marL="287338" indent="-287338" eaLnBrk="1" hangingPunct="1">
                  <a:defRPr/>
                </a:pPr>
                <a:r>
                  <a:rPr lang="en-US" altLang="ko-KR" sz="1400" b="1">
                    <a:latin typeface="Courier New" panose="02070309020205020404" pitchFamily="49" charset="0"/>
                    <a:cs typeface="Courier New" panose="02070309020205020404" pitchFamily="49" charset="0"/>
                  </a:rPr>
                  <a:t>run()</a:t>
                </a:r>
                <a:r>
                  <a:rPr lang="en-US" altLang="ko-KR" sz="1400">
                    <a:latin typeface="나눔스퀘어" panose="020B0600000101010101" pitchFamily="50" charset="-127"/>
                    <a:ea typeface="나눔스퀘어" panose="020B0600000101010101" pitchFamily="50" charset="-127"/>
                    <a:cs typeface="Courier New" panose="02070309020205020404" pitchFamily="49" charset="0"/>
                  </a:rPr>
                  <a:t> method explanation</a:t>
                </a:r>
                <a:r>
                  <a:rPr lang="en-US" altLang="ko-KR" sz="1400">
                    <a:cs typeface="Courier New" panose="02070309020205020404" pitchFamily="49" charset="0"/>
                  </a:rPr>
                  <a:t>:</a:t>
                </a:r>
              </a:p>
              <a:p>
                <a:pPr marL="611188" lvl="1" indent="-287338" eaLnBrk="1" hangingPunct="1">
                  <a:defRPr/>
                </a:pPr>
                <a:r>
                  <a:rPr lang="en-US" altLang="ko-KR" sz="1400">
                    <a:cs typeface="Courier New" panose="02070309020205020404" pitchFamily="49" charset="0"/>
                  </a:rPr>
                  <a:t>Starts from </a:t>
                </a:r>
                <a:r>
                  <a:rPr lang="en-US" altLang="ko-KR" sz="1400">
                    <a:solidFill>
                      <a:srgbClr val="FF0000"/>
                    </a:solidFill>
                    <a:cs typeface="Courier New" panose="02070309020205020404" pitchFamily="49" charset="0"/>
                  </a:rPr>
                  <a:t>a</a:t>
                </a:r>
                <a:r>
                  <a:rPr lang="en-US" altLang="ko-KR" sz="1400">
                    <a:cs typeface="Courier New" panose="02070309020205020404" pitchFamily="49" charset="0"/>
                  </a:rPr>
                  <a:t> random initial point</a:t>
                </a:r>
              </a:p>
              <a:p>
                <a:pPr marL="899188" lvl="2" indent="-287338" eaLnBrk="1" hangingPunct="1">
                  <a:defRPr/>
                </a:pPr>
                <a:r>
                  <a:rPr lang="en-US" altLang="ko-KR" sz="1400"/>
                  <a:t>The randomly selected initial solution is recorded as the </a:t>
                </a:r>
                <a:r>
                  <a:rPr lang="en-US" altLang="ko-KR" sz="1400" b="1"/>
                  <a:t>best solution</a:t>
                </a:r>
                <a:r>
                  <a:rPr lang="en-US" altLang="ko-KR" sz="1400"/>
                  <a:t>, and this record is </a:t>
                </a:r>
                <a:r>
                  <a:rPr lang="en-US" altLang="ko-KR" sz="1400" b="1"/>
                  <a:t>updated</a:t>
                </a:r>
                <a:r>
                  <a:rPr lang="en-US" altLang="ko-KR" sz="1400"/>
                  <a:t> whenever a better solution is found.</a:t>
                </a:r>
                <a:endParaRPr lang="en-US" altLang="ko-KR" sz="1400">
                  <a:latin typeface="나눔스퀘어_ac" panose="020B0600000101010101" pitchFamily="50" charset="-127"/>
                  <a:ea typeface="나눔스퀘어_ac" panose="020B0600000101010101" pitchFamily="50" charset="-127"/>
                  <a:cs typeface="Courier New" panose="02070309020205020404" pitchFamily="49" charset="0"/>
                </a:endParaRPr>
              </a:p>
              <a:p>
                <a:pPr marL="611188" lvl="1" indent="-287338" eaLnBrk="1" hangingPunct="1">
                  <a:defRPr/>
                </a:pPr>
                <a:r>
                  <a:rPr lang="en-US" altLang="ko-KR" sz="1400">
                    <a:ea typeface="나눔스퀘어_ac" panose="020B0600000101010101" pitchFamily="50" charset="-127"/>
                  </a:rPr>
                  <a:t>The solution is </a:t>
                </a:r>
                <a:r>
                  <a:rPr lang="en-US" altLang="ko-KR" sz="1400" b="1">
                    <a:ea typeface="나눔스퀘어_ac" panose="020B0600000101010101" pitchFamily="50" charset="-127"/>
                  </a:rPr>
                  <a:t>iteratively updated</a:t>
                </a:r>
                <a:r>
                  <a:rPr lang="en-US" altLang="ko-KR" sz="1400">
                    <a:ea typeface="나눔스퀘어_ac" panose="020B0600000101010101" pitchFamily="50" charset="-127"/>
                  </a:rPr>
                  <a:t>, and the process terminates when the temperature (</a:t>
                </a:r>
                <a:r>
                  <a:rPr lang="en-US" altLang="ko-KR" sz="1400" b="1">
                    <a:ea typeface="나눔스퀘어_ac" panose="020B0600000101010101" pitchFamily="50" charset="-127"/>
                  </a:rPr>
                  <a:t>t, temperature</a:t>
                </a:r>
                <a:r>
                  <a:rPr lang="en-US" altLang="ko-KR" sz="1400">
                    <a:ea typeface="나눔스퀘어_ac" panose="020B0600000101010101" pitchFamily="50" charset="-127"/>
                  </a:rPr>
                  <a:t>) reaches </a:t>
                </a:r>
                <a14:m>
                  <m:oMath xmlns:m="http://schemas.openxmlformats.org/officeDocument/2006/math">
                    <m:r>
                      <a:rPr lang="en-US" altLang="ko-KR" sz="1400" i="1" dirty="0" smtClean="0">
                        <a:latin typeface="Cambria Math" panose="02040503050406030204" pitchFamily="18" charset="0"/>
                        <a:ea typeface="나눔스퀘어_ac" panose="020B0600000101010101" pitchFamily="50" charset="-127"/>
                        <a:cs typeface="Courier New" panose="02070309020205020404" pitchFamily="49" charset="0"/>
                      </a:rPr>
                      <m:t>𝟎</m:t>
                    </m:r>
                  </m:oMath>
                </a14:m>
                <a:r>
                  <a:rPr lang="en-US" altLang="ko-KR" sz="1400">
                    <a:ea typeface="나눔스퀘어_ac" panose="020B0600000101010101" pitchFamily="50" charset="-127"/>
                  </a:rPr>
                  <a:t> or the number of iterations reaches </a:t>
                </a:r>
                <a:r>
                  <a:rPr lang="en-US" altLang="ko-KR" sz="1400" b="1">
                    <a:latin typeface="Courier New" panose="02070309020205020404" pitchFamily="49" charset="0"/>
                    <a:ea typeface="나눔스퀘어_ac" panose="020B0600000101010101" pitchFamily="50" charset="-127"/>
                    <a:cs typeface="Courier New" panose="02070309020205020404" pitchFamily="49" charset="0"/>
                  </a:rPr>
                  <a:t>self._</a:t>
                </a:r>
                <a:r>
                  <a:rPr lang="en-US" altLang="ko-KR" sz="1400" b="1" err="1">
                    <a:latin typeface="Courier New" panose="02070309020205020404" pitchFamily="49" charset="0"/>
                    <a:ea typeface="나눔스퀘어_ac" panose="020B0600000101010101" pitchFamily="50" charset="-127"/>
                    <a:cs typeface="Courier New" panose="02070309020205020404" pitchFamily="49" charset="0"/>
                  </a:rPr>
                  <a:t>limitEval</a:t>
                </a:r>
                <a:r>
                  <a:rPr lang="en-US" altLang="ko-KR" sz="1400">
                    <a:ea typeface="나눔스퀘어_ac" panose="020B0600000101010101" pitchFamily="50" charset="-127"/>
                  </a:rPr>
                  <a:t>.</a:t>
                </a:r>
              </a:p>
              <a:p>
                <a:pPr marL="899188" lvl="2" indent="-287338" eaLnBrk="1" hangingPunct="1">
                  <a:defRPr/>
                </a:pPr>
                <a:r>
                  <a:rPr lang="en-US" altLang="ko-KR" sz="1400">
                    <a:cs typeface="Courier New" panose="02070309020205020404" pitchFamily="49" charset="0"/>
                  </a:rPr>
                  <a:t>it uses another variable </a:t>
                </a:r>
                <a:r>
                  <a:rPr lang="en-US" altLang="ko-KR" sz="1400" b="1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whenBestFound</a:t>
                </a:r>
                <a:r>
                  <a:rPr lang="en-US" altLang="ko-KR" sz="1400">
                    <a:cs typeface="Courier New" panose="02070309020205020404" pitchFamily="49" charset="0"/>
                  </a:rPr>
                  <a:t> to record when the best-so-far solution has first been found (</a:t>
                </a:r>
                <a:r>
                  <a:rPr lang="en-US" altLang="ko-KR" sz="1400">
                    <a:ea typeface="나눔스퀘어_ac" panose="020B0600000101010101" pitchFamily="50" charset="-127"/>
                    <a:cs typeface="Courier New" panose="02070309020205020404" pitchFamily="49" charset="0"/>
                  </a:rPr>
                  <a:t>it</a:t>
                </a:r>
                <a:r>
                  <a:rPr lang="ko-KR" altLang="en-US" sz="1400">
                    <a:ea typeface="나눔스퀘어_ac" panose="020B0600000101010101" pitchFamily="50" charset="-127"/>
                    <a:cs typeface="Courier New" panose="02070309020205020404" pitchFamily="49" charset="0"/>
                  </a:rPr>
                  <a:t> </a:t>
                </a:r>
                <a:r>
                  <a:rPr lang="en-US" altLang="ko-KR" sz="1400">
                    <a:ea typeface="나눔스퀘어_ac" panose="020B0600000101010101" pitchFamily="50" charset="-127"/>
                    <a:cs typeface="Courier New" panose="02070309020205020404" pitchFamily="49" charset="0"/>
                  </a:rPr>
                  <a:t>records</a:t>
                </a:r>
                <a:r>
                  <a:rPr lang="ko-KR" altLang="en-US" sz="1400">
                    <a:ea typeface="나눔스퀘어_ac" panose="020B0600000101010101" pitchFamily="50" charset="-127"/>
                    <a:cs typeface="Courier New" panose="02070309020205020404" pitchFamily="49" charset="0"/>
                  </a:rPr>
                  <a:t> </a:t>
                </a:r>
                <a:r>
                  <a:rPr lang="en-US" altLang="ko-KR" sz="1400">
                    <a:ea typeface="나눔스퀘어_ac" panose="020B0600000101010101" pitchFamily="50" charset="-127"/>
                    <a:cs typeface="Courier New" panose="02070309020205020404" pitchFamily="49" charset="0"/>
                  </a:rPr>
                  <a:t>the</a:t>
                </a:r>
                <a:r>
                  <a:rPr lang="ko-KR" altLang="en-US" sz="1400">
                    <a:latin typeface="나눔스퀘어_ac" panose="020B0600000101010101" pitchFamily="50" charset="-127"/>
                    <a:ea typeface="나눔스퀘어_ac" panose="020B0600000101010101" pitchFamily="50" charset="-127"/>
                    <a:cs typeface="Courier New" panose="02070309020205020404" pitchFamily="49" charset="0"/>
                  </a:rPr>
                  <a:t> </a:t>
                </a:r>
                <a:r>
                  <a:rPr lang="en-US" altLang="ko-KR" sz="1400" u="sng">
                    <a:cs typeface="Courier New" panose="02070309020205020404" pitchFamily="49" charset="0"/>
                  </a:rPr>
                  <a:t>iteration counter </a:t>
                </a:r>
                <a:r>
                  <a:rPr lang="en-US" altLang="ko-KR" sz="1400" u="sng">
                    <a:ea typeface="나눔스퀘어_ac" panose="020B0600000101010101" pitchFamily="50" charset="-127"/>
                  </a:rPr>
                  <a:t>value at that time</a:t>
                </a:r>
                <a:r>
                  <a:rPr lang="en-US" altLang="ko-KR" sz="1400">
                    <a:cs typeface="Courier New" panose="02070309020205020404" pitchFamily="49" charset="0"/>
                  </a:rPr>
                  <a:t>)</a:t>
                </a:r>
              </a:p>
              <a:p>
                <a:pPr marL="611188" lvl="1" indent="-287338" eaLnBrk="1" hangingPunct="1">
                  <a:defRPr/>
                </a:pPr>
                <a:r>
                  <a:rPr lang="en-US" altLang="ko-KR" sz="1400">
                    <a:cs typeface="Courier New" panose="02070309020205020404" pitchFamily="49" charset="0"/>
                  </a:rPr>
                  <a:t>The temperature decreases every iteration according to an annealing schedule (</a:t>
                </a:r>
                <a:r>
                  <a:rPr lang="en-US" altLang="ko-KR" sz="1400" b="1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self.tSchedule</a:t>
                </a:r>
                <a:r>
                  <a:rPr lang="en-US" altLang="ko-KR" sz="1400" b="1">
                    <a:latin typeface="Courier New" panose="02070309020205020404" pitchFamily="49" charset="0"/>
                    <a:cs typeface="Courier New" panose="02070309020205020404" pitchFamily="49" charset="0"/>
                  </a:rPr>
                  <a:t>(t)</a:t>
                </a:r>
                <a:r>
                  <a:rPr lang="en-US" altLang="ko-KR" sz="1400">
                    <a:cs typeface="Courier New" panose="02070309020205020404" pitchFamily="49" charset="0"/>
                  </a:rPr>
                  <a:t>)</a:t>
                </a:r>
              </a:p>
              <a:p>
                <a:pPr marL="899188" lvl="2" indent="-287338" eaLnBrk="1" hangingPunct="1">
                  <a:defRPr/>
                </a:pPr>
                <a:r>
                  <a:rPr lang="en-US" altLang="ko-KR" sz="1400">
                    <a:latin typeface="나눔스퀘어_ac" panose="020B0600000101010101" pitchFamily="50" charset="-127"/>
                    <a:ea typeface="나눔스퀘어_ac" panose="020B0600000101010101" pitchFamily="50" charset="-127"/>
                    <a:cs typeface="Courier New" panose="02070309020205020404" pitchFamily="49" charset="0"/>
                  </a:rPr>
                  <a:t>Note: As temperature gets </a:t>
                </a:r>
                <a:r>
                  <a:rPr lang="en-US" altLang="ko-KR" sz="1400" u="sng">
                    <a:latin typeface="나눔스퀘어_ac" panose="020B0600000101010101" pitchFamily="50" charset="-127"/>
                    <a:ea typeface="나눔스퀘어_ac" panose="020B0600000101010101" pitchFamily="50" charset="-127"/>
                    <a:cs typeface="Courier New" panose="02070309020205020404" pitchFamily="49" charset="0"/>
                  </a:rPr>
                  <a:t>lower</a:t>
                </a:r>
                <a:r>
                  <a:rPr lang="ko-KR" altLang="en-US" sz="1400">
                    <a:latin typeface="나눔스퀘어_ac" panose="020B0600000101010101" pitchFamily="50" charset="-127"/>
                    <a:ea typeface="나눔스퀘어_ac" panose="020B0600000101010101" pitchFamily="50" charset="-127"/>
                    <a:cs typeface="Courier New" panose="02070309020205020404" pitchFamily="49" charset="0"/>
                  </a:rPr>
                  <a:t> </a:t>
                </a:r>
                <a:r>
                  <a:rPr lang="en-US" altLang="ko-KR" sz="1400">
                    <a:latin typeface="나눔스퀘어_ac" panose="020B0600000101010101" pitchFamily="50" charset="-127"/>
                    <a:ea typeface="나눔스퀘어_ac" panose="020B0600000101010101" pitchFamily="50" charset="-127"/>
                    <a:cs typeface="Courier New" panose="02070309020205020404" pitchFamily="49" charset="0"/>
                  </a:rPr>
                  <a:t>the probability of bad solution get selected </a:t>
                </a:r>
                <a:r>
                  <a:rPr lang="en-US" altLang="ko-KR" sz="1400" u="sng">
                    <a:latin typeface="나눔스퀘어_ac" panose="020B0600000101010101" pitchFamily="50" charset="-127"/>
                    <a:ea typeface="나눔스퀘어_ac" panose="020B0600000101010101" pitchFamily="50" charset="-127"/>
                    <a:cs typeface="Courier New" panose="02070309020205020404" pitchFamily="49" charset="0"/>
                  </a:rPr>
                  <a:t>decreases.</a:t>
                </a:r>
              </a:p>
              <a:p>
                <a:pPr marL="611188" lvl="1" indent="-287338" eaLnBrk="1" hangingPunct="1">
                  <a:defRPr/>
                </a:pPr>
                <a:r>
                  <a:rPr lang="en-US" altLang="ko-KR" sz="1400">
                    <a:cs typeface="Courier New" panose="02070309020205020404" pitchFamily="49" charset="0"/>
                  </a:rPr>
                  <a:t>The initial temperature is heuristically determined so that the probability of accepting a worse neighbor becomes </a:t>
                </a:r>
                <a:r>
                  <a:rPr lang="en-US" altLang="ko-KR" sz="1400">
                    <a:latin typeface="Times New Roman" panose="02020603050405020304" pitchFamily="18" charset="0"/>
                    <a:cs typeface="Courier New" panose="02070309020205020404" pitchFamily="49" charset="0"/>
                  </a:rPr>
                  <a:t>0.5</a:t>
                </a:r>
                <a:r>
                  <a:rPr lang="en-US" altLang="ko-KR" sz="1400">
                    <a:cs typeface="Courier New" panose="02070309020205020404" pitchFamily="49" charset="0"/>
                  </a:rPr>
                  <a:t> initially (</a:t>
                </a:r>
                <a:r>
                  <a:rPr lang="en-US" altLang="ko-KR" sz="1400" b="1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self.initTemp</a:t>
                </a:r>
                <a:r>
                  <a:rPr lang="en-US" altLang="ko-KR" sz="1400" b="1">
                    <a:latin typeface="Courier New" panose="02070309020205020404" pitchFamily="49" charset="0"/>
                    <a:cs typeface="Courier New" panose="02070309020205020404" pitchFamily="49" charset="0"/>
                  </a:rPr>
                  <a:t>(p)</a:t>
                </a:r>
                <a:r>
                  <a:rPr lang="en-US" altLang="ko-KR" sz="1400">
                    <a:cs typeface="Courier New" panose="02070309020205020404" pitchFamily="49" charset="0"/>
                  </a:rPr>
                  <a:t>)</a:t>
                </a:r>
              </a:p>
              <a:p>
                <a:pPr marL="611188" lvl="1" indent="-287338" eaLnBrk="1" hangingPunct="1">
                  <a:defRPr/>
                </a:pPr>
                <a:r>
                  <a:rPr lang="en-US" altLang="ko-KR" sz="1400"/>
                  <a:t>Generate a random neighboring solution based on the </a:t>
                </a:r>
                <a:r>
                  <a:rPr lang="en-US" altLang="ko-KR" sz="1400" b="1"/>
                  <a:t>current solution</a:t>
                </a:r>
                <a:r>
                  <a:rPr lang="en-US" altLang="ko-KR" sz="1400">
                    <a:cs typeface="Courier New" panose="02070309020205020404" pitchFamily="49" charset="0"/>
                  </a:rPr>
                  <a:t>,</a:t>
                </a:r>
              </a:p>
              <a:p>
                <a:pPr marL="899188" lvl="2" indent="-287338" eaLnBrk="1" hangingPunct="1">
                  <a:defRPr/>
                </a:pPr>
                <a:r>
                  <a:rPr lang="en-US" altLang="ko-KR" sz="1400"/>
                  <a:t>If the neighbor is a </a:t>
                </a:r>
                <a:r>
                  <a:rPr lang="en-US" altLang="ko-KR" sz="1400" b="1"/>
                  <a:t>better solution</a:t>
                </a:r>
                <a:r>
                  <a:rPr lang="en-US" altLang="ko-KR" sz="1400"/>
                  <a:t>, it is </a:t>
                </a:r>
                <a:r>
                  <a:rPr lang="en-US" altLang="ko-KR" sz="1400" b="1"/>
                  <a:t>always selected</a:t>
                </a:r>
                <a:r>
                  <a:rPr lang="en-US" altLang="ko-KR" sz="1400"/>
                  <a:t>. If not:</a:t>
                </a:r>
                <a:endParaRPr lang="en-US" altLang="ko-KR" sz="1400">
                  <a:cs typeface="Courier New" panose="02070309020205020404" pitchFamily="49" charset="0"/>
                </a:endParaRPr>
              </a:p>
              <a:p>
                <a:pPr marL="1079188" lvl="3" indent="-287338" eaLnBrk="1" hangingPunct="1">
                  <a:defRPr/>
                </a:pPr>
                <a:r>
                  <a:rPr lang="en-US" altLang="ko-KR" sz="1200">
                    <a:cs typeface="Courier New" panose="02070309020205020404" pitchFamily="49" charset="0"/>
                  </a:rPr>
                  <a:t>The probability of accepting a worse neighbor is </a:t>
                </a:r>
                <a:r>
                  <a:rPr lang="en-US" altLang="ko-KR" sz="1200" b="1">
                    <a:latin typeface="Courier New" panose="02070309020205020404" pitchFamily="49" charset="0"/>
                    <a:cs typeface="Courier New" panose="02070309020205020404" pitchFamily="49" charset="0"/>
                  </a:rPr>
                  <a:t>exp(–</a:t>
                </a:r>
                <a:r>
                  <a:rPr lang="en-US" altLang="ko-KR" sz="1200" b="1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dE</a:t>
                </a:r>
                <a:r>
                  <a:rPr lang="en-US" altLang="ko-KR" sz="1200" b="1">
                    <a:latin typeface="Courier New" panose="02070309020205020404" pitchFamily="49" charset="0"/>
                    <a:cs typeface="Courier New" panose="02070309020205020404" pitchFamily="49" charset="0"/>
                  </a:rPr>
                  <a:t>/t)</a:t>
                </a:r>
                <a:r>
                  <a:rPr lang="en-US" altLang="ko-KR" sz="1200">
                    <a:cs typeface="Courier New" panose="02070309020205020404" pitchFamily="49" charset="0"/>
                  </a:rPr>
                  <a:t>, </a:t>
                </a:r>
              </a:p>
              <a:p>
                <a:pPr marL="1079188" lvl="3" indent="-287338" eaLnBrk="1" hangingPunct="1">
                  <a:defRPr/>
                </a:pPr>
                <a:r>
                  <a:rPr lang="en-US" altLang="ko-KR" sz="1200" b="1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dE</a:t>
                </a:r>
                <a:r>
                  <a:rPr lang="en-US" altLang="ko-KR" sz="1200">
                    <a:cs typeface="Courier New" panose="02070309020205020404" pitchFamily="49" charset="0"/>
                  </a:rPr>
                  <a:t> is the difference of the evaluation values (= </a:t>
                </a:r>
                <a:r>
                  <a:rPr lang="en-US" altLang="ko-KR" sz="1200" b="1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valueNext</a:t>
                </a:r>
                <a:r>
                  <a:rPr lang="en-US" altLang="ko-KR" sz="1200" b="1">
                    <a:latin typeface="Courier New" panose="02070309020205020404" pitchFamily="49" charset="0"/>
                    <a:cs typeface="Courier New" panose="02070309020205020404" pitchFamily="49" charset="0"/>
                  </a:rPr>
                  <a:t> - </a:t>
                </a:r>
                <a:r>
                  <a:rPr lang="en-US" altLang="ko-KR" sz="1200" b="1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valueCurrent</a:t>
                </a:r>
                <a:r>
                  <a:rPr lang="en-US" altLang="ko-KR" sz="1200">
                    <a:cs typeface="Courier New" panose="02070309020205020404" pitchFamily="49" charset="0"/>
                  </a:rPr>
                  <a:t>)</a:t>
                </a:r>
              </a:p>
              <a:p>
                <a:pPr marL="1079188" lvl="3" indent="-287338" eaLnBrk="1" hangingPunct="1">
                  <a:defRPr/>
                </a:pPr>
                <a:r>
                  <a:rPr lang="en-US" altLang="ko-KR" sz="1200" b="1">
                    <a:latin typeface="Courier New" panose="02070309020205020404" pitchFamily="49" charset="0"/>
                    <a:cs typeface="Courier New" panose="02070309020205020404" pitchFamily="49" charset="0"/>
                  </a:rPr>
                  <a:t>t</a:t>
                </a:r>
                <a:r>
                  <a:rPr lang="en-US" altLang="ko-KR" sz="1200">
                    <a:cs typeface="Courier New" panose="02070309020205020404" pitchFamily="49" charset="0"/>
                  </a:rPr>
                  <a:t> is the current temperature</a:t>
                </a:r>
              </a:p>
            </p:txBody>
          </p:sp>
        </mc:Choice>
        <mc:Fallback>
          <p:sp>
            <p:nvSpPr>
              <p:cNvPr id="37890" name="Rectangle 3">
                <a:extLst>
                  <a:ext uri="{FF2B5EF4-FFF2-40B4-BE49-F238E27FC236}">
                    <a16:creationId xmlns:a16="http://schemas.microsoft.com/office/drawing/2014/main" id="{26F8E20C-40E7-67A8-49F7-CFFDF7DEE4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81075"/>
                <a:ext cx="8229600" cy="5256213"/>
              </a:xfrm>
              <a:blipFill>
                <a:blip r:embed="rId3"/>
                <a:stretch>
                  <a:fillRect l="-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891" name="Rectangle 2">
            <a:extLst>
              <a:ext uri="{FF2B5EF4-FFF2-40B4-BE49-F238E27FC236}">
                <a16:creationId xmlns:a16="http://schemas.microsoft.com/office/drawing/2014/main" id="{AB24A12B-A3B1-0091-00BA-56DDBEB6C2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 sz="2400">
                <a:solidFill>
                  <a:srgbClr val="800080"/>
                </a:solidFill>
              </a:rPr>
              <a:t>Simulated Annealing (</a:t>
            </a:r>
            <a:r>
              <a:rPr lang="en-US" altLang="ko-KR" sz="2400" err="1">
                <a:solidFill>
                  <a:srgbClr val="800080"/>
                </a:solidFill>
              </a:rPr>
              <a:t>SimulatedAnnealing</a:t>
            </a:r>
            <a:r>
              <a:rPr lang="en-US" altLang="ko-KR" sz="2400">
                <a:solidFill>
                  <a:srgbClr val="800080"/>
                </a:solidFill>
              </a:rPr>
              <a:t> Class)</a:t>
            </a:r>
            <a:endParaRPr lang="en-US" altLang="ko-KR" sz="2400">
              <a:solidFill>
                <a:srgbClr val="99CCFF"/>
              </a:solidFill>
            </a:endParaRPr>
          </a:p>
        </p:txBody>
      </p:sp>
      <p:sp>
        <p:nvSpPr>
          <p:cNvPr id="37893" name="슬라이드 번호 개체 틀 8">
            <a:extLst>
              <a:ext uri="{FF2B5EF4-FFF2-40B4-BE49-F238E27FC236}">
                <a16:creationId xmlns:a16="http://schemas.microsoft.com/office/drawing/2014/main" id="{3E3C965E-5AEF-D0AA-DF07-F3D694A223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>
                <a:solidFill>
                  <a:srgbClr val="898989"/>
                </a:solidFill>
                <a:latin typeface="Book Antiqua" panose="02040602050305030304" pitchFamily="18" charset="0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700447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On-screen Show (4:3)</PresentationFormat>
  <Slides>33</Slides>
  <Notes>33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Office 테마</vt:lpstr>
      <vt:lpstr>Search Algorithms: Object-Oriented Implementation (Part E)</vt:lpstr>
      <vt:lpstr>Contents</vt:lpstr>
      <vt:lpstr>Adding More Algorithms and Classes</vt:lpstr>
      <vt:lpstr>The New Main Program</vt:lpstr>
      <vt:lpstr>Adding More Algorithms and Classes</vt:lpstr>
      <vt:lpstr>The New Main Program</vt:lpstr>
      <vt:lpstr>The New Main Program</vt:lpstr>
      <vt:lpstr>The New Main Program</vt:lpstr>
      <vt:lpstr>The New Main Program</vt:lpstr>
      <vt:lpstr>The New Main Program</vt:lpstr>
      <vt:lpstr>The New Main Program</vt:lpstr>
      <vt:lpstr>The New Main Program</vt:lpstr>
      <vt:lpstr>The New Main Program</vt:lpstr>
      <vt:lpstr>Changes to ‘Problem’ Class</vt:lpstr>
      <vt:lpstr>Changes to ‘Problem’ Class</vt:lpstr>
      <vt:lpstr>Changes to ‘Problem’ Class</vt:lpstr>
      <vt:lpstr>Changes to ‘Problem’ Class</vt:lpstr>
      <vt:lpstr>‘Optimizer’ Class</vt:lpstr>
      <vt:lpstr>‘Optimizer’ Class</vt:lpstr>
      <vt:lpstr>Changes to ‘HillClimbing’ Class</vt:lpstr>
      <vt:lpstr>Adding three search algorithm</vt:lpstr>
      <vt:lpstr>Changes to ‘HillClimbing’ Class for randomRestart</vt:lpstr>
      <vt:lpstr>Stochastic Hill Climbing (Stochastic Class)</vt:lpstr>
      <vt:lpstr>Stochastic Hill Climbing (Stochastic Class)</vt:lpstr>
      <vt:lpstr>Stochastic Hill Climbing (Stochastic Class)</vt:lpstr>
      <vt:lpstr>Stochastic Hill Climbing (Stochastic Class)</vt:lpstr>
      <vt:lpstr>Simulated Annealing (SimulatedAnnealing Class)</vt:lpstr>
      <vt:lpstr>Simulated Annealing (SimulatedAnnealing Class)</vt:lpstr>
      <vt:lpstr>Simulated Annealing (SimulatedAnnealing Class)</vt:lpstr>
      <vt:lpstr>Simulated Annealing (SimulatedAnnealing Class)</vt:lpstr>
      <vt:lpstr>Simulated Annealing (SimulatedAnnealing Class)</vt:lpstr>
      <vt:lpstr>Simulated Annealing (SimulatedAnnealing Class)</vt:lpstr>
      <vt:lpstr>Simulated Annealing (SimulatedAnnealing Class)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krryu</dc:creator>
  <cp:revision>1</cp:revision>
  <cp:lastPrinted>2024-11-25T00:44:03Z</cp:lastPrinted>
  <dcterms:created xsi:type="dcterms:W3CDTF">1601-01-01T00:00:00Z</dcterms:created>
  <dcterms:modified xsi:type="dcterms:W3CDTF">2025-11-19T10:47:28Z</dcterms:modified>
</cp:coreProperties>
</file>