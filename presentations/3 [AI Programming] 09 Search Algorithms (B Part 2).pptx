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6" r:id="rId1"/>
  </p:sldMasterIdLst>
  <p:notesMasterIdLst>
    <p:notesMasterId r:id="rId32"/>
  </p:notesMasterIdLst>
  <p:handoutMasterIdLst>
    <p:handoutMasterId r:id="rId33"/>
  </p:handoutMasterIdLst>
  <p:sldIdLst>
    <p:sldId id="256" r:id="rId2"/>
    <p:sldId id="499" r:id="rId3"/>
    <p:sldId id="720" r:id="rId4"/>
    <p:sldId id="682" r:id="rId5"/>
    <p:sldId id="722" r:id="rId6"/>
    <p:sldId id="731" r:id="rId7"/>
    <p:sldId id="714" r:id="rId8"/>
    <p:sldId id="734" r:id="rId9"/>
    <p:sldId id="690" r:id="rId10"/>
    <p:sldId id="691" r:id="rId11"/>
    <p:sldId id="737" r:id="rId12"/>
    <p:sldId id="692" r:id="rId13"/>
    <p:sldId id="738" r:id="rId14"/>
    <p:sldId id="739" r:id="rId15"/>
    <p:sldId id="740" r:id="rId16"/>
    <p:sldId id="716" r:id="rId17"/>
    <p:sldId id="741" r:id="rId18"/>
    <p:sldId id="742" r:id="rId19"/>
    <p:sldId id="718" r:id="rId20"/>
    <p:sldId id="743" r:id="rId21"/>
    <p:sldId id="693" r:id="rId22"/>
    <p:sldId id="744" r:id="rId23"/>
    <p:sldId id="732" r:id="rId24"/>
    <p:sldId id="727" r:id="rId25"/>
    <p:sldId id="728" r:id="rId26"/>
    <p:sldId id="745" r:id="rId27"/>
    <p:sldId id="746" r:id="rId28"/>
    <p:sldId id="747" r:id="rId29"/>
    <p:sldId id="748" r:id="rId30"/>
    <p:sldId id="733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9CCFF"/>
    <a:srgbClr val="D7ADD9"/>
    <a:srgbClr val="800080"/>
    <a:srgbClr val="990033"/>
    <a:srgbClr val="A50021"/>
    <a:srgbClr val="FFC000"/>
    <a:srgbClr val="788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3D0EAE-10FB-41E9-BF49-32736B9A5AB6}" v="90" dt="2025-11-03T05:42:01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6" autoAdjust="0"/>
    <p:restoredTop sz="94672" autoAdjust="0"/>
  </p:normalViewPr>
  <p:slideViewPr>
    <p:cSldViewPr>
      <p:cViewPr varScale="1">
        <p:scale>
          <a:sx n="106" d="100"/>
          <a:sy n="106" d="100"/>
        </p:scale>
        <p:origin x="72" y="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n Pratama" userId="ba5a381f79e67128" providerId="LiveId" clId="{1B3D42E5-558C-46C9-A1CA-A9EF05FAD6B9}"/>
    <pc:docChg chg="undo custSel addSld delSld modSld">
      <pc:chgData name="Rian Pratama" userId="ba5a381f79e67128" providerId="LiveId" clId="{1B3D42E5-558C-46C9-A1CA-A9EF05FAD6B9}" dt="2025-11-03T05:42:05.731" v="1166" actId="47"/>
      <pc:docMkLst>
        <pc:docMk/>
      </pc:docMkLst>
      <pc:sldChg chg="modSp mod">
        <pc:chgData name="Rian Pratama" userId="ba5a381f79e67128" providerId="LiveId" clId="{1B3D42E5-558C-46C9-A1CA-A9EF05FAD6B9}" dt="2025-11-03T05:41:07.966" v="1164" actId="20577"/>
        <pc:sldMkLst>
          <pc:docMk/>
          <pc:sldMk cId="0" sldId="256"/>
        </pc:sldMkLst>
        <pc:spChg chg="mod">
          <ac:chgData name="Rian Pratama" userId="ba5a381f79e67128" providerId="LiveId" clId="{1B3D42E5-558C-46C9-A1CA-A9EF05FAD6B9}" dt="2025-11-03T05:41:07.966" v="1164" actId="20577"/>
          <ac:spMkLst>
            <pc:docMk/>
            <pc:sldMk cId="0" sldId="256"/>
            <ac:spMk id="15363" creationId="{459DDEA4-075C-5C5E-3E19-A4F4AFC1D329}"/>
          </ac:spMkLst>
        </pc:spChg>
      </pc:sldChg>
      <pc:sldChg chg="modSp mod">
        <pc:chgData name="Rian Pratama" userId="ba5a381f79e67128" providerId="LiveId" clId="{1B3D42E5-558C-46C9-A1CA-A9EF05FAD6B9}" dt="2025-11-03T01:45:15.816" v="0" actId="20577"/>
        <pc:sldMkLst>
          <pc:docMk/>
          <pc:sldMk cId="0" sldId="499"/>
        </pc:sldMkLst>
        <pc:spChg chg="mod">
          <ac:chgData name="Rian Pratama" userId="ba5a381f79e67128" providerId="LiveId" clId="{1B3D42E5-558C-46C9-A1CA-A9EF05FAD6B9}" dt="2025-11-03T01:45:15.816" v="0" actId="20577"/>
          <ac:spMkLst>
            <pc:docMk/>
            <pc:sldMk cId="0" sldId="499"/>
            <ac:spMk id="7170" creationId="{4FAA9207-0EB9-B516-E1F9-092C801412E3}"/>
          </ac:spMkLst>
        </pc:spChg>
      </pc:sldChg>
      <pc:sldChg chg="addSp delSp modSp mod">
        <pc:chgData name="Rian Pratama" userId="ba5a381f79e67128" providerId="LiveId" clId="{1B3D42E5-558C-46C9-A1CA-A9EF05FAD6B9}" dt="2025-11-03T01:48:06.972" v="67" actId="20577"/>
        <pc:sldMkLst>
          <pc:docMk/>
          <pc:sldMk cId="0" sldId="682"/>
        </pc:sldMkLst>
        <pc:spChg chg="add mod">
          <ac:chgData name="Rian Pratama" userId="ba5a381f79e67128" providerId="LiveId" clId="{1B3D42E5-558C-46C9-A1CA-A9EF05FAD6B9}" dt="2025-11-03T01:47:27.689" v="49"/>
          <ac:spMkLst>
            <pc:docMk/>
            <pc:sldMk cId="0" sldId="682"/>
            <ac:spMk id="2" creationId="{43616939-92CD-3BE4-88FF-237D0EC09240}"/>
          </ac:spMkLst>
        </pc:spChg>
        <pc:spChg chg="add mod">
          <ac:chgData name="Rian Pratama" userId="ba5a381f79e67128" providerId="LiveId" clId="{1B3D42E5-558C-46C9-A1CA-A9EF05FAD6B9}" dt="2025-11-03T01:48:06.972" v="67" actId="20577"/>
          <ac:spMkLst>
            <pc:docMk/>
            <pc:sldMk cId="0" sldId="682"/>
            <ac:spMk id="3" creationId="{E8B2B79F-E6BB-2A5C-F782-4C75CC69BB3F}"/>
          </ac:spMkLst>
        </pc:spChg>
        <pc:spChg chg="del mod">
          <ac:chgData name="Rian Pratama" userId="ba5a381f79e67128" providerId="LiveId" clId="{1B3D42E5-558C-46C9-A1CA-A9EF05FAD6B9}" dt="2025-11-03T01:47:23.627" v="48" actId="478"/>
          <ac:spMkLst>
            <pc:docMk/>
            <pc:sldMk cId="0" sldId="682"/>
            <ac:spMk id="10" creationId="{04EC7F52-D656-4850-B500-B4FE23BA1F98}"/>
          </ac:spMkLst>
        </pc:spChg>
        <pc:spChg chg="del mod">
          <ac:chgData name="Rian Pratama" userId="ba5a381f79e67128" providerId="LiveId" clId="{1B3D42E5-558C-46C9-A1CA-A9EF05FAD6B9}" dt="2025-11-03T01:47:34.342" v="51" actId="478"/>
          <ac:spMkLst>
            <pc:docMk/>
            <pc:sldMk cId="0" sldId="682"/>
            <ac:spMk id="11" creationId="{F9944D29-4117-47F8-84FB-3777448B767F}"/>
          </ac:spMkLst>
        </pc:spChg>
        <pc:spChg chg="mod">
          <ac:chgData name="Rian Pratama" userId="ba5a381f79e67128" providerId="LiveId" clId="{1B3D42E5-558C-46C9-A1CA-A9EF05FAD6B9}" dt="2025-11-03T01:47:01.236" v="45" actId="20577"/>
          <ac:spMkLst>
            <pc:docMk/>
            <pc:sldMk cId="0" sldId="682"/>
            <ac:spMk id="12" creationId="{B3FCCDBB-64B0-454A-B766-EE397A6FBB1C}"/>
          </ac:spMkLst>
        </pc:spChg>
        <pc:spChg chg="mod">
          <ac:chgData name="Rian Pratama" userId="ba5a381f79e67128" providerId="LiveId" clId="{1B3D42E5-558C-46C9-A1CA-A9EF05FAD6B9}" dt="2025-11-03T01:47:16.937" v="46"/>
          <ac:spMkLst>
            <pc:docMk/>
            <pc:sldMk cId="0" sldId="682"/>
            <ac:spMk id="9218" creationId="{632D19AA-6328-362B-7DA8-E8287E27AE6C}"/>
          </ac:spMkLst>
        </pc:spChg>
      </pc:sldChg>
      <pc:sldChg chg="modSp mod">
        <pc:chgData name="Rian Pratama" userId="ba5a381f79e67128" providerId="LiveId" clId="{1B3D42E5-558C-46C9-A1CA-A9EF05FAD6B9}" dt="2025-11-03T02:14:04.605" v="445" actId="20577"/>
        <pc:sldMkLst>
          <pc:docMk/>
          <pc:sldMk cId="0" sldId="692"/>
        </pc:sldMkLst>
        <pc:spChg chg="mod">
          <ac:chgData name="Rian Pratama" userId="ba5a381f79e67128" providerId="LiveId" clId="{1B3D42E5-558C-46C9-A1CA-A9EF05FAD6B9}" dt="2025-11-03T02:14:04.605" v="445" actId="20577"/>
          <ac:spMkLst>
            <pc:docMk/>
            <pc:sldMk cId="0" sldId="692"/>
            <ac:spMk id="33794" creationId="{89A359E1-3285-EAC0-6F8D-0283E6B11876}"/>
          </ac:spMkLst>
        </pc:spChg>
      </pc:sldChg>
      <pc:sldChg chg="modSp mod">
        <pc:chgData name="Rian Pratama" userId="ba5a381f79e67128" providerId="LiveId" clId="{1B3D42E5-558C-46C9-A1CA-A9EF05FAD6B9}" dt="2025-11-03T01:55:42.071" v="183" actId="14100"/>
        <pc:sldMkLst>
          <pc:docMk/>
          <pc:sldMk cId="0" sldId="714"/>
        </pc:sldMkLst>
        <pc:spChg chg="mod">
          <ac:chgData name="Rian Pratama" userId="ba5a381f79e67128" providerId="LiveId" clId="{1B3D42E5-558C-46C9-A1CA-A9EF05FAD6B9}" dt="2025-11-03T01:55:42.071" v="183" actId="14100"/>
          <ac:spMkLst>
            <pc:docMk/>
            <pc:sldMk cId="0" sldId="714"/>
            <ac:spMk id="4" creationId="{D6C339CB-E938-080B-D7AB-DD1C1069F081}"/>
          </ac:spMkLst>
        </pc:spChg>
      </pc:sldChg>
      <pc:sldChg chg="addSp modSp mod">
        <pc:chgData name="Rian Pratama" userId="ba5a381f79e67128" providerId="LiveId" clId="{1B3D42E5-558C-46C9-A1CA-A9EF05FAD6B9}" dt="2025-11-03T05:14:00.654" v="885" actId="20577"/>
        <pc:sldMkLst>
          <pc:docMk/>
          <pc:sldMk cId="0" sldId="718"/>
        </pc:sldMkLst>
        <pc:spChg chg="mod">
          <ac:chgData name="Rian Pratama" userId="ba5a381f79e67128" providerId="LiveId" clId="{1B3D42E5-558C-46C9-A1CA-A9EF05FAD6B9}" dt="2025-11-03T05:14:00.654" v="885" actId="20577"/>
          <ac:spMkLst>
            <pc:docMk/>
            <pc:sldMk cId="0" sldId="718"/>
            <ac:spMk id="2" creationId="{9205B2B8-AACD-B1F2-76B7-718300CC1903}"/>
          </ac:spMkLst>
        </pc:spChg>
        <pc:spChg chg="add">
          <ac:chgData name="Rian Pratama" userId="ba5a381f79e67128" providerId="LiveId" clId="{1B3D42E5-558C-46C9-A1CA-A9EF05FAD6B9}" dt="2025-11-03T05:13:40.142" v="878"/>
          <ac:spMkLst>
            <pc:docMk/>
            <pc:sldMk cId="0" sldId="718"/>
            <ac:spMk id="3" creationId="{F0720599-E4E9-35C8-06E3-0AAFD84E97C4}"/>
          </ac:spMkLst>
        </pc:spChg>
      </pc:sldChg>
      <pc:sldChg chg="modSp mod">
        <pc:chgData name="Rian Pratama" userId="ba5a381f79e67128" providerId="LiveId" clId="{1B3D42E5-558C-46C9-A1CA-A9EF05FAD6B9}" dt="2025-11-03T01:46:53.648" v="39" actId="20577"/>
        <pc:sldMkLst>
          <pc:docMk/>
          <pc:sldMk cId="3872943643" sldId="720"/>
        </pc:sldMkLst>
        <pc:spChg chg="mod">
          <ac:chgData name="Rian Pratama" userId="ba5a381f79e67128" providerId="LiveId" clId="{1B3D42E5-558C-46C9-A1CA-A9EF05FAD6B9}" dt="2025-11-03T01:46:43.662" v="29"/>
          <ac:spMkLst>
            <pc:docMk/>
            <pc:sldMk cId="3872943643" sldId="720"/>
            <ac:spMk id="2" creationId="{32DC8378-BCE3-40FA-B960-2421B744603B}"/>
          </ac:spMkLst>
        </pc:spChg>
        <pc:spChg chg="mod">
          <ac:chgData name="Rian Pratama" userId="ba5a381f79e67128" providerId="LiveId" clId="{1B3D42E5-558C-46C9-A1CA-A9EF05FAD6B9}" dt="2025-11-03T01:46:40.160" v="28" actId="948"/>
          <ac:spMkLst>
            <pc:docMk/>
            <pc:sldMk cId="3872943643" sldId="720"/>
            <ac:spMk id="3" creationId="{DC6136BB-9456-4FC1-BB91-54E080B2D39D}"/>
          </ac:spMkLst>
        </pc:spChg>
        <pc:spChg chg="mod">
          <ac:chgData name="Rian Pratama" userId="ba5a381f79e67128" providerId="LiveId" clId="{1B3D42E5-558C-46C9-A1CA-A9EF05FAD6B9}" dt="2025-11-03T01:46:31.664" v="27" actId="20577"/>
          <ac:spMkLst>
            <pc:docMk/>
            <pc:sldMk cId="3872943643" sldId="720"/>
            <ac:spMk id="6" creationId="{D8E5B8F3-CB49-40D8-A45B-34B0EF7F7B1B}"/>
          </ac:spMkLst>
        </pc:spChg>
        <pc:spChg chg="mod">
          <ac:chgData name="Rian Pratama" userId="ba5a381f79e67128" providerId="LiveId" clId="{1B3D42E5-558C-46C9-A1CA-A9EF05FAD6B9}" dt="2025-11-03T01:46:23.844" v="20" actId="20577"/>
          <ac:spMkLst>
            <pc:docMk/>
            <pc:sldMk cId="3872943643" sldId="720"/>
            <ac:spMk id="7" creationId="{A9DEF3EF-3EE9-4458-B35C-ED98D98859B8}"/>
          </ac:spMkLst>
        </pc:spChg>
        <pc:spChg chg="mod">
          <ac:chgData name="Rian Pratama" userId="ba5a381f79e67128" providerId="LiveId" clId="{1B3D42E5-558C-46C9-A1CA-A9EF05FAD6B9}" dt="2025-11-03T01:46:53.648" v="39" actId="20577"/>
          <ac:spMkLst>
            <pc:docMk/>
            <pc:sldMk cId="3872943643" sldId="720"/>
            <ac:spMk id="8" creationId="{A95B35AF-1078-40EC-A637-4AFF3EA98ABF}"/>
          </ac:spMkLst>
        </pc:spChg>
      </pc:sldChg>
      <pc:sldChg chg="modSp mod">
        <pc:chgData name="Rian Pratama" userId="ba5a381f79e67128" providerId="LiveId" clId="{1B3D42E5-558C-46C9-A1CA-A9EF05FAD6B9}" dt="2025-11-03T01:49:25.234" v="119" actId="20577"/>
        <pc:sldMkLst>
          <pc:docMk/>
          <pc:sldMk cId="2318451459" sldId="722"/>
        </pc:sldMkLst>
        <pc:spChg chg="mod">
          <ac:chgData name="Rian Pratama" userId="ba5a381f79e67128" providerId="LiveId" clId="{1B3D42E5-558C-46C9-A1CA-A9EF05FAD6B9}" dt="2025-11-03T01:49:25.234" v="119" actId="20577"/>
          <ac:spMkLst>
            <pc:docMk/>
            <pc:sldMk cId="2318451459" sldId="722"/>
            <ac:spMk id="7" creationId="{B211814F-8841-4761-97F8-CE761587CB76}"/>
          </ac:spMkLst>
        </pc:spChg>
      </pc:sldChg>
      <pc:sldChg chg="add">
        <pc:chgData name="Rian Pratama" userId="ba5a381f79e67128" providerId="LiveId" clId="{1B3D42E5-558C-46C9-A1CA-A9EF05FAD6B9}" dt="2025-11-03T05:16:36.066" v="951"/>
        <pc:sldMkLst>
          <pc:docMk/>
          <pc:sldMk cId="3559558601" sldId="727"/>
        </pc:sldMkLst>
      </pc:sldChg>
      <pc:sldChg chg="add">
        <pc:chgData name="Rian Pratama" userId="ba5a381f79e67128" providerId="LiveId" clId="{1B3D42E5-558C-46C9-A1CA-A9EF05FAD6B9}" dt="2025-11-03T05:42:01.313" v="1165"/>
        <pc:sldMkLst>
          <pc:docMk/>
          <pc:sldMk cId="98035407" sldId="728"/>
        </pc:sldMkLst>
      </pc:sldChg>
      <pc:sldChg chg="modSp mod">
        <pc:chgData name="Rian Pratama" userId="ba5a381f79e67128" providerId="LiveId" clId="{1B3D42E5-558C-46C9-A1CA-A9EF05FAD6B9}" dt="2025-11-03T01:55:04.624" v="181" actId="113"/>
        <pc:sldMkLst>
          <pc:docMk/>
          <pc:sldMk cId="1849424172" sldId="731"/>
        </pc:sldMkLst>
        <pc:spChg chg="mod">
          <ac:chgData name="Rian Pratama" userId="ba5a381f79e67128" providerId="LiveId" clId="{1B3D42E5-558C-46C9-A1CA-A9EF05FAD6B9}" dt="2025-11-03T01:50:06.692" v="129" actId="20577"/>
          <ac:spMkLst>
            <pc:docMk/>
            <pc:sldMk cId="1849424172" sldId="731"/>
            <ac:spMk id="2" creationId="{0EC965CA-E9B6-4CBC-9FC5-61BD89C58044}"/>
          </ac:spMkLst>
        </pc:spChg>
        <pc:spChg chg="mod">
          <ac:chgData name="Rian Pratama" userId="ba5a381f79e67128" providerId="LiveId" clId="{1B3D42E5-558C-46C9-A1CA-A9EF05FAD6B9}" dt="2025-11-03T01:55:04.624" v="181" actId="113"/>
          <ac:spMkLst>
            <pc:docMk/>
            <pc:sldMk cId="1849424172" sldId="731"/>
            <ac:spMk id="3" creationId="{B9CD9326-1E99-476A-A02A-3C18EABB03CD}"/>
          </ac:spMkLst>
        </pc:spChg>
      </pc:sldChg>
      <pc:sldChg chg="modSp mod">
        <pc:chgData name="Rian Pratama" userId="ba5a381f79e67128" providerId="LiveId" clId="{1B3D42E5-558C-46C9-A1CA-A9EF05FAD6B9}" dt="2025-11-03T05:15:37.681" v="950" actId="20577"/>
        <pc:sldMkLst>
          <pc:docMk/>
          <pc:sldMk cId="3102754067" sldId="732"/>
        </pc:sldMkLst>
        <pc:spChg chg="mod">
          <ac:chgData name="Rian Pratama" userId="ba5a381f79e67128" providerId="LiveId" clId="{1B3D42E5-558C-46C9-A1CA-A9EF05FAD6B9}" dt="2025-11-03T05:15:37.681" v="950" actId="20577"/>
          <ac:spMkLst>
            <pc:docMk/>
            <pc:sldMk cId="3102754067" sldId="732"/>
            <ac:spMk id="25602" creationId="{904D791A-192B-CF9D-FB25-28BF91E9B6DC}"/>
          </ac:spMkLst>
        </pc:spChg>
        <pc:spChg chg="mod">
          <ac:chgData name="Rian Pratama" userId="ba5a381f79e67128" providerId="LiveId" clId="{1B3D42E5-558C-46C9-A1CA-A9EF05FAD6B9}" dt="2025-11-03T05:15:20.209" v="907" actId="20577"/>
          <ac:spMkLst>
            <pc:docMk/>
            <pc:sldMk cId="3102754067" sldId="732"/>
            <ac:spMk id="39939" creationId="{62761D77-EF23-1C10-927A-75293A602719}"/>
          </ac:spMkLst>
        </pc:spChg>
      </pc:sldChg>
      <pc:sldChg chg="addSp delSp modSp mod">
        <pc:chgData name="Rian Pratama" userId="ba5a381f79e67128" providerId="LiveId" clId="{1B3D42E5-558C-46C9-A1CA-A9EF05FAD6B9}" dt="2025-11-03T01:56:26.256" v="201" actId="20577"/>
        <pc:sldMkLst>
          <pc:docMk/>
          <pc:sldMk cId="274287650" sldId="734"/>
        </pc:sldMkLst>
        <pc:spChg chg="mod">
          <ac:chgData name="Rian Pratama" userId="ba5a381f79e67128" providerId="LiveId" clId="{1B3D42E5-558C-46C9-A1CA-A9EF05FAD6B9}" dt="2025-11-03T01:56:04.685" v="184"/>
          <ac:spMkLst>
            <pc:docMk/>
            <pc:sldMk cId="274287650" sldId="734"/>
            <ac:spMk id="3" creationId="{05F63E5A-8C29-4303-8158-2E91B363B37B}"/>
          </ac:spMkLst>
        </pc:spChg>
        <pc:spChg chg="add mod">
          <ac:chgData name="Rian Pratama" userId="ba5a381f79e67128" providerId="LiveId" clId="{1B3D42E5-558C-46C9-A1CA-A9EF05FAD6B9}" dt="2025-11-03T01:56:09.193" v="186" actId="571"/>
          <ac:spMkLst>
            <pc:docMk/>
            <pc:sldMk cId="274287650" sldId="734"/>
            <ac:spMk id="7" creationId="{1DF71B42-6480-1E9D-1881-40B92BB9E0C3}"/>
          </ac:spMkLst>
        </pc:spChg>
        <pc:spChg chg="add mod">
          <ac:chgData name="Rian Pratama" userId="ba5a381f79e67128" providerId="LiveId" clId="{1B3D42E5-558C-46C9-A1CA-A9EF05FAD6B9}" dt="2025-11-03T01:56:09.193" v="186" actId="571"/>
          <ac:spMkLst>
            <pc:docMk/>
            <pc:sldMk cId="274287650" sldId="734"/>
            <ac:spMk id="8" creationId="{A034043C-7ACF-262C-979D-B2DCFA91074F}"/>
          </ac:spMkLst>
        </pc:spChg>
        <pc:spChg chg="mod">
          <ac:chgData name="Rian Pratama" userId="ba5a381f79e67128" providerId="LiveId" clId="{1B3D42E5-558C-46C9-A1CA-A9EF05FAD6B9}" dt="2025-11-03T01:56:26.256" v="201" actId="20577"/>
          <ac:spMkLst>
            <pc:docMk/>
            <pc:sldMk cId="274287650" sldId="734"/>
            <ac:spMk id="10" creationId="{6FE71385-691C-404B-B448-1064FA82306F}"/>
          </ac:spMkLst>
        </pc:spChg>
        <pc:spChg chg="del">
          <ac:chgData name="Rian Pratama" userId="ba5a381f79e67128" providerId="LiveId" clId="{1B3D42E5-558C-46C9-A1CA-A9EF05FAD6B9}" dt="2025-11-03T01:56:16.451" v="188" actId="478"/>
          <ac:spMkLst>
            <pc:docMk/>
            <pc:sldMk cId="274287650" sldId="734"/>
            <ac:spMk id="12" creationId="{4E8474F6-85E8-4326-A6CC-59530A0B88DA}"/>
          </ac:spMkLst>
        </pc:spChg>
        <pc:spChg chg="del">
          <ac:chgData name="Rian Pratama" userId="ba5a381f79e67128" providerId="LiveId" clId="{1B3D42E5-558C-46C9-A1CA-A9EF05FAD6B9}" dt="2025-11-03T01:56:14.593" v="187" actId="478"/>
          <ac:spMkLst>
            <pc:docMk/>
            <pc:sldMk cId="274287650" sldId="734"/>
            <ac:spMk id="13" creationId="{F1A40F65-7E83-4820-987E-275A1A5C4678}"/>
          </ac:spMkLst>
        </pc:spChg>
        <pc:spChg chg="del">
          <ac:chgData name="Rian Pratama" userId="ba5a381f79e67128" providerId="LiveId" clId="{1B3D42E5-558C-46C9-A1CA-A9EF05FAD6B9}" dt="2025-11-03T01:56:14.593" v="187" actId="478"/>
          <ac:spMkLst>
            <pc:docMk/>
            <pc:sldMk cId="274287650" sldId="734"/>
            <ac:spMk id="14" creationId="{375C55BA-F868-43B8-B914-DD74892C231B}"/>
          </ac:spMkLst>
        </pc:spChg>
        <pc:spChg chg="mod">
          <ac:chgData name="Rian Pratama" userId="ba5a381f79e67128" providerId="LiveId" clId="{1B3D42E5-558C-46C9-A1CA-A9EF05FAD6B9}" dt="2025-11-03T01:56:20.712" v="189"/>
          <ac:spMkLst>
            <pc:docMk/>
            <pc:sldMk cId="274287650" sldId="734"/>
            <ac:spMk id="16" creationId="{099C60D2-BEAF-C2FF-55D8-5E217A5E88C4}"/>
          </ac:spMkLst>
        </pc:spChg>
        <pc:spChg chg="mod">
          <ac:chgData name="Rian Pratama" userId="ba5a381f79e67128" providerId="LiveId" clId="{1B3D42E5-558C-46C9-A1CA-A9EF05FAD6B9}" dt="2025-11-03T01:56:20.712" v="189"/>
          <ac:spMkLst>
            <pc:docMk/>
            <pc:sldMk cId="274287650" sldId="734"/>
            <ac:spMk id="17" creationId="{0C0148A6-9AF9-3142-5A14-F63B8D4AA09D}"/>
          </ac:spMkLst>
        </pc:spChg>
        <pc:spChg chg="mod">
          <ac:chgData name="Rian Pratama" userId="ba5a381f79e67128" providerId="LiveId" clId="{1B3D42E5-558C-46C9-A1CA-A9EF05FAD6B9}" dt="2025-11-03T01:56:20.712" v="189"/>
          <ac:spMkLst>
            <pc:docMk/>
            <pc:sldMk cId="274287650" sldId="734"/>
            <ac:spMk id="18" creationId="{00648DB2-6956-7554-55DC-33B8083E54DC}"/>
          </ac:spMkLst>
        </pc:spChg>
        <pc:grpChg chg="add mod">
          <ac:chgData name="Rian Pratama" userId="ba5a381f79e67128" providerId="LiveId" clId="{1B3D42E5-558C-46C9-A1CA-A9EF05FAD6B9}" dt="2025-11-03T01:56:20.712" v="189"/>
          <ac:grpSpMkLst>
            <pc:docMk/>
            <pc:sldMk cId="274287650" sldId="734"/>
            <ac:grpSpMk id="9" creationId="{34CB4ED6-468E-31B3-7BB4-4D33180A80DF}"/>
          </ac:grpSpMkLst>
        </pc:grpChg>
        <pc:picChg chg="add mod">
          <ac:chgData name="Rian Pratama" userId="ba5a381f79e67128" providerId="LiveId" clId="{1B3D42E5-558C-46C9-A1CA-A9EF05FAD6B9}" dt="2025-11-03T01:56:09.193" v="186" actId="571"/>
          <ac:picMkLst>
            <pc:docMk/>
            <pc:sldMk cId="274287650" sldId="734"/>
            <ac:picMk id="6" creationId="{1125A460-D88E-DD7B-BECD-E248CA1DD39A}"/>
          </ac:picMkLst>
        </pc:picChg>
        <pc:picChg chg="del">
          <ac:chgData name="Rian Pratama" userId="ba5a381f79e67128" providerId="LiveId" clId="{1B3D42E5-558C-46C9-A1CA-A9EF05FAD6B9}" dt="2025-11-03T01:56:14.593" v="187" actId="478"/>
          <ac:picMkLst>
            <pc:docMk/>
            <pc:sldMk cId="274287650" sldId="734"/>
            <ac:picMk id="11" creationId="{012895AC-A9AA-4C73-A991-D573E96BCC31}"/>
          </ac:picMkLst>
        </pc:picChg>
        <pc:picChg chg="mod">
          <ac:chgData name="Rian Pratama" userId="ba5a381f79e67128" providerId="LiveId" clId="{1B3D42E5-558C-46C9-A1CA-A9EF05FAD6B9}" dt="2025-11-03T01:56:20.712" v="189"/>
          <ac:picMkLst>
            <pc:docMk/>
            <pc:sldMk cId="274287650" sldId="734"/>
            <ac:picMk id="15" creationId="{DAF513B3-6EDA-BA1B-30CD-C5608DEC4A8D}"/>
          </ac:picMkLst>
        </pc:picChg>
      </pc:sldChg>
      <pc:sldChg chg="del">
        <pc:chgData name="Rian Pratama" userId="ba5a381f79e67128" providerId="LiveId" clId="{1B3D42E5-558C-46C9-A1CA-A9EF05FAD6B9}" dt="2025-11-03T05:17:02.489" v="953" actId="47"/>
        <pc:sldMkLst>
          <pc:docMk/>
          <pc:sldMk cId="2439305840" sldId="735"/>
        </pc:sldMkLst>
      </pc:sldChg>
      <pc:sldChg chg="del">
        <pc:chgData name="Rian Pratama" userId="ba5a381f79e67128" providerId="LiveId" clId="{1B3D42E5-558C-46C9-A1CA-A9EF05FAD6B9}" dt="2025-11-03T05:17:03.163" v="954" actId="47"/>
        <pc:sldMkLst>
          <pc:docMk/>
          <pc:sldMk cId="156171457" sldId="736"/>
        </pc:sldMkLst>
      </pc:sldChg>
      <pc:sldChg chg="modSp mod">
        <pc:chgData name="Rian Pratama" userId="ba5a381f79e67128" providerId="LiveId" clId="{1B3D42E5-558C-46C9-A1CA-A9EF05FAD6B9}" dt="2025-11-03T02:13:30.280" v="400" actId="20577"/>
        <pc:sldMkLst>
          <pc:docMk/>
          <pc:sldMk cId="334636557" sldId="737"/>
        </pc:sldMkLst>
        <pc:spChg chg="mod">
          <ac:chgData name="Rian Pratama" userId="ba5a381f79e67128" providerId="LiveId" clId="{1B3D42E5-558C-46C9-A1CA-A9EF05FAD6B9}" dt="2025-11-03T02:13:30.280" v="400" actId="20577"/>
          <ac:spMkLst>
            <pc:docMk/>
            <pc:sldMk cId="334636557" sldId="737"/>
            <ac:spMk id="4" creationId="{69545A5E-A931-2C0F-4EA2-B84E4AED3F7F}"/>
          </ac:spMkLst>
        </pc:spChg>
      </pc:sldChg>
      <pc:sldChg chg="modSp mod">
        <pc:chgData name="Rian Pratama" userId="ba5a381f79e67128" providerId="LiveId" clId="{1B3D42E5-558C-46C9-A1CA-A9EF05FAD6B9}" dt="2025-11-03T05:40:25.757" v="1130" actId="113"/>
        <pc:sldMkLst>
          <pc:docMk/>
          <pc:sldMk cId="1537024296" sldId="738"/>
        </pc:sldMkLst>
        <pc:spChg chg="mod">
          <ac:chgData name="Rian Pratama" userId="ba5a381f79e67128" providerId="LiveId" clId="{1B3D42E5-558C-46C9-A1CA-A9EF05FAD6B9}" dt="2025-11-03T04:59:01.138" v="530" actId="20577"/>
          <ac:spMkLst>
            <pc:docMk/>
            <pc:sldMk cId="1537024296" sldId="738"/>
            <ac:spMk id="4" creationId="{6D4E046A-8B52-1999-DFBC-6245D4904AD5}"/>
          </ac:spMkLst>
        </pc:spChg>
        <pc:spChg chg="mod">
          <ac:chgData name="Rian Pratama" userId="ba5a381f79e67128" providerId="LiveId" clId="{1B3D42E5-558C-46C9-A1CA-A9EF05FAD6B9}" dt="2025-11-03T05:40:25.757" v="1130" actId="113"/>
          <ac:spMkLst>
            <pc:docMk/>
            <pc:sldMk cId="1537024296" sldId="738"/>
            <ac:spMk id="33794" creationId="{91F66C76-0D41-EF53-6AA2-F1D7DC1EECC5}"/>
          </ac:spMkLst>
        </pc:spChg>
      </pc:sldChg>
      <pc:sldChg chg="addSp modSp mod">
        <pc:chgData name="Rian Pratama" userId="ba5a381f79e67128" providerId="LiveId" clId="{1B3D42E5-558C-46C9-A1CA-A9EF05FAD6B9}" dt="2025-11-03T05:03:31.996" v="734"/>
        <pc:sldMkLst>
          <pc:docMk/>
          <pc:sldMk cId="714226132" sldId="739"/>
        </pc:sldMkLst>
        <pc:spChg chg="add">
          <ac:chgData name="Rian Pratama" userId="ba5a381f79e67128" providerId="LiveId" clId="{1B3D42E5-558C-46C9-A1CA-A9EF05FAD6B9}" dt="2025-11-03T05:02:25.484" v="720"/>
          <ac:spMkLst>
            <pc:docMk/>
            <pc:sldMk cId="714226132" sldId="739"/>
            <ac:spMk id="2" creationId="{46147C80-ADF1-61BC-B482-D8B062AC8FAE}"/>
          </ac:spMkLst>
        </pc:spChg>
        <pc:spChg chg="mod">
          <ac:chgData name="Rian Pratama" userId="ba5a381f79e67128" providerId="LiveId" clId="{1B3D42E5-558C-46C9-A1CA-A9EF05FAD6B9}" dt="2025-11-03T05:03:31.996" v="734"/>
          <ac:spMkLst>
            <pc:docMk/>
            <pc:sldMk cId="714226132" sldId="739"/>
            <ac:spMk id="6" creationId="{8CF3096B-833F-E609-74AB-37B6A5494F29}"/>
          </ac:spMkLst>
        </pc:spChg>
        <pc:spChg chg="mod">
          <ac:chgData name="Rian Pratama" userId="ba5a381f79e67128" providerId="LiveId" clId="{1B3D42E5-558C-46C9-A1CA-A9EF05FAD6B9}" dt="2025-11-03T05:02:10.771" v="719" actId="20577"/>
          <ac:spMkLst>
            <pc:docMk/>
            <pc:sldMk cId="714226132" sldId="739"/>
            <ac:spMk id="7" creationId="{E2FCDE05-84FB-6A93-9171-E74031F76316}"/>
          </ac:spMkLst>
        </pc:spChg>
        <pc:spChg chg="mod">
          <ac:chgData name="Rian Pratama" userId="ba5a381f79e67128" providerId="LiveId" clId="{1B3D42E5-558C-46C9-A1CA-A9EF05FAD6B9}" dt="2025-11-03T05:02:59.989" v="733"/>
          <ac:spMkLst>
            <pc:docMk/>
            <pc:sldMk cId="714226132" sldId="739"/>
            <ac:spMk id="33794" creationId="{4178CA4F-B9F1-9CA9-4420-7010ACA2A6BE}"/>
          </ac:spMkLst>
        </pc:spChg>
      </pc:sldChg>
      <pc:sldChg chg="modSp mod">
        <pc:chgData name="Rian Pratama" userId="ba5a381f79e67128" providerId="LiveId" clId="{1B3D42E5-558C-46C9-A1CA-A9EF05FAD6B9}" dt="2025-11-03T05:18:22.683" v="960" actId="20577"/>
        <pc:sldMkLst>
          <pc:docMk/>
          <pc:sldMk cId="2137034673" sldId="740"/>
        </pc:sldMkLst>
        <pc:spChg chg="mod">
          <ac:chgData name="Rian Pratama" userId="ba5a381f79e67128" providerId="LiveId" clId="{1B3D42E5-558C-46C9-A1CA-A9EF05FAD6B9}" dt="2025-11-03T05:18:22.683" v="960" actId="20577"/>
          <ac:spMkLst>
            <pc:docMk/>
            <pc:sldMk cId="2137034673" sldId="740"/>
            <ac:spMk id="2" creationId="{5E18BF94-721E-DEE0-98D0-B21A1D2E99A3}"/>
          </ac:spMkLst>
        </pc:spChg>
        <pc:spChg chg="mod">
          <ac:chgData name="Rian Pratama" userId="ba5a381f79e67128" providerId="LiveId" clId="{1B3D42E5-558C-46C9-A1CA-A9EF05FAD6B9}" dt="2025-11-03T05:06:19.764" v="875" actId="20577"/>
          <ac:spMkLst>
            <pc:docMk/>
            <pc:sldMk cId="2137034673" sldId="740"/>
            <ac:spMk id="3" creationId="{3D4929F7-002C-0D49-1D16-D169B12904D6}"/>
          </ac:spMkLst>
        </pc:spChg>
        <pc:picChg chg="mod">
          <ac:chgData name="Rian Pratama" userId="ba5a381f79e67128" providerId="LiveId" clId="{1B3D42E5-558C-46C9-A1CA-A9EF05FAD6B9}" dt="2025-11-03T05:04:57.154" v="758" actId="1076"/>
          <ac:picMkLst>
            <pc:docMk/>
            <pc:sldMk cId="2137034673" sldId="740"/>
            <ac:picMk id="7" creationId="{7A74F324-2181-D912-6B0B-2A80F8ACFB11}"/>
          </ac:picMkLst>
        </pc:picChg>
        <pc:picChg chg="mod">
          <ac:chgData name="Rian Pratama" userId="ba5a381f79e67128" providerId="LiveId" clId="{1B3D42E5-558C-46C9-A1CA-A9EF05FAD6B9}" dt="2025-11-03T05:06:25.453" v="876" actId="1076"/>
          <ac:picMkLst>
            <pc:docMk/>
            <pc:sldMk cId="2137034673" sldId="740"/>
            <ac:picMk id="9" creationId="{2C85562F-C505-DDE5-8180-DFC867FBC30A}"/>
          </ac:picMkLst>
        </pc:picChg>
        <pc:picChg chg="mod">
          <ac:chgData name="Rian Pratama" userId="ba5a381f79e67128" providerId="LiveId" clId="{1B3D42E5-558C-46C9-A1CA-A9EF05FAD6B9}" dt="2025-11-03T05:06:28.106" v="877" actId="1076"/>
          <ac:picMkLst>
            <pc:docMk/>
            <pc:sldMk cId="2137034673" sldId="740"/>
            <ac:picMk id="11" creationId="{A666199C-184C-68D0-8BAE-9662FE68700A}"/>
          </ac:picMkLst>
        </pc:picChg>
      </pc:sldChg>
      <pc:sldChg chg="modSp mod">
        <pc:chgData name="Rian Pratama" userId="ba5a381f79e67128" providerId="LiveId" clId="{1B3D42E5-558C-46C9-A1CA-A9EF05FAD6B9}" dt="2025-11-03T05:38:51.554" v="1120" actId="20577"/>
        <pc:sldMkLst>
          <pc:docMk/>
          <pc:sldMk cId="1865752165" sldId="741"/>
        </pc:sldMkLst>
        <pc:spChg chg="mod">
          <ac:chgData name="Rian Pratama" userId="ba5a381f79e67128" providerId="LiveId" clId="{1B3D42E5-558C-46C9-A1CA-A9EF05FAD6B9}" dt="2025-11-03T05:38:51.554" v="1120" actId="20577"/>
          <ac:spMkLst>
            <pc:docMk/>
            <pc:sldMk cId="1865752165" sldId="741"/>
            <ac:spMk id="35842" creationId="{95126136-D1D5-872D-210B-ECD8971CD8CF}"/>
          </ac:spMkLst>
        </pc:spChg>
      </pc:sldChg>
      <pc:sldChg chg="modSp mod">
        <pc:chgData name="Rian Pratama" userId="ba5a381f79e67128" providerId="LiveId" clId="{1B3D42E5-558C-46C9-A1CA-A9EF05FAD6B9}" dt="2025-11-03T05:38:58.990" v="1122"/>
        <pc:sldMkLst>
          <pc:docMk/>
          <pc:sldMk cId="1490776723" sldId="742"/>
        </pc:sldMkLst>
        <pc:spChg chg="mod">
          <ac:chgData name="Rian Pratama" userId="ba5a381f79e67128" providerId="LiveId" clId="{1B3D42E5-558C-46C9-A1CA-A9EF05FAD6B9}" dt="2025-11-03T05:38:58.990" v="1122"/>
          <ac:spMkLst>
            <pc:docMk/>
            <pc:sldMk cId="1490776723" sldId="742"/>
            <ac:spMk id="35842" creationId="{489F6153-8684-EDAC-49C7-6D938937A92F}"/>
          </ac:spMkLst>
        </pc:spChg>
      </pc:sldChg>
      <pc:sldChg chg="delSp mod">
        <pc:chgData name="Rian Pratama" userId="ba5a381f79e67128" providerId="LiveId" clId="{1B3D42E5-558C-46C9-A1CA-A9EF05FAD6B9}" dt="2025-11-03T05:14:19.104" v="886" actId="478"/>
        <pc:sldMkLst>
          <pc:docMk/>
          <pc:sldMk cId="3693928230" sldId="743"/>
        </pc:sldMkLst>
        <pc:spChg chg="del">
          <ac:chgData name="Rian Pratama" userId="ba5a381f79e67128" providerId="LiveId" clId="{1B3D42E5-558C-46C9-A1CA-A9EF05FAD6B9}" dt="2025-11-03T05:14:19.104" v="886" actId="478"/>
          <ac:spMkLst>
            <pc:docMk/>
            <pc:sldMk cId="3693928230" sldId="743"/>
            <ac:spMk id="5" creationId="{2FF827B8-4999-8915-A4CF-50283F7EC514}"/>
          </ac:spMkLst>
        </pc:spChg>
      </pc:sldChg>
      <pc:sldChg chg="delSp mod">
        <pc:chgData name="Rian Pratama" userId="ba5a381f79e67128" providerId="LiveId" clId="{1B3D42E5-558C-46C9-A1CA-A9EF05FAD6B9}" dt="2025-11-03T05:14:28.464" v="887" actId="478"/>
        <pc:sldMkLst>
          <pc:docMk/>
          <pc:sldMk cId="788154129" sldId="744"/>
        </pc:sldMkLst>
        <pc:spChg chg="del">
          <ac:chgData name="Rian Pratama" userId="ba5a381f79e67128" providerId="LiveId" clId="{1B3D42E5-558C-46C9-A1CA-A9EF05FAD6B9}" dt="2025-11-03T05:14:28.464" v="887" actId="478"/>
          <ac:spMkLst>
            <pc:docMk/>
            <pc:sldMk cId="788154129" sldId="744"/>
            <ac:spMk id="4" creationId="{818757B1-49A7-6A89-FEE5-B9C1AC392547}"/>
          </ac:spMkLst>
        </pc:spChg>
      </pc:sldChg>
      <pc:sldChg chg="modSp mod">
        <pc:chgData name="Rian Pratama" userId="ba5a381f79e67128" providerId="LiveId" clId="{1B3D42E5-558C-46C9-A1CA-A9EF05FAD6B9}" dt="2025-11-03T05:19:46.790" v="975" actId="1076"/>
        <pc:sldMkLst>
          <pc:docMk/>
          <pc:sldMk cId="1427874697" sldId="745"/>
        </pc:sldMkLst>
        <pc:spChg chg="mod">
          <ac:chgData name="Rian Pratama" userId="ba5a381f79e67128" providerId="LiveId" clId="{1B3D42E5-558C-46C9-A1CA-A9EF05FAD6B9}" dt="2025-11-03T05:18:17.727" v="959" actId="20577"/>
          <ac:spMkLst>
            <pc:docMk/>
            <pc:sldMk cId="1427874697" sldId="745"/>
            <ac:spMk id="2" creationId="{BEE8FEB0-35C8-B368-6EA7-38E97825C870}"/>
          </ac:spMkLst>
        </pc:spChg>
        <pc:spChg chg="mod">
          <ac:chgData name="Rian Pratama" userId="ba5a381f79e67128" providerId="LiveId" clId="{1B3D42E5-558C-46C9-A1CA-A9EF05FAD6B9}" dt="2025-11-03T05:19:25.640" v="974"/>
          <ac:spMkLst>
            <pc:docMk/>
            <pc:sldMk cId="1427874697" sldId="745"/>
            <ac:spMk id="3" creationId="{F72CFF21-9A8D-E4C6-0184-B6CA138C251D}"/>
          </ac:spMkLst>
        </pc:spChg>
        <pc:grpChg chg="mod">
          <ac:chgData name="Rian Pratama" userId="ba5a381f79e67128" providerId="LiveId" clId="{1B3D42E5-558C-46C9-A1CA-A9EF05FAD6B9}" dt="2025-11-03T05:19:46.790" v="975" actId="1076"/>
          <ac:grpSpMkLst>
            <pc:docMk/>
            <pc:sldMk cId="1427874697" sldId="745"/>
            <ac:grpSpMk id="20" creationId="{F0F9C074-AF46-29F7-864B-8029266A1D5D}"/>
          </ac:grpSpMkLst>
        </pc:grpChg>
      </pc:sldChg>
      <pc:sldChg chg="modSp mod">
        <pc:chgData name="Rian Pratama" userId="ba5a381f79e67128" providerId="LiveId" clId="{1B3D42E5-558C-46C9-A1CA-A9EF05FAD6B9}" dt="2025-11-03T05:20:02.507" v="977" actId="20577"/>
        <pc:sldMkLst>
          <pc:docMk/>
          <pc:sldMk cId="2546831319" sldId="746"/>
        </pc:sldMkLst>
        <pc:spChg chg="mod">
          <ac:chgData name="Rian Pratama" userId="ba5a381f79e67128" providerId="LiveId" clId="{1B3D42E5-558C-46C9-A1CA-A9EF05FAD6B9}" dt="2025-11-03T05:19:55.750" v="976"/>
          <ac:spMkLst>
            <pc:docMk/>
            <pc:sldMk cId="2546831319" sldId="746"/>
            <ac:spMk id="2" creationId="{D023F1BD-498E-43E8-1D95-C59C9CA379CC}"/>
          </ac:spMkLst>
        </pc:spChg>
        <pc:spChg chg="mod">
          <ac:chgData name="Rian Pratama" userId="ba5a381f79e67128" providerId="LiveId" clId="{1B3D42E5-558C-46C9-A1CA-A9EF05FAD6B9}" dt="2025-11-03T05:20:02.507" v="977" actId="20577"/>
          <ac:spMkLst>
            <pc:docMk/>
            <pc:sldMk cId="2546831319" sldId="746"/>
            <ac:spMk id="3" creationId="{F22AE83B-0627-37FC-B265-956CAC8FDB9A}"/>
          </ac:spMkLst>
        </pc:spChg>
      </pc:sldChg>
      <pc:sldChg chg="addSp modSp mod">
        <pc:chgData name="Rian Pratama" userId="ba5a381f79e67128" providerId="LiveId" clId="{1B3D42E5-558C-46C9-A1CA-A9EF05FAD6B9}" dt="2025-11-03T05:23:53.985" v="1097" actId="113"/>
        <pc:sldMkLst>
          <pc:docMk/>
          <pc:sldMk cId="1810705745" sldId="747"/>
        </pc:sldMkLst>
        <pc:spChg chg="mod">
          <ac:chgData name="Rian Pratama" userId="ba5a381f79e67128" providerId="LiveId" clId="{1B3D42E5-558C-46C9-A1CA-A9EF05FAD6B9}" dt="2025-11-03T05:20:24.608" v="979"/>
          <ac:spMkLst>
            <pc:docMk/>
            <pc:sldMk cId="1810705745" sldId="747"/>
            <ac:spMk id="2" creationId="{B173F4DE-C8B7-0CCB-6BF9-C9FCA6E5A3D3}"/>
          </ac:spMkLst>
        </pc:spChg>
        <pc:spChg chg="mod">
          <ac:chgData name="Rian Pratama" userId="ba5a381f79e67128" providerId="LiveId" clId="{1B3D42E5-558C-46C9-A1CA-A9EF05FAD6B9}" dt="2025-11-03T05:23:53.985" v="1097" actId="113"/>
          <ac:spMkLst>
            <pc:docMk/>
            <pc:sldMk cId="1810705745" sldId="747"/>
            <ac:spMk id="3" creationId="{40041FDB-35F8-CC54-2158-DEE4C8CD8404}"/>
          </ac:spMkLst>
        </pc:spChg>
        <pc:spChg chg="add">
          <ac:chgData name="Rian Pratama" userId="ba5a381f79e67128" providerId="LiveId" clId="{1B3D42E5-558C-46C9-A1CA-A9EF05FAD6B9}" dt="2025-11-03T05:23:14.225" v="1029"/>
          <ac:spMkLst>
            <pc:docMk/>
            <pc:sldMk cId="1810705745" sldId="747"/>
            <ac:spMk id="17" creationId="{43EC4483-8D00-003C-BE8F-B5C0EA6402E0}"/>
          </ac:spMkLst>
        </pc:spChg>
        <pc:picChg chg="mod">
          <ac:chgData name="Rian Pratama" userId="ba5a381f79e67128" providerId="LiveId" clId="{1B3D42E5-558C-46C9-A1CA-A9EF05FAD6B9}" dt="2025-11-03T05:20:13.307" v="978" actId="1076"/>
          <ac:picMkLst>
            <pc:docMk/>
            <pc:sldMk cId="1810705745" sldId="747"/>
            <ac:picMk id="18" creationId="{2D62F8C9-B242-C0BD-ED7F-73807D41E880}"/>
          </ac:picMkLst>
        </pc:picChg>
        <pc:picChg chg="mod">
          <ac:chgData name="Rian Pratama" userId="ba5a381f79e67128" providerId="LiveId" clId="{1B3D42E5-558C-46C9-A1CA-A9EF05FAD6B9}" dt="2025-11-03T05:20:13.307" v="978" actId="1076"/>
          <ac:picMkLst>
            <pc:docMk/>
            <pc:sldMk cId="1810705745" sldId="747"/>
            <ac:picMk id="20" creationId="{651F8756-E205-F606-9651-FEF897B057F9}"/>
          </ac:picMkLst>
        </pc:picChg>
      </pc:sldChg>
      <pc:sldChg chg="modSp">
        <pc:chgData name="Rian Pratama" userId="ba5a381f79e67128" providerId="LiveId" clId="{1B3D42E5-558C-46C9-A1CA-A9EF05FAD6B9}" dt="2025-11-03T05:24:05.874" v="1098"/>
        <pc:sldMkLst>
          <pc:docMk/>
          <pc:sldMk cId="3071310840" sldId="748"/>
        </pc:sldMkLst>
        <pc:spChg chg="mod">
          <ac:chgData name="Rian Pratama" userId="ba5a381f79e67128" providerId="LiveId" clId="{1B3D42E5-558C-46C9-A1CA-A9EF05FAD6B9}" dt="2025-11-03T05:20:25.910" v="980"/>
          <ac:spMkLst>
            <pc:docMk/>
            <pc:sldMk cId="3071310840" sldId="748"/>
            <ac:spMk id="2" creationId="{FDCB3BF6-EAF0-4313-8809-36182A1FA7D8}"/>
          </ac:spMkLst>
        </pc:spChg>
        <pc:spChg chg="mod">
          <ac:chgData name="Rian Pratama" userId="ba5a381f79e67128" providerId="LiveId" clId="{1B3D42E5-558C-46C9-A1CA-A9EF05FAD6B9}" dt="2025-11-03T05:24:05.874" v="1098"/>
          <ac:spMkLst>
            <pc:docMk/>
            <pc:sldMk cId="3071310840" sldId="748"/>
            <ac:spMk id="3" creationId="{D2199E04-D864-B416-D8BA-D045A225024F}"/>
          </ac:spMkLst>
        </pc:spChg>
      </pc:sldChg>
      <pc:sldChg chg="add del">
        <pc:chgData name="Rian Pratama" userId="ba5a381f79e67128" providerId="LiveId" clId="{1B3D42E5-558C-46C9-A1CA-A9EF05FAD6B9}" dt="2025-11-03T05:42:05.731" v="1166" actId="47"/>
        <pc:sldMkLst>
          <pc:docMk/>
          <pc:sldMk cId="2242928304" sldId="7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0B05DEBE-B1A0-C847-3397-CBA6B22DA9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EAA74FC5-550B-0D6F-6B45-8DB6865C10A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AED94C20-7D6B-9E7E-E46D-26162A88E54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320770A9-C068-39DB-7932-CE375186ED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9B01949B-C715-41C5-A5C7-8DBEE155EE6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C2E6B109-2F39-4E8D-7AB8-1351B42E40A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B5ADC71-0910-A16E-97D6-820EA04D14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03FF636-F98A-DAEE-30A0-476435E76DB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844B32D1-5CD3-EB1C-8BD9-DADFF2E1428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3FA88556-20DB-3C74-124C-A4DC2573F3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ABF147-3500-8FD3-266A-A2701CDD91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DDA90FDE-9605-4AF0-B986-7F270257FB87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EDBED419-FB4F-BEAC-0F0E-3951A9A091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5826927E-E136-BF19-12F5-CDF547AD5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7E0A4953-EDBA-9D60-648E-7F9EAF0CD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F61DEF5-3A79-4A4D-A8B6-E0147F8BF3FC}" type="slidenum">
              <a:rPr lang="ko-KR" altLang="en-US"/>
              <a:pPr/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48CCCEB2-DA54-75B9-01D7-C2D0C1D65C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1B0781DC-D643-20B9-654A-39603B961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7B20DF54-9443-3598-CE79-0EFD3287C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EF6D18A-FFC6-4B5A-BDF4-966CB00BE00E}" type="slidenum">
              <a:rPr lang="ko-KR" altLang="en-US"/>
              <a:pPr/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D3B44D73-34DC-FB69-61E3-2169EC0C93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6082CFBD-06B0-2820-3BD1-6DF2C7529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94D70A9D-4F38-98AD-C02C-E1D04A5C6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39603CFB-FCB2-4C75-8F58-B40B99668E15}" type="slidenum">
              <a:rPr lang="ko-KR" altLang="en-US"/>
              <a:pPr/>
              <a:t>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>
            <a:extLst>
              <a:ext uri="{FF2B5EF4-FFF2-40B4-BE49-F238E27FC236}">
                <a16:creationId xmlns:a16="http://schemas.microsoft.com/office/drawing/2014/main" id="{FC3EBB3A-0B00-F352-0D36-F436DC7249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슬라이드 노트 개체 틀 2">
            <a:extLst>
              <a:ext uri="{FF2B5EF4-FFF2-40B4-BE49-F238E27FC236}">
                <a16:creationId xmlns:a16="http://schemas.microsoft.com/office/drawing/2014/main" id="{5C6F9216-7B91-FBD1-3A6B-FE82FA8B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676" name="슬라이드 번호 개체 틀 3">
            <a:extLst>
              <a:ext uri="{FF2B5EF4-FFF2-40B4-BE49-F238E27FC236}">
                <a16:creationId xmlns:a16="http://schemas.microsoft.com/office/drawing/2014/main" id="{7CAD28B7-8245-4EF1-4FD2-BE403E3EA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39E7CFB-39CA-47D9-A114-3A8C39217A67}" type="slidenum">
              <a:rPr lang="ko-KR" altLang="en-US"/>
              <a:pPr/>
              <a:t>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>
            <a:extLst>
              <a:ext uri="{FF2B5EF4-FFF2-40B4-BE49-F238E27FC236}">
                <a16:creationId xmlns:a16="http://schemas.microsoft.com/office/drawing/2014/main" id="{AC85E2A8-3F7D-5AFF-8BE4-797A99B4FB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슬라이드 노트 개체 틀 2">
            <a:extLst>
              <a:ext uri="{FF2B5EF4-FFF2-40B4-BE49-F238E27FC236}">
                <a16:creationId xmlns:a16="http://schemas.microsoft.com/office/drawing/2014/main" id="{9B02EF13-2F09-A4BC-6C6A-BBCE55F8C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24" name="슬라이드 번호 개체 틀 3">
            <a:extLst>
              <a:ext uri="{FF2B5EF4-FFF2-40B4-BE49-F238E27FC236}">
                <a16:creationId xmlns:a16="http://schemas.microsoft.com/office/drawing/2014/main" id="{39245B29-80E8-F49D-BC68-571C84762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11C8035-851F-4DED-876A-5448CF5E076F}" type="slidenum">
              <a:rPr lang="ko-KR" altLang="en-US"/>
              <a:pPr/>
              <a:t>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>
            <a:extLst>
              <a:ext uri="{FF2B5EF4-FFF2-40B4-BE49-F238E27FC236}">
                <a16:creationId xmlns:a16="http://schemas.microsoft.com/office/drawing/2014/main" id="{8E21A94E-BE86-A3FF-13B3-71EC316C3C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슬라이드 노트 개체 틀 2">
            <a:extLst>
              <a:ext uri="{FF2B5EF4-FFF2-40B4-BE49-F238E27FC236}">
                <a16:creationId xmlns:a16="http://schemas.microsoft.com/office/drawing/2014/main" id="{54B42CEA-4A09-2847-05CD-5815D4015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2772" name="슬라이드 번호 개체 틀 3">
            <a:extLst>
              <a:ext uri="{FF2B5EF4-FFF2-40B4-BE49-F238E27FC236}">
                <a16:creationId xmlns:a16="http://schemas.microsoft.com/office/drawing/2014/main" id="{17AC5373-6B36-7397-0AE7-9A4A3E627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8FBDB60-DCC9-4BA8-8A14-4079C83869F1}" type="slidenum">
              <a:rPr lang="ko-KR" altLang="en-US"/>
              <a:pPr/>
              <a:t>10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722B-67F6-C64D-2C08-8CCEB4EB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>
            <a:extLst>
              <a:ext uri="{FF2B5EF4-FFF2-40B4-BE49-F238E27FC236}">
                <a16:creationId xmlns:a16="http://schemas.microsoft.com/office/drawing/2014/main" id="{90BB53A2-A389-3951-EB29-C1CD3A86C5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슬라이드 노트 개체 틀 2">
            <a:extLst>
              <a:ext uri="{FF2B5EF4-FFF2-40B4-BE49-F238E27FC236}">
                <a16:creationId xmlns:a16="http://schemas.microsoft.com/office/drawing/2014/main" id="{DB621EA6-402E-812C-1413-50291F80E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2772" name="슬라이드 번호 개체 틀 3">
            <a:extLst>
              <a:ext uri="{FF2B5EF4-FFF2-40B4-BE49-F238E27FC236}">
                <a16:creationId xmlns:a16="http://schemas.microsoft.com/office/drawing/2014/main" id="{3AACD96E-A855-203A-B971-15899275D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8FBDB60-DCC9-4BA8-8A14-4079C83869F1}" type="slidenum">
              <a:rPr lang="ko-KR" altLang="en-US"/>
              <a:pPr/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7364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4914BBE9-9202-4A42-C98A-B9CE92E217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B78F1D7-1F43-ECFB-60A4-E37F95E7D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0F6C0E98-BF1A-71B5-72D5-0CA4D1E7F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AA260D4-255F-4B75-80A8-DD38DD4894A2}" type="slidenum">
              <a:rPr lang="ko-KR" altLang="en-US"/>
              <a:pPr/>
              <a:t>12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9F326-CB29-E3B0-7C72-310F729E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422539EA-2587-7378-00A9-3D05A60792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F71718BA-E849-CF71-A366-8BACE6348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32EF82A-BA5C-2F74-733F-BAADEA0EA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AA260D4-255F-4B75-80A8-DD38DD4894A2}" type="slidenum">
              <a:rPr lang="ko-KR" altLang="en-US"/>
              <a:pPr/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1144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2F52-98E2-6CEE-A4C3-25C92CA7B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A0DF79F2-38EF-F80A-7B23-4C1D5FC1AE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7F7FD0BE-8F1A-B9F8-10E1-BFF07EDC3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C7290D17-713B-5C12-368A-995476237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AA260D4-255F-4B75-80A8-DD38DD4894A2}" type="slidenum">
              <a:rPr lang="ko-KR" altLang="en-US"/>
              <a:pPr/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9177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>
            <a:extLst>
              <a:ext uri="{FF2B5EF4-FFF2-40B4-BE49-F238E27FC236}">
                <a16:creationId xmlns:a16="http://schemas.microsoft.com/office/drawing/2014/main" id="{C8F188AC-612C-7F47-121A-7F993D2D21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슬라이드 노트 개체 틀 2">
            <a:extLst>
              <a:ext uri="{FF2B5EF4-FFF2-40B4-BE49-F238E27FC236}">
                <a16:creationId xmlns:a16="http://schemas.microsoft.com/office/drawing/2014/main" id="{15E3A4A1-7E80-9FA3-AABC-61D41066C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6868" name="슬라이드 번호 개체 틀 3">
            <a:extLst>
              <a:ext uri="{FF2B5EF4-FFF2-40B4-BE49-F238E27FC236}">
                <a16:creationId xmlns:a16="http://schemas.microsoft.com/office/drawing/2014/main" id="{DF9B32D1-CC65-BE02-C9A5-1A6DD6E86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64D5BA61-4923-41E3-9AA5-43F63962B901}" type="slidenum">
              <a:rPr lang="ko-KR" altLang="en-US"/>
              <a:pPr/>
              <a:t>16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A18FC-DA54-04A1-0A1C-3B34F043B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>
            <a:extLst>
              <a:ext uri="{FF2B5EF4-FFF2-40B4-BE49-F238E27FC236}">
                <a16:creationId xmlns:a16="http://schemas.microsoft.com/office/drawing/2014/main" id="{82403630-2CEB-E05A-DC95-BA8D7A563F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슬라이드 노트 개체 틀 2">
            <a:extLst>
              <a:ext uri="{FF2B5EF4-FFF2-40B4-BE49-F238E27FC236}">
                <a16:creationId xmlns:a16="http://schemas.microsoft.com/office/drawing/2014/main" id="{279CE620-BF38-B4E0-208E-86503975E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6868" name="슬라이드 번호 개체 틀 3">
            <a:extLst>
              <a:ext uri="{FF2B5EF4-FFF2-40B4-BE49-F238E27FC236}">
                <a16:creationId xmlns:a16="http://schemas.microsoft.com/office/drawing/2014/main" id="{3B168AC2-CCC8-F9C0-4581-8F59AE594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64D5BA61-4923-41E3-9AA5-43F63962B901}" type="slidenum">
              <a:rPr lang="ko-KR" altLang="en-US"/>
              <a:pPr/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6683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C9CD-B863-5F5A-A5AF-AD751D64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>
            <a:extLst>
              <a:ext uri="{FF2B5EF4-FFF2-40B4-BE49-F238E27FC236}">
                <a16:creationId xmlns:a16="http://schemas.microsoft.com/office/drawing/2014/main" id="{EA5E1EE2-4C91-7236-729C-829C4E6272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슬라이드 노트 개체 틀 2">
            <a:extLst>
              <a:ext uri="{FF2B5EF4-FFF2-40B4-BE49-F238E27FC236}">
                <a16:creationId xmlns:a16="http://schemas.microsoft.com/office/drawing/2014/main" id="{F52F844C-372D-EA21-7056-9ECB2860A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6868" name="슬라이드 번호 개체 틀 3">
            <a:extLst>
              <a:ext uri="{FF2B5EF4-FFF2-40B4-BE49-F238E27FC236}">
                <a16:creationId xmlns:a16="http://schemas.microsoft.com/office/drawing/2014/main" id="{E718D8B3-3A63-7EAA-D66B-E3D327EBD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64D5BA61-4923-41E3-9AA5-43F63962B901}" type="slidenum">
              <a:rPr lang="ko-KR" altLang="en-US"/>
              <a:pPr/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7032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이미지 개체 틀 1">
            <a:extLst>
              <a:ext uri="{FF2B5EF4-FFF2-40B4-BE49-F238E27FC236}">
                <a16:creationId xmlns:a16="http://schemas.microsoft.com/office/drawing/2014/main" id="{EA60281C-E9B1-F6B8-591D-5DFAEEB008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슬라이드 노트 개체 틀 2">
            <a:extLst>
              <a:ext uri="{FF2B5EF4-FFF2-40B4-BE49-F238E27FC236}">
                <a16:creationId xmlns:a16="http://schemas.microsoft.com/office/drawing/2014/main" id="{849D98E8-4DA9-483D-D74D-C691E7C65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916" name="슬라이드 번호 개체 틀 3">
            <a:extLst>
              <a:ext uri="{FF2B5EF4-FFF2-40B4-BE49-F238E27FC236}">
                <a16:creationId xmlns:a16="http://schemas.microsoft.com/office/drawing/2014/main" id="{9E66E9DA-D9C5-30D7-56E7-D058243B4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6CF05F4-3FFA-46F9-9169-9B25BEDC31DC}" type="slidenum">
              <a:rPr lang="ko-KR" altLang="en-US"/>
              <a:pPr/>
              <a:t>19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D650D-F38E-8F21-89F3-2FB18E53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이미지 개체 틀 1">
            <a:extLst>
              <a:ext uri="{FF2B5EF4-FFF2-40B4-BE49-F238E27FC236}">
                <a16:creationId xmlns:a16="http://schemas.microsoft.com/office/drawing/2014/main" id="{9A289AE6-7BC5-DB2A-9BBC-AFB24E979A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슬라이드 노트 개체 틀 2">
            <a:extLst>
              <a:ext uri="{FF2B5EF4-FFF2-40B4-BE49-F238E27FC236}">
                <a16:creationId xmlns:a16="http://schemas.microsoft.com/office/drawing/2014/main" id="{FF9DB772-480D-570A-EC3A-99DCE7277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916" name="슬라이드 번호 개체 틀 3">
            <a:extLst>
              <a:ext uri="{FF2B5EF4-FFF2-40B4-BE49-F238E27FC236}">
                <a16:creationId xmlns:a16="http://schemas.microsoft.com/office/drawing/2014/main" id="{A6A3777B-4A58-BF86-D384-25E009176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6CF05F4-3FFA-46F9-9169-9B25BEDC31DC}" type="slidenum">
              <a:rPr lang="ko-KR" altLang="en-US"/>
              <a:pPr/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0501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20E2C183-0174-0B1F-C1D0-6B231561FD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0676F569-6D43-50B6-42B7-AC2F91485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073B8CC9-B72B-6378-F38D-482A4D1EE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B8B6CB3-1B8E-4058-8D53-8D9C16C23812}" type="slidenum">
              <a:rPr lang="ko-KR" altLang="en-US"/>
              <a:pPr/>
              <a:t>21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8D52-60F5-AAF4-60F9-A9388CC2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25FC980A-E556-64E0-CC03-86EB7234CB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25C66B38-C9C7-88CF-B357-F66B344A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DC770E73-230C-8652-5830-1D9242130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B8B6CB3-1B8E-4058-8D53-8D9C16C23812}" type="slidenum">
              <a:rPr lang="ko-KR" altLang="en-US"/>
              <a:pPr/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2532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20E2C183-0174-0B1F-C1D0-6B231561FD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0676F569-6D43-50B6-42B7-AC2F91485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073B8CC9-B72B-6378-F38D-482A4D1EE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B8B6CB3-1B8E-4058-8D53-8D9C16C23812}" type="slidenum">
              <a:rPr lang="ko-KR" altLang="en-US"/>
              <a:pPr/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8355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lnSpc>
                <a:spcPct val="120000"/>
              </a:lnSpc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9A529-370E-E50D-09AA-A966562C7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2FE85F-9C70-518B-7D90-C46BC9C8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88432-E4D2-8471-BDD4-C19B00BD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056FF5-41EF-461B-BDE0-CBBCAB96CEF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80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noFill/>
          <a:ln cmpd="sng">
            <a:noFill/>
          </a:ln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/>
          <a:lstStyle>
            <a:lvl1pPr marL="288000" indent="-288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1pPr>
            <a:lvl2pPr marL="612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2pPr>
            <a:lvl3pPr marL="900000" indent="-288000">
              <a:lnSpc>
                <a:spcPct val="120000"/>
              </a:lnSpc>
              <a:buFont typeface="Arial" pitchFamily="34" charset="0"/>
              <a:buChar char="○"/>
              <a:defRPr sz="2000">
                <a:latin typeface="Arial" pitchFamily="34" charset="0"/>
                <a:cs typeface="Arial" pitchFamily="34" charset="0"/>
              </a:defRPr>
            </a:lvl3pPr>
            <a:lvl4pPr marL="1080000">
              <a:lnSpc>
                <a:spcPct val="120000"/>
              </a:lnSpc>
              <a:buFont typeface="Wingdings" pitchFamily="2" charset="2"/>
              <a:buChar char="ü"/>
              <a:defRPr sz="1800">
                <a:latin typeface="Arial" pitchFamily="34" charset="0"/>
                <a:cs typeface="Arial" pitchFamily="34" charset="0"/>
              </a:defRPr>
            </a:lvl4pPr>
            <a:lvl5pPr marL="1332000">
              <a:lnSpc>
                <a:spcPct val="120000"/>
              </a:lnSpc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2530A69-9288-FEDD-A75F-9E68412FA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051050" y="6356350"/>
            <a:ext cx="5041900" cy="365125"/>
          </a:xfrm>
        </p:spPr>
        <p:txBody>
          <a:bodyPr/>
          <a:lstStyle>
            <a:lvl1pPr>
              <a:defRPr>
                <a:latin typeface="Book Antiqua" pitchFamily="18" charset="0"/>
              </a:defRPr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26F4179-D124-656E-31BE-BDED682FE9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96188" y="6356350"/>
            <a:ext cx="1090612" cy="365125"/>
          </a:xfrm>
        </p:spPr>
        <p:txBody>
          <a:bodyPr/>
          <a:lstStyle>
            <a:lvl1pPr>
              <a:defRPr>
                <a:latin typeface="Book Antiqua" panose="02040602050305030304" pitchFamily="18" charset="0"/>
              </a:defRPr>
            </a:lvl1pPr>
          </a:lstStyle>
          <a:p>
            <a:fld id="{7C8AFDB9-CBE8-40A3-B3BE-75D64D59D29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7688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47BC7-4704-5C04-A2B1-6768FE51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B322CC-2D10-2E90-6CFE-4667F2EC2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FB5E1-7643-80A1-F40B-C5DA053A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2C9B7-561C-4FF6-AB37-E3A2F1358DF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3805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EB28397-0601-EFFC-BE92-6812CBCD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FA4FDA4-8422-803B-47A7-C8783001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78351EC-561E-979A-32CF-297D70DF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113A6C-F9A3-4FAD-A8FE-182B0F910E5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977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E933873F-B058-612C-A5BF-16A9B8C3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33D77FE3-D278-803F-6066-8197872E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DA08BAC-379B-DDFD-6D38-D1399A1C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38C083-6DF5-4880-9A6F-2D7B904BD4E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469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958F8E63-8048-E151-0418-C15985C4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A3443E17-16CF-6A95-2F79-6C094D83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5FBE482F-6956-7889-EB31-652DA4FC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11A28-F40A-4057-976A-384CB0231D6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216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8E568347-3B99-C6B6-8A9F-C8C87B7A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41500116-89B8-106F-6CF6-E1C45D8C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3AED43C-E2A2-A3DC-0FA0-0A2CAEDE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3C683-D7AE-4DE6-B83F-5E60FC71A76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2592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A1C1111-CE30-5505-4304-557BA0B6F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C638F83-B794-38B5-C3F3-34C5D75E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138717C-1CD8-3E95-4F3D-361495F3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E48FA-6D98-4D62-832D-6555F949A11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617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2FF6CF2-B6E9-FF0B-4EF2-BBD286806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B2E9A13-5829-6E91-7CE9-42E93E82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35A9FE4-5249-4CBA-3A70-50986CB5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5C757-5FC9-4C10-BC10-F3DAEF6FF9E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693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1B9B8-19E2-A6BD-BF52-40B05B69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66F39-3C33-1769-BA3A-BB9C32C2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A76DF8-1059-0439-7538-EA8BF8B2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D21D9A-D1B6-4A5A-8645-320B6B68338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710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7E459-87A3-596D-0564-5A9E03E8D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7B8E85-150A-3C8E-9158-E9A6BE8D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4CE3F3-221B-B169-8ECA-949D2B37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782EC8-076B-41A6-AC9B-747B5111B00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274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B57FD166-D623-9053-9664-546F67E785B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73E2E21-DA1D-ED9B-B615-2B276AF5B5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96975"/>
            <a:ext cx="822960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623163-D734-A186-C22C-6275774F0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5768D9-A432-B3DE-85C0-912720519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79B24A-70AD-6DEA-DDE3-33E77129D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5233D9AC-A824-4DA2-91D8-A52F43154A4F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16" r:id="rId1"/>
    <p:sldLayoutId id="2147485726" r:id="rId2"/>
    <p:sldLayoutId id="2147485717" r:id="rId3"/>
    <p:sldLayoutId id="2147485718" r:id="rId4"/>
    <p:sldLayoutId id="2147485719" r:id="rId5"/>
    <p:sldLayoutId id="2147485720" r:id="rId6"/>
    <p:sldLayoutId id="2147485721" r:id="rId7"/>
    <p:sldLayoutId id="2147485722" r:id="rId8"/>
    <p:sldLayoutId id="2147485723" r:id="rId9"/>
    <p:sldLayoutId id="2147485724" r:id="rId10"/>
    <p:sldLayoutId id="2147485725" r:id="rId1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CE21D99-C80C-A65D-C8ED-240F8C6B96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844675"/>
            <a:ext cx="8353425" cy="2016125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7882AA"/>
                </a:solidFill>
              </a:rPr>
              <a:t>Search Algorithms: Object-Oriented Implementation (Part B)</a:t>
            </a:r>
            <a:endParaRPr lang="ko-KR" altLang="en-US">
              <a:solidFill>
                <a:srgbClr val="7882AA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9DDEA4-075C-5C5E-3E19-A4F4AFC1D32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71563" y="4149725"/>
            <a:ext cx="7143750" cy="1366838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Improved implementation!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4FAA9207-0EB9-B516-E1F9-092C801412E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Conventional vs. AI Algorithms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Local Search Algorithms</a:t>
            </a:r>
          </a:p>
          <a:p>
            <a:pPr marL="287338" indent="-287338"/>
            <a:r>
              <a:rPr lang="en-US" altLang="ko-KR" sz="2400" u="sng" dirty="0">
                <a:solidFill>
                  <a:srgbClr val="0033CC"/>
                </a:solidFill>
              </a:rPr>
              <a:t>Implementing</a:t>
            </a:r>
            <a:r>
              <a:rPr lang="en-US" altLang="ko-KR" sz="2400" dirty="0">
                <a:solidFill>
                  <a:srgbClr val="0033CC"/>
                </a:solidFill>
              </a:rPr>
              <a:t> Hill-Climbing Algorithms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Defining ‘Problem’ Class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Adding Gradient Descent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Defining ‘</a:t>
            </a:r>
            <a:r>
              <a:rPr lang="en-US" altLang="ko-KR" sz="2400" dirty="0" err="1">
                <a:solidFill>
                  <a:srgbClr val="99CCFF"/>
                </a:solidFill>
              </a:rPr>
              <a:t>HillClimbing</a:t>
            </a:r>
            <a:r>
              <a:rPr lang="en-US" altLang="ko-KR" sz="2400" dirty="0">
                <a:solidFill>
                  <a:srgbClr val="99CCFF"/>
                </a:solidFill>
              </a:rPr>
              <a:t>’ Class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Adding More Algorithms and Classes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Adding Genetic Algorithm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Experiments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77B1190-F4D8-6A63-D2EF-B459487F2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7882AA"/>
                </a:solidFill>
              </a:rPr>
              <a:t>Contents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14E0009B-A79B-4E38-2328-8E18FAEF4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7173" name="슬라이드 번호 개체 틀 1">
            <a:extLst>
              <a:ext uri="{FF2B5EF4-FFF2-40B4-BE49-F238E27FC236}">
                <a16:creationId xmlns:a16="http://schemas.microsoft.com/office/drawing/2014/main" id="{CFEB152C-40DB-5D2A-CB25-6D64B7567F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B03EFDC-1A66-4DA6-9F15-D509C8EE5FA3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C8378-BCE3-40FA-B960-2421B744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Reference Notes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6136BB-9456-4FC1-BB91-54E080B2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latinLnBrk="0"/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Search Tool Version</a:t>
            </a:r>
          </a:p>
          <a:p>
            <a:pPr lvl="1" algn="just" latinLnBrk="0"/>
            <a:r>
              <a:rPr lang="en-US" sz="1600" dirty="0"/>
              <a:t>The Search Tool is implemented in various versions (iteratively expanded &amp; improved).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v0 (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Algo. B) : </a:t>
            </a:r>
            <a:r>
              <a:rPr lang="en-US" sz="1400" dirty="0"/>
              <a:t>A version where </a:t>
            </a:r>
            <a:r>
              <a:rPr lang="en-US" sz="1400" b="1" dirty="0"/>
              <a:t>all the code to implement one algorithm is contained in a single file</a:t>
            </a:r>
            <a:r>
              <a:rPr lang="en-US" sz="1400" dirty="0"/>
              <a:t> 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r>
              <a:rPr lang="en-US" altLang="ko-KR" sz="1400" dirty="0">
                <a:solidFill>
                  <a:srgbClr val="0033CC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v1 (</a:t>
            </a:r>
            <a:r>
              <a:rPr lang="ko-KR" altLang="en-US" sz="1400" dirty="0">
                <a:solidFill>
                  <a:srgbClr val="0033CC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solidFill>
                  <a:srgbClr val="0033CC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Algo. B) : </a:t>
            </a:r>
            <a:r>
              <a:rPr lang="en-US" sz="1400" dirty="0">
                <a:solidFill>
                  <a:srgbClr val="0033CC"/>
                </a:solidFill>
              </a:rPr>
              <a:t>A version implemented by </a:t>
            </a:r>
            <a:r>
              <a:rPr lang="en-US" sz="1400" b="1" dirty="0">
                <a:solidFill>
                  <a:srgbClr val="0033CC"/>
                </a:solidFill>
              </a:rPr>
              <a:t>modularizing the logic common to different pieces of code into a separate file</a:t>
            </a:r>
            <a:r>
              <a:rPr lang="en-US" sz="1400" dirty="0">
                <a:solidFill>
                  <a:srgbClr val="0033CC"/>
                </a:solidFill>
              </a:rPr>
              <a:t>, then importing and using that module/file (code refactoring &amp; reuse)</a:t>
            </a:r>
            <a:endParaRPr lang="en-US" altLang="ko-KR" sz="1400" dirty="0">
              <a:solidFill>
                <a:srgbClr val="0033CC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v2 (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Algo. C) : </a:t>
            </a:r>
            <a:r>
              <a:rPr lang="en-US" sz="1400" dirty="0"/>
              <a:t>A version implemented using </a:t>
            </a:r>
            <a:r>
              <a:rPr lang="en-US" sz="1400" b="1" dirty="0"/>
              <a:t>classes</a:t>
            </a:r>
            <a:r>
              <a:rPr lang="en-US" sz="1400" dirty="0"/>
              <a:t> (v2.1, v2.2)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v3~v5 : </a:t>
            </a:r>
            <a:r>
              <a:rPr lang="en-US" sz="1400" dirty="0"/>
              <a:t>Versions implemented using classes, with some algorithms added, leading to </a:t>
            </a:r>
            <a:r>
              <a:rPr lang="en-US" sz="1400" b="1" dirty="0"/>
              <a:t>iterative improvements in the code structure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3" algn="just" latinLnBrk="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v3 :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Algo. D</a:t>
            </a:r>
          </a:p>
          <a:p>
            <a:pPr lvl="3" algn="just" latinLnBrk="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v4 :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Algo. E</a:t>
            </a:r>
          </a:p>
          <a:p>
            <a:pPr lvl="3" algn="just" latinLnBrk="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v5 :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Algo. F</a:t>
            </a:r>
          </a:p>
          <a:p>
            <a:pPr lvl="1" algn="just" latinLnBrk="0"/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algn="just" latinLnBrk="0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AE828B-A390-4CE4-A986-AC522761E7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F5A8A4-3A2C-46DA-B5C9-EA7E5CC23E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3</a:t>
            </a:fld>
            <a:endParaRPr lang="en-US" altLang="ko-KR"/>
          </a:p>
        </p:txBody>
      </p:sp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D8E5B8F3-CB49-40D8-A45B-34B0EF7F7B1B}"/>
              </a:ext>
            </a:extLst>
          </p:cNvPr>
          <p:cNvSpPr/>
          <p:nvPr/>
        </p:nvSpPr>
        <p:spPr>
          <a:xfrm>
            <a:off x="305109" y="2021148"/>
            <a:ext cx="740872" cy="365125"/>
          </a:xfrm>
          <a:prstGeom prst="wedgeRectCallout">
            <a:avLst>
              <a:gd name="adj1" fmla="val 29965"/>
              <a:gd name="adj2" fmla="val 21516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Previous</a:t>
            </a:r>
            <a:endParaRPr lang="ko-KR" altLang="en-US" sz="1000" dirty="0"/>
          </a:p>
        </p:txBody>
      </p:sp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A9DEF3EF-3EE9-4458-B35C-ED98D98859B8}"/>
              </a:ext>
            </a:extLst>
          </p:cNvPr>
          <p:cNvSpPr/>
          <p:nvPr/>
        </p:nvSpPr>
        <p:spPr>
          <a:xfrm>
            <a:off x="305109" y="2919859"/>
            <a:ext cx="740872" cy="365125"/>
          </a:xfrm>
          <a:prstGeom prst="wedgeRectCallout">
            <a:avLst>
              <a:gd name="adj1" fmla="val 29965"/>
              <a:gd name="adj2" fmla="val 21516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Today’s</a:t>
            </a:r>
            <a:endParaRPr lang="ko-KR" altLang="en-US" sz="1000" dirty="0"/>
          </a:p>
        </p:txBody>
      </p:sp>
      <p:sp>
        <p:nvSpPr>
          <p:cNvPr id="8" name="말풍선: 사각형 7">
            <a:extLst>
              <a:ext uri="{FF2B5EF4-FFF2-40B4-BE49-F238E27FC236}">
                <a16:creationId xmlns:a16="http://schemas.microsoft.com/office/drawing/2014/main" id="{A95B35AF-1078-40EC-A637-4AFF3EA98ABF}"/>
              </a:ext>
            </a:extLst>
          </p:cNvPr>
          <p:cNvSpPr/>
          <p:nvPr/>
        </p:nvSpPr>
        <p:spPr>
          <a:xfrm>
            <a:off x="86764" y="90076"/>
            <a:ext cx="740872" cy="365125"/>
          </a:xfrm>
          <a:prstGeom prst="wedgeRectCallout">
            <a:avLst>
              <a:gd name="adj1" fmla="val 29965"/>
              <a:gd name="adj2" fmla="val 21516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review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294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632D19AA-6328-362B-7DA8-E8287E27AE6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/>
              <a:t>Our eventual goal is to implement an </a:t>
            </a:r>
            <a:r>
              <a:rPr lang="en-US" altLang="ko-KR" sz="1800" dirty="0">
                <a:solidFill>
                  <a:srgbClr val="00B0F0"/>
                </a:solidFill>
              </a:rPr>
              <a:t>optimization tool</a:t>
            </a:r>
            <a:r>
              <a:rPr lang="en-US" altLang="ko-KR" sz="1800" dirty="0"/>
              <a:t> that</a:t>
            </a:r>
            <a:r>
              <a:rPr lang="ko-KR" altLang="en-US" sz="1800" dirty="0"/>
              <a:t> </a:t>
            </a:r>
            <a:r>
              <a:rPr lang="en-US" altLang="ko-KR" sz="1800" dirty="0"/>
              <a:t>can run various search algorithms</a:t>
            </a:r>
          </a:p>
          <a:p>
            <a:pPr marL="287338" indent="-287338" eaLnBrk="1" hangingPunct="1"/>
            <a:r>
              <a:rPr lang="en-US" altLang="ko-KR" sz="1800" dirty="0"/>
              <a:t>We begin to implement </a:t>
            </a:r>
            <a:r>
              <a:rPr lang="en-US" altLang="ko-KR" sz="1800" u="sng" dirty="0">
                <a:solidFill>
                  <a:srgbClr val="FF0000"/>
                </a:solidFill>
              </a:rPr>
              <a:t>two</a:t>
            </a:r>
            <a:r>
              <a:rPr lang="en-US" altLang="ko-KR" sz="1800" u="sng" dirty="0"/>
              <a:t> hill climbing </a:t>
            </a:r>
            <a:r>
              <a:rPr lang="en-US" altLang="ko-KR" sz="1800" u="sng" dirty="0">
                <a:solidFill>
                  <a:srgbClr val="FF0000"/>
                </a:solidFill>
              </a:rPr>
              <a:t>algorithms</a:t>
            </a:r>
            <a:r>
              <a:rPr lang="en-US" altLang="ko-KR" sz="1800" u="sng" dirty="0"/>
              <a:t> each </a:t>
            </a:r>
            <a:r>
              <a:rPr lang="en-US" altLang="ko-KR" sz="1800" u="sng" dirty="0">
                <a:solidFill>
                  <a:srgbClr val="FF0000"/>
                </a:solidFill>
              </a:rPr>
              <a:t>for</a:t>
            </a:r>
            <a:r>
              <a:rPr lang="en-US" altLang="ko-KR" sz="1800" u="sng" dirty="0"/>
              <a:t> </a:t>
            </a:r>
            <a:r>
              <a:rPr lang="en-US" altLang="ko-KR" sz="1800" u="sng" dirty="0">
                <a:solidFill>
                  <a:srgbClr val="FF0000"/>
                </a:solidFill>
              </a:rPr>
              <a:t>two</a:t>
            </a:r>
            <a:r>
              <a:rPr lang="en-US" altLang="ko-KR" sz="1800" u="sng" dirty="0"/>
              <a:t> different types of </a:t>
            </a:r>
            <a:r>
              <a:rPr lang="en-US" altLang="ko-KR" sz="1800" u="sng" dirty="0">
                <a:solidFill>
                  <a:srgbClr val="FF0000"/>
                </a:solidFill>
              </a:rPr>
              <a:t>problems</a:t>
            </a:r>
            <a:r>
              <a:rPr lang="en-US" altLang="ko-KR" sz="1800" dirty="0"/>
              <a:t>: </a:t>
            </a:r>
            <a:r>
              <a:rPr lang="en-US" altLang="ko-KR" sz="1200" dirty="0"/>
              <a:t>(</a:t>
            </a:r>
            <a:r>
              <a:rPr lang="en-US" sz="1200" dirty="0"/>
              <a:t>we implement a total of </a:t>
            </a:r>
            <a:r>
              <a:rPr lang="en-US" sz="1200" b="1" dirty="0"/>
              <a:t>four</a:t>
            </a:r>
            <a:r>
              <a:rPr lang="en-US" sz="1200" dirty="0"/>
              <a:t> hill climbing algorithms</a:t>
            </a:r>
            <a:r>
              <a:rPr lang="en-US" altLang="ko-KR" sz="1200" dirty="0"/>
              <a:t>)</a:t>
            </a:r>
          </a:p>
          <a:p>
            <a:pPr marL="611188" lvl="1" indent="-287338" eaLnBrk="1" hangingPunct="1"/>
            <a:r>
              <a:rPr lang="en-US" altLang="ko-KR" sz="1400" dirty="0">
                <a:solidFill>
                  <a:srgbClr val="00B050"/>
                </a:solidFill>
              </a:rPr>
              <a:t>Steepest-ascent</a:t>
            </a:r>
            <a:r>
              <a:rPr lang="en-US" altLang="ko-KR" sz="1400" dirty="0"/>
              <a:t> hill climbing </a:t>
            </a:r>
            <a:r>
              <a:rPr lang="en-US" altLang="ko-KR" sz="1400" dirty="0">
                <a:solidFill>
                  <a:srgbClr val="FF0000"/>
                </a:solidFill>
              </a:rPr>
              <a:t>for numerical optimization </a:t>
            </a:r>
            <a:r>
              <a:rPr lang="en-US" altLang="ko-KR" sz="1400" dirty="0"/>
              <a:t>(</a:t>
            </a:r>
            <a:r>
              <a:rPr lang="en-US" altLang="ko-KR" sz="1400" dirty="0">
                <a:solidFill>
                  <a:srgbClr val="00B050"/>
                </a:solidFill>
              </a:rPr>
              <a:t>SA</a:t>
            </a:r>
            <a:r>
              <a:rPr lang="en-US" altLang="ko-KR" sz="1400" dirty="0"/>
              <a:t>HC-</a:t>
            </a:r>
            <a:r>
              <a:rPr lang="en-US" altLang="ko-KR" sz="1400" dirty="0">
                <a:solidFill>
                  <a:srgbClr val="FF0000"/>
                </a:solidFill>
              </a:rPr>
              <a:t>N</a:t>
            </a:r>
            <a:r>
              <a:rPr lang="en-US" altLang="ko-KR" sz="1400" dirty="0"/>
              <a:t>)</a:t>
            </a:r>
          </a:p>
          <a:p>
            <a:pPr marL="611188" lvl="1" indent="-287338" eaLnBrk="1" hangingPunct="1"/>
            <a:r>
              <a:rPr lang="en-US" altLang="ko-KR" sz="1400" dirty="0">
                <a:solidFill>
                  <a:srgbClr val="7030A0"/>
                </a:solidFill>
              </a:rPr>
              <a:t>First-choice</a:t>
            </a:r>
            <a:r>
              <a:rPr lang="en-US" altLang="ko-KR" sz="1400" dirty="0">
                <a:solidFill>
                  <a:schemeClr val="accent4"/>
                </a:solidFill>
              </a:rPr>
              <a:t> </a:t>
            </a:r>
            <a:r>
              <a:rPr lang="en-US" altLang="ko-KR" sz="1400" dirty="0"/>
              <a:t>hill climbing </a:t>
            </a:r>
            <a:r>
              <a:rPr lang="en-US" altLang="ko-KR" sz="1400" dirty="0">
                <a:solidFill>
                  <a:srgbClr val="FF0000"/>
                </a:solidFill>
              </a:rPr>
              <a:t>for numerical optimization </a:t>
            </a:r>
            <a:r>
              <a:rPr lang="en-US" altLang="ko-KR" sz="1400" dirty="0"/>
              <a:t>(</a:t>
            </a:r>
            <a:r>
              <a:rPr lang="en-US" altLang="ko-KR" sz="1400" dirty="0">
                <a:solidFill>
                  <a:srgbClr val="7030A0"/>
                </a:solidFill>
              </a:rPr>
              <a:t>FC</a:t>
            </a:r>
            <a:r>
              <a:rPr lang="en-US" altLang="ko-KR" sz="1400" dirty="0"/>
              <a:t>HC-</a:t>
            </a:r>
            <a:r>
              <a:rPr lang="en-US" altLang="ko-KR" sz="1400" dirty="0">
                <a:solidFill>
                  <a:srgbClr val="FF0000"/>
                </a:solidFill>
              </a:rPr>
              <a:t>N</a:t>
            </a:r>
            <a:r>
              <a:rPr lang="en-US" altLang="ko-KR" sz="1400" dirty="0"/>
              <a:t>)</a:t>
            </a:r>
          </a:p>
          <a:p>
            <a:pPr marL="611188" lvl="1" indent="-287338" eaLnBrk="1" hangingPunct="1"/>
            <a:r>
              <a:rPr lang="en-US" altLang="ko-KR" sz="1400" dirty="0">
                <a:solidFill>
                  <a:srgbClr val="00B050"/>
                </a:solidFill>
              </a:rPr>
              <a:t>Steepest-ascent</a:t>
            </a:r>
            <a:r>
              <a:rPr lang="en-US" altLang="ko-KR" sz="1400" dirty="0"/>
              <a:t> hill climbing </a:t>
            </a:r>
            <a:r>
              <a:rPr lang="en-US" altLang="ko-KR" sz="1400" dirty="0">
                <a:solidFill>
                  <a:srgbClr val="00B0F0"/>
                </a:solidFill>
              </a:rPr>
              <a:t>for TSP </a:t>
            </a:r>
            <a:r>
              <a:rPr lang="en-US" altLang="ko-KR" sz="1400" dirty="0"/>
              <a:t>(</a:t>
            </a:r>
            <a:r>
              <a:rPr lang="en-US" altLang="ko-KR" sz="1400" dirty="0">
                <a:solidFill>
                  <a:srgbClr val="00B050"/>
                </a:solidFill>
              </a:rPr>
              <a:t>SA</a:t>
            </a:r>
            <a:r>
              <a:rPr lang="en-US" altLang="ko-KR" sz="1400" dirty="0"/>
              <a:t>HC-</a:t>
            </a:r>
            <a:r>
              <a:rPr lang="en-US" altLang="ko-KR" sz="1400" dirty="0">
                <a:solidFill>
                  <a:srgbClr val="00B0F0"/>
                </a:solidFill>
              </a:rPr>
              <a:t>T</a:t>
            </a:r>
            <a:r>
              <a:rPr lang="en-US" altLang="ko-KR" sz="1400" dirty="0"/>
              <a:t>)</a:t>
            </a:r>
          </a:p>
          <a:p>
            <a:pPr marL="611188" lvl="1" indent="-287338" eaLnBrk="1" hangingPunct="1"/>
            <a:r>
              <a:rPr lang="en-US" altLang="ko-KR" sz="1400" dirty="0">
                <a:solidFill>
                  <a:srgbClr val="7030A0"/>
                </a:solidFill>
              </a:rPr>
              <a:t>First-choice</a:t>
            </a:r>
            <a:r>
              <a:rPr lang="en-US" altLang="ko-KR" sz="1400" dirty="0">
                <a:solidFill>
                  <a:schemeClr val="accent4"/>
                </a:solidFill>
              </a:rPr>
              <a:t> </a:t>
            </a:r>
            <a:r>
              <a:rPr lang="en-US" altLang="ko-KR" sz="1400" dirty="0"/>
              <a:t>hill climbing </a:t>
            </a:r>
            <a:r>
              <a:rPr lang="en-US" altLang="ko-KR" sz="1400" dirty="0">
                <a:solidFill>
                  <a:srgbClr val="00B0F0"/>
                </a:solidFill>
              </a:rPr>
              <a:t>for TSP </a:t>
            </a:r>
            <a:r>
              <a:rPr lang="en-US" altLang="ko-KR" sz="1400" dirty="0"/>
              <a:t>(</a:t>
            </a:r>
            <a:r>
              <a:rPr lang="en-US" altLang="ko-KR" sz="1400" dirty="0">
                <a:solidFill>
                  <a:srgbClr val="7030A0"/>
                </a:solidFill>
              </a:rPr>
              <a:t>FC</a:t>
            </a:r>
            <a:r>
              <a:rPr lang="en-US" altLang="ko-KR" sz="1400" dirty="0"/>
              <a:t>HC-</a:t>
            </a:r>
            <a:r>
              <a:rPr lang="en-US" altLang="ko-KR" sz="1400" dirty="0">
                <a:solidFill>
                  <a:srgbClr val="00B0F0"/>
                </a:solidFill>
              </a:rPr>
              <a:t>T</a:t>
            </a:r>
            <a:r>
              <a:rPr lang="en-US" altLang="ko-KR" sz="1400" dirty="0"/>
              <a:t>)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6F4783C-4391-14E2-9976-AE2B4AFC0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0033CC"/>
                </a:solidFill>
              </a:rPr>
              <a:t>Implementing Hill-Climbing Algorithms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C1304C3-591B-46ED-FBAB-D71F926971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9221" name="슬라이드 번호 개체 틀 8">
            <a:extLst>
              <a:ext uri="{FF2B5EF4-FFF2-40B4-BE49-F238E27FC236}">
                <a16:creationId xmlns:a16="http://schemas.microsoft.com/office/drawing/2014/main" id="{990AC552-BCCF-4D64-2835-D20C8B70FB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C60B6F0-B0D9-4891-AACD-CCBB53599EA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398B83A-12F0-226F-5C9D-B11F3141BE71}"/>
              </a:ext>
            </a:extLst>
          </p:cNvPr>
          <p:cNvGrpSpPr/>
          <p:nvPr/>
        </p:nvGrpSpPr>
        <p:grpSpPr>
          <a:xfrm>
            <a:off x="164328" y="4739786"/>
            <a:ext cx="8815343" cy="1569534"/>
            <a:chOff x="153581" y="4429955"/>
            <a:chExt cx="8815343" cy="156953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1D288CC-BFE2-7910-23B3-33762A257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581" y="4429955"/>
              <a:ext cx="4371443" cy="1569534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8375DC8-F1CC-FC12-1DF8-7ECCBECD3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4008" y="4631337"/>
              <a:ext cx="4324916" cy="54710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8" name="말풍선: 사각형 7">
            <a:extLst>
              <a:ext uri="{FF2B5EF4-FFF2-40B4-BE49-F238E27FC236}">
                <a16:creationId xmlns:a16="http://schemas.microsoft.com/office/drawing/2014/main" id="{5473BFA3-2937-B14E-AB3E-4C119DA8930C}"/>
              </a:ext>
            </a:extLst>
          </p:cNvPr>
          <p:cNvSpPr/>
          <p:nvPr/>
        </p:nvSpPr>
        <p:spPr>
          <a:xfrm>
            <a:off x="179512" y="4300606"/>
            <a:ext cx="8800159" cy="280522"/>
          </a:xfrm>
          <a:prstGeom prst="wedgeRectCallout">
            <a:avLst>
              <a:gd name="adj1" fmla="val -11406"/>
              <a:gd name="adj2" fmla="val 428"/>
            </a:avLst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복습</a:t>
            </a:r>
            <a:r>
              <a:rPr lang="en-US" altLang="ko-KR" sz="1200" dirty="0"/>
              <a:t>: Hill Climbing Algo. (</a:t>
            </a:r>
            <a:r>
              <a:rPr lang="ko-KR" altLang="en-US" sz="1200" dirty="0"/>
              <a:t>왼쪽</a:t>
            </a:r>
            <a:r>
              <a:rPr lang="en-US" altLang="ko-KR" sz="1200" dirty="0"/>
              <a:t>) </a:t>
            </a:r>
            <a:r>
              <a:rPr lang="en-US" altLang="ko-KR" sz="1200" i="1" dirty="0"/>
              <a:t>vs</a:t>
            </a:r>
            <a:r>
              <a:rPr lang="en-US" altLang="ko-KR" sz="1200" dirty="0"/>
              <a:t> first-choice hill climbing (</a:t>
            </a:r>
            <a:r>
              <a:rPr lang="ko-KR" altLang="en-US" sz="1200" dirty="0"/>
              <a:t>오른쪽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B3FCCDBB-64B0-454A-B766-EE397A6FBB1C}"/>
              </a:ext>
            </a:extLst>
          </p:cNvPr>
          <p:cNvSpPr/>
          <p:nvPr/>
        </p:nvSpPr>
        <p:spPr>
          <a:xfrm>
            <a:off x="86764" y="90076"/>
            <a:ext cx="740872" cy="365125"/>
          </a:xfrm>
          <a:prstGeom prst="wedgeRectCallout">
            <a:avLst>
              <a:gd name="adj1" fmla="val 29965"/>
              <a:gd name="adj2" fmla="val 21516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review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말풍선: 사각형 9">
            <a:extLst>
              <a:ext uri="{FF2B5EF4-FFF2-40B4-BE49-F238E27FC236}">
                <a16:creationId xmlns:a16="http://schemas.microsoft.com/office/drawing/2014/main" id="{43616939-92CD-3BE4-88FF-237D0EC09240}"/>
              </a:ext>
            </a:extLst>
          </p:cNvPr>
          <p:cNvSpPr/>
          <p:nvPr/>
        </p:nvSpPr>
        <p:spPr>
          <a:xfrm>
            <a:off x="6444208" y="2318962"/>
            <a:ext cx="2520280" cy="1801624"/>
          </a:xfrm>
          <a:prstGeom prst="wedgeRectCallout">
            <a:avLst>
              <a:gd name="adj1" fmla="val -11406"/>
              <a:gd name="adj2" fmla="val 428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Ref: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numerical optimization : </a:t>
            </a:r>
            <a:r>
              <a:rPr lang="en-US" sz="1000" dirty="0"/>
              <a:t>The task of finding the variables that </a:t>
            </a:r>
            <a:r>
              <a:rPr lang="en-US" sz="1000" b="1" dirty="0"/>
              <a:t>maximize or minimize</a:t>
            </a:r>
            <a:r>
              <a:rPr lang="en-US" sz="1000" dirty="0"/>
              <a:t> the objective function/value given a mathematical expression/objective function. // </a:t>
            </a:r>
            <a:r>
              <a:rPr lang="en-US" sz="1000" b="1" dirty="0"/>
              <a:t>continuous</a:t>
            </a:r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TSP : </a:t>
            </a:r>
            <a:r>
              <a:rPr lang="en-US" sz="1000" dirty="0"/>
              <a:t>The problem of calculating the shortest distance to visit all given cities and return to the starting city. // </a:t>
            </a:r>
            <a:r>
              <a:rPr lang="en-US" sz="1000" b="1" dirty="0"/>
              <a:t>discrete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말풍선: 사각형 10">
                <a:extLst>
                  <a:ext uri="{FF2B5EF4-FFF2-40B4-BE49-F238E27FC236}">
                    <a16:creationId xmlns:a16="http://schemas.microsoft.com/office/drawing/2014/main" id="{E8B2B79F-E6BB-2A5C-F782-4C75CC69BB3F}"/>
                  </a:ext>
                </a:extLst>
              </p:cNvPr>
              <p:cNvSpPr/>
              <p:nvPr/>
            </p:nvSpPr>
            <p:spPr>
              <a:xfrm>
                <a:off x="3563889" y="5553664"/>
                <a:ext cx="5400600" cy="683624"/>
              </a:xfrm>
              <a:prstGeom prst="wedgeRectCallout">
                <a:avLst>
                  <a:gd name="adj1" fmla="val -50988"/>
                  <a:gd name="adj2" fmla="val 5992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900" dirty="0"/>
                  <a:t>If the goal is 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maximize</m:t>
                    </m:r>
                  </m:oMath>
                </a14:m>
                <a:r>
                  <a:rPr lang="en-US" sz="900" dirty="0"/>
                  <a:t> the objective function, and there is no better solution (neighbor):</a:t>
                </a:r>
                <a:endParaRPr lang="en-US" altLang="ko-KR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900" b="1" dirty="0"/>
                  <a:t>XXX.VALUE</a:t>
                </a:r>
                <a:r>
                  <a:rPr lang="en-US" sz="900" dirty="0"/>
                  <a:t>: Refers to the </a:t>
                </a:r>
                <a:r>
                  <a:rPr lang="en-US" sz="900" b="1" dirty="0"/>
                  <a:t>calculated value of the objective function</a:t>
                </a:r>
                <a:r>
                  <a:rPr lang="en-US" sz="900" dirty="0"/>
                  <a:t> for the solution </a:t>
                </a:r>
                <a:r>
                  <a:rPr lang="en-US" sz="900" b="1" dirty="0"/>
                  <a:t>XXX</a:t>
                </a:r>
                <a:r>
                  <a:rPr lang="en-US" sz="900" dirty="0"/>
                  <a:t>.</a:t>
                </a:r>
                <a:endParaRPr lang="en-US" altLang="ko-KR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900" b="1" dirty="0"/>
                  <a:t>Example</a:t>
                </a:r>
                <a:r>
                  <a:rPr lang="en-US" sz="900" dirty="0"/>
                  <a:t>: If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objective</m:t>
                    </m:r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function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^2,</m:t>
                    </m:r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current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=4), </m:t>
                    </m:r>
                    <m:r>
                      <m:rPr>
                        <m:nor/>
                      </m:rPr>
                      <a:rPr lang="en-US" sz="900" b="0" i="0" dirty="0" smtClean="0">
                        <a:latin typeface="Cambria Math" panose="02040503050406030204" pitchFamily="18" charset="0"/>
                      </a:rPr>
                      <m:t>then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900" i="0" dirty="0" err="1">
                        <a:latin typeface="Cambria Math" panose="02040503050406030204" pitchFamily="18" charset="0"/>
                      </a:rPr>
                      <m:t>current</m:t>
                    </m:r>
                    <m:r>
                      <m:rPr>
                        <m:nor/>
                      </m:rPr>
                      <a:rPr lang="en-US" sz="900" i="0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900" i="0" dirty="0" err="1">
                        <a:latin typeface="Cambria Math" panose="02040503050406030204" pitchFamily="18" charset="0"/>
                      </a:rPr>
                      <m:t>VALUE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= (4)^2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ko-KR" altLang="en-US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mc:Choice>
        <mc:Fallback>
          <p:sp>
            <p:nvSpPr>
              <p:cNvPr id="3" name="말풍선: 사각형 10">
                <a:extLst>
                  <a:ext uri="{FF2B5EF4-FFF2-40B4-BE49-F238E27FC236}">
                    <a16:creationId xmlns:a16="http://schemas.microsoft.com/office/drawing/2014/main" id="{E8B2B79F-E6BB-2A5C-F782-4C75CC69B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9" y="5553664"/>
                <a:ext cx="5400600" cy="683624"/>
              </a:xfrm>
              <a:prstGeom prst="wedgeRectCallout">
                <a:avLst>
                  <a:gd name="adj1" fmla="val -50988"/>
                  <a:gd name="adj2" fmla="val 5992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9496314-517B-4B86-B3A6-89292FD8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Search</a:t>
            </a:r>
            <a:r>
              <a:rPr lang="ko-KR" altLang="en-US" dirty="0"/>
              <a:t> </a:t>
            </a:r>
            <a:r>
              <a:rPr lang="en-US" altLang="ko-KR" dirty="0"/>
              <a:t>Tool </a:t>
            </a:r>
            <a:r>
              <a:rPr lang="en-US" altLang="ko-KR" dirty="0">
                <a:solidFill>
                  <a:srgbClr val="0033CC"/>
                </a:solidFill>
              </a:rPr>
              <a:t>v1</a:t>
            </a:r>
            <a:endParaRPr lang="ko-KR" altLang="en-US" dirty="0">
              <a:solidFill>
                <a:srgbClr val="0033CC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211814F-8841-4761-97F8-CE761587C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Implementation with modularized common logic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481025-5DA2-43C0-84A7-FC5F2E80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8451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965CA-E9B6-4CBC-9FC5-61BD89C5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Modularity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CD9326-1E99-476A-A02A-3C18EABB0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altLang="ko-KR" dirty="0"/>
              <a:t>Numeric Optimization Problem</a:t>
            </a:r>
          </a:p>
          <a:p>
            <a:pPr lvl="1" latinLnBrk="0"/>
            <a:r>
              <a:rPr lang="en-US" b="1" dirty="0">
                <a:solidFill>
                  <a:srgbClr val="0033CC"/>
                </a:solidFill>
              </a:rPr>
              <a:t>Separate the common module</a:t>
            </a:r>
            <a:r>
              <a:rPr lang="en-US" dirty="0"/>
              <a:t> from the </a:t>
            </a:r>
            <a:r>
              <a:rPr lang="en-US" i="1" dirty="0">
                <a:latin typeface="Consolas" panose="020B0609020204030204" pitchFamily="49" charset="0"/>
              </a:rPr>
              <a:t>first-choice(n).</a:t>
            </a:r>
            <a:r>
              <a:rPr lang="en-US" i="1" dirty="0" err="1">
                <a:latin typeface="Consolas" panose="020B0609020204030204" pitchFamily="49" charset="0"/>
              </a:rPr>
              <a:t>py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and </a:t>
            </a:r>
            <a:r>
              <a:rPr lang="en-US" i="1" dirty="0">
                <a:latin typeface="Consolas" panose="020B0609020204030204" pitchFamily="49" charset="0"/>
              </a:rPr>
              <a:t>steepest ascent(n).</a:t>
            </a:r>
            <a:r>
              <a:rPr lang="en-US" i="1" dirty="0" err="1">
                <a:latin typeface="Consolas" panose="020B0609020204030204" pitchFamily="49" charset="0"/>
              </a:rPr>
              <a:t>py</a:t>
            </a:r>
            <a:r>
              <a:rPr lang="en-US" i="1" dirty="0">
                <a:latin typeface="Consolas" panose="020B0609020204030204" pitchFamily="49" charset="0"/>
              </a:rPr>
              <a:t> </a:t>
            </a:r>
            <a:r>
              <a:rPr lang="en-US" dirty="0"/>
              <a:t>files to </a:t>
            </a:r>
            <a:r>
              <a:rPr lang="en-US" b="1" dirty="0">
                <a:solidFill>
                  <a:srgbClr val="0033CC"/>
                </a:solidFill>
              </a:rPr>
              <a:t>create a </a:t>
            </a:r>
            <a:r>
              <a:rPr lang="en-US" b="1" i="1" dirty="0">
                <a:solidFill>
                  <a:srgbClr val="0033CC"/>
                </a:solidFill>
                <a:latin typeface="Consolas" panose="020B0609020204030204" pitchFamily="49" charset="0"/>
              </a:rPr>
              <a:t>numeric.py</a:t>
            </a:r>
            <a:r>
              <a:rPr lang="en-US" b="1" i="1" dirty="0"/>
              <a:t> </a:t>
            </a:r>
            <a:r>
              <a:rPr lang="en-US" b="1" dirty="0">
                <a:solidFill>
                  <a:srgbClr val="0033CC"/>
                </a:solidFill>
              </a:rPr>
              <a:t>file</a:t>
            </a:r>
            <a:r>
              <a:rPr lang="en-US" dirty="0"/>
              <a:t> and configure the original two files to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/>
              <a:t> from it.</a:t>
            </a:r>
          </a:p>
          <a:p>
            <a:pPr lvl="1" latinLnBrk="0"/>
            <a:endParaRPr lang="en-US" altLang="ko-KR" dirty="0"/>
          </a:p>
          <a:p>
            <a:pPr latinLnBrk="0"/>
            <a:r>
              <a:rPr lang="en-US" altLang="ko-KR" dirty="0"/>
              <a:t>TSP Problem</a:t>
            </a:r>
          </a:p>
          <a:p>
            <a:pPr lvl="1" latinLnBrk="0"/>
            <a:r>
              <a:rPr lang="en-US" b="1" dirty="0">
                <a:solidFill>
                  <a:srgbClr val="0033CC"/>
                </a:solidFill>
              </a:rPr>
              <a:t>Separate the common module</a:t>
            </a:r>
            <a:r>
              <a:rPr lang="en-US" dirty="0">
                <a:solidFill>
                  <a:srgbClr val="0033CC"/>
                </a:solidFill>
              </a:rPr>
              <a:t> </a:t>
            </a:r>
            <a:r>
              <a:rPr lang="en-US" dirty="0"/>
              <a:t>from the </a:t>
            </a:r>
            <a:r>
              <a:rPr lang="en-US" i="1" dirty="0">
                <a:latin typeface="Consolas" panose="020B0609020204030204" pitchFamily="49" charset="0"/>
              </a:rPr>
              <a:t>first-choice(n).</a:t>
            </a:r>
            <a:r>
              <a:rPr lang="en-US" i="1" dirty="0" err="1">
                <a:latin typeface="Consolas" panose="020B0609020204030204" pitchFamily="49" charset="0"/>
              </a:rPr>
              <a:t>py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and </a:t>
            </a:r>
            <a:r>
              <a:rPr lang="en-US" i="1" dirty="0">
                <a:latin typeface="Consolas" panose="020B0609020204030204" pitchFamily="49" charset="0"/>
              </a:rPr>
              <a:t>steepest ascent(n).</a:t>
            </a:r>
            <a:r>
              <a:rPr lang="en-US" i="1" dirty="0" err="1">
                <a:latin typeface="Consolas" panose="020B0609020204030204" pitchFamily="49" charset="0"/>
              </a:rPr>
              <a:t>py</a:t>
            </a:r>
            <a:r>
              <a:rPr lang="en-US" i="1" dirty="0">
                <a:latin typeface="Consolas" panose="020B0609020204030204" pitchFamily="49" charset="0"/>
              </a:rPr>
              <a:t> </a:t>
            </a:r>
            <a:r>
              <a:rPr lang="en-US" dirty="0"/>
              <a:t>files to </a:t>
            </a:r>
            <a:r>
              <a:rPr lang="en-US" b="1" dirty="0">
                <a:solidFill>
                  <a:srgbClr val="0033CC"/>
                </a:solidFill>
              </a:rPr>
              <a:t>create a </a:t>
            </a:r>
            <a:r>
              <a:rPr lang="en-US" b="1" i="1" dirty="0">
                <a:solidFill>
                  <a:srgbClr val="0033CC"/>
                </a:solidFill>
                <a:latin typeface="Consolas" panose="020B0609020204030204" pitchFamily="49" charset="0"/>
              </a:rPr>
              <a:t>tsp.py</a:t>
            </a:r>
            <a:r>
              <a:rPr lang="en-US" b="1" i="1" dirty="0">
                <a:solidFill>
                  <a:srgbClr val="0033CC"/>
                </a:solidFill>
              </a:rPr>
              <a:t> </a:t>
            </a:r>
            <a:r>
              <a:rPr lang="en-US" b="1" dirty="0">
                <a:solidFill>
                  <a:srgbClr val="0033CC"/>
                </a:solidFill>
              </a:rPr>
              <a:t>file</a:t>
            </a:r>
            <a:r>
              <a:rPr lang="en-US" dirty="0">
                <a:solidFill>
                  <a:srgbClr val="0033CC"/>
                </a:solidFill>
              </a:rPr>
              <a:t> </a:t>
            </a:r>
            <a:r>
              <a:rPr lang="en-US" dirty="0"/>
              <a:t>and configure the original two files to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/>
              <a:t> from it.</a:t>
            </a:r>
          </a:p>
          <a:p>
            <a:pPr lvl="1" latinLnBrk="0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E01A17-4726-490C-B1C7-A3BA1BE182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0B10E3-B868-4AFD-BCDE-9AF923DCA3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9424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50253DF0-BFA2-22F6-2704-F47A451900F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u="sng" dirty="0"/>
              <a:t>By moving </a:t>
            </a:r>
            <a:r>
              <a:rPr lang="en-US" altLang="ko-KR" u="sng" dirty="0">
                <a:solidFill>
                  <a:srgbClr val="00B0F0"/>
                </a:solidFill>
              </a:rPr>
              <a:t>duplicated codes</a:t>
            </a:r>
            <a:r>
              <a:rPr lang="en-US" altLang="ko-KR" u="sng" dirty="0"/>
              <a:t> of SA</a:t>
            </a:r>
            <a:r>
              <a:rPr lang="en-US" altLang="ko-KR" u="sng" dirty="0">
                <a:solidFill>
                  <a:srgbClr val="00B0F0"/>
                </a:solidFill>
              </a:rPr>
              <a:t>HC-N</a:t>
            </a:r>
            <a:r>
              <a:rPr lang="en-US" altLang="ko-KR" u="sng" dirty="0"/>
              <a:t> and FC</a:t>
            </a:r>
            <a:r>
              <a:rPr lang="en-US" altLang="ko-KR" u="sng" dirty="0">
                <a:solidFill>
                  <a:srgbClr val="00B0F0"/>
                </a:solidFill>
              </a:rPr>
              <a:t>HC-N</a:t>
            </a:r>
            <a:r>
              <a:rPr lang="en-US" altLang="ko-KR" u="sng" dirty="0"/>
              <a:t> to a separate module named </a:t>
            </a:r>
            <a:r>
              <a:rPr lang="en-US" altLang="ko-KR" u="sng" dirty="0">
                <a:solidFill>
                  <a:srgbClr val="FF0000"/>
                </a:solidFill>
              </a:rPr>
              <a:t>‘numeric’</a:t>
            </a:r>
            <a:r>
              <a:rPr lang="en-US" altLang="ko-KR" dirty="0"/>
              <a:t>, we can easily </a:t>
            </a:r>
            <a:r>
              <a:rPr lang="en-US" altLang="ko-KR" u="sng" dirty="0">
                <a:highlight>
                  <a:srgbClr val="FFFF00"/>
                </a:highlight>
              </a:rPr>
              <a:t>reuse</a:t>
            </a:r>
            <a:r>
              <a:rPr lang="en-US" altLang="ko-KR" dirty="0"/>
              <a:t> them in both programs by simply importing the module</a:t>
            </a:r>
            <a:r>
              <a:rPr lang="en-US" altLang="ko-KR" sz="1400" dirty="0"/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공통으로 사용하는 로직을 분리하여 따로 저장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endParaRPr lang="en-US" altLang="ko-KR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7338" indent="-287338" eaLnBrk="1" hangingPunct="1"/>
            <a:r>
              <a:rPr lang="en-US" altLang="ko-KR" u="sng" dirty="0"/>
              <a:t>Only a few functions remain</a:t>
            </a:r>
            <a:r>
              <a:rPr lang="en-US" altLang="ko-KR" dirty="0"/>
              <a:t> in the main programs of SAHC-N and FCHC-N after the code migration</a:t>
            </a:r>
            <a:r>
              <a:rPr lang="en-US" altLang="ko-KR" sz="1400" dirty="0"/>
              <a:t>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기존 코드가 간결해짐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endParaRPr lang="en-US" altLang="ko-KR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611338" lvl="1" indent="-287338" eaLnBrk="1" hangingPunct="1"/>
            <a:endParaRPr lang="en-US" altLang="ko-KR" dirty="0"/>
          </a:p>
          <a:p>
            <a:pPr marL="611338" lvl="1" indent="-287338" eaLnBrk="1" hangingPunct="1"/>
            <a:endParaRPr lang="en-US" altLang="ko-KR" dirty="0"/>
          </a:p>
          <a:p>
            <a:pPr marL="287338" indent="-287338" eaLnBrk="1" hangingPunct="1"/>
            <a:endParaRPr lang="en-US" altLang="ko-KR" dirty="0"/>
          </a:p>
          <a:p>
            <a:pPr marL="287338" indent="-287338" eaLnBrk="1" hangingPunct="1"/>
            <a:endParaRPr lang="en-US" altLang="ko-KR" dirty="0"/>
          </a:p>
          <a:p>
            <a:pPr marL="287338" indent="-287338" eaLnBrk="1" hangingPunct="1"/>
            <a:endParaRPr lang="en-US" altLang="ko-KR" sz="1600" dirty="0"/>
          </a:p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 dirty="0"/>
              <a:t> in SAHC-N and that in FCHC-N are of the same purposes, but </a:t>
            </a:r>
            <a:r>
              <a:rPr lang="en-US" altLang="ko-KR" u="sng" dirty="0"/>
              <a:t>with slightly different print messages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328FF9E-67A8-E093-B75D-1E027B173B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dirty="0">
                <a:solidFill>
                  <a:srgbClr val="800080"/>
                </a:solidFill>
              </a:rPr>
              <a:t>Introducing ‘numeric’ Module (for Numerical Optimization)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DE17EA4E-2501-D29E-ABD7-C867BD2993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7653" name="슬라이드 번호 개체 틀 8">
            <a:extLst>
              <a:ext uri="{FF2B5EF4-FFF2-40B4-BE49-F238E27FC236}">
                <a16:creationId xmlns:a16="http://schemas.microsoft.com/office/drawing/2014/main" id="{3A009A36-611E-6F9F-04AC-C32C6B7964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417D5ED-B53E-437D-B290-D7BF750EC639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31990FA-55A7-40F9-9730-B9493C14C3A6}"/>
              </a:ext>
            </a:extLst>
          </p:cNvPr>
          <p:cNvGrpSpPr/>
          <p:nvPr/>
        </p:nvGrpSpPr>
        <p:grpSpPr>
          <a:xfrm>
            <a:off x="827584" y="2924944"/>
            <a:ext cx="4716810" cy="1662112"/>
            <a:chOff x="1079327" y="3146028"/>
            <a:chExt cx="4716810" cy="166211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A2AB53D-412C-4B45-97C4-6E2C4E6DDD42}"/>
                </a:ext>
              </a:extLst>
            </p:cNvPr>
            <p:cNvGrpSpPr/>
            <p:nvPr/>
          </p:nvGrpSpPr>
          <p:grpSpPr>
            <a:xfrm>
              <a:off x="1079327" y="3146028"/>
              <a:ext cx="2268538" cy="1662112"/>
              <a:chOff x="1943100" y="3135313"/>
              <a:chExt cx="2268538" cy="166211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65D472-BBE8-88F2-9226-E473F2A844AD}"/>
                  </a:ext>
                </a:extLst>
              </p:cNvPr>
              <p:cNvSpPr txBox="1"/>
              <p:nvPr/>
            </p:nvSpPr>
            <p:spPr>
              <a:xfrm>
                <a:off x="1943100" y="3473450"/>
                <a:ext cx="2266950" cy="132397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main</a:t>
                </a:r>
                <a:endPara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/>
                </a:pPr>
                <a:r>
                  <a:rPr lang="en-US" altLang="ko-KR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steepestAscent</a:t>
                </a:r>
                <a:endParaRPr lang="en-US" altLang="ko-KR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defRPr/>
                </a:pPr>
                <a:r>
                  <a:rPr lang="en-US" altLang="ko-KR" sz="1600" b="1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mutants</a:t>
                </a:r>
              </a:p>
              <a:p>
                <a:pPr>
                  <a:defRPr/>
                </a:pPr>
                <a:r>
                  <a:rPr lang="en-US" altLang="ko-KR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bestOf</a:t>
                </a:r>
                <a:endPara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/>
                </a:pPr>
                <a:r>
                  <a:rPr lang="en-US" altLang="ko-KR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displaySetting</a:t>
                </a:r>
                <a:endParaRPr lang="en-US" altLang="ko-KR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7655" name="TextBox 10">
                <a:extLst>
                  <a:ext uri="{FF2B5EF4-FFF2-40B4-BE49-F238E27FC236}">
                    <a16:creationId xmlns:a16="http://schemas.microsoft.com/office/drawing/2014/main" id="{4CAEA2EA-4163-4B18-1682-3E9B38B105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4688" y="3135313"/>
                <a:ext cx="2266950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2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latinLnBrk="1">
                  <a:lnSpc>
                    <a:spcPct val="12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latinLnBrk="1">
                  <a:lnSpc>
                    <a:spcPct val="12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latinLnBrk="1">
                  <a:lnSpc>
                    <a:spcPct val="12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latinLnBrk="1">
                  <a:lnSpc>
                    <a:spcPct val="12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latinLnBrk="0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ko-KR" sz="1600" dirty="0"/>
                  <a:t>SA</a:t>
                </a:r>
                <a:r>
                  <a:rPr lang="en-US" altLang="ko-KR" sz="1600" dirty="0">
                    <a:solidFill>
                      <a:srgbClr val="00B0F0"/>
                    </a:solidFill>
                  </a:rPr>
                  <a:t>HC-N</a:t>
                </a:r>
                <a:endParaRPr lang="ko-KR" altLang="en-US" sz="1600" dirty="0">
                  <a:solidFill>
                    <a:srgbClr val="00B0F0"/>
                  </a:solidFill>
                </a:endParaRPr>
              </a:p>
            </p:txBody>
          </p: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C651DD80-ED93-4985-8F55-485DE02E3280}"/>
                </a:ext>
              </a:extLst>
            </p:cNvPr>
            <p:cNvGrpSpPr/>
            <p:nvPr/>
          </p:nvGrpSpPr>
          <p:grpSpPr>
            <a:xfrm>
              <a:off x="3527599" y="3146028"/>
              <a:ext cx="2268538" cy="1661576"/>
              <a:chOff x="5146675" y="3135313"/>
              <a:chExt cx="2268538" cy="166157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EA67C1-6FC9-C799-704A-A30D6BCE0C6C}"/>
                  </a:ext>
                </a:extLst>
              </p:cNvPr>
              <p:cNvSpPr txBox="1"/>
              <p:nvPr/>
            </p:nvSpPr>
            <p:spPr>
              <a:xfrm>
                <a:off x="5146675" y="3473450"/>
                <a:ext cx="2268538" cy="132343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main</a:t>
                </a:r>
                <a:endPara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/>
                </a:pPr>
                <a:r>
                  <a:rPr lang="en-US" altLang="ko-KR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firstChoice</a:t>
                </a:r>
                <a:endParaRPr lang="en-US" altLang="ko-KR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defRPr/>
                </a:pPr>
                <a:r>
                  <a:rPr lang="en-US" altLang="ko-KR" sz="1600" b="1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randomMutant</a:t>
                </a:r>
                <a:endParaRPr lang="en-US" altLang="ko-KR" sz="1600" b="1" dirty="0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defRPr/>
                </a:pPr>
                <a:endParaRPr lang="en-US" altLang="ko-KR" sz="1600" b="1" dirty="0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defRPr/>
                </a:pPr>
                <a:r>
                  <a:rPr lang="en-US" altLang="ko-KR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displaySetting</a:t>
                </a:r>
                <a:endParaRPr lang="en-US" altLang="ko-KR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7657" name="TextBox 10">
                <a:extLst>
                  <a:ext uri="{FF2B5EF4-FFF2-40B4-BE49-F238E27FC236}">
                    <a16:creationId xmlns:a16="http://schemas.microsoft.com/office/drawing/2014/main" id="{283F8F71-182C-D408-8709-F7FE691594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46675" y="3135313"/>
                <a:ext cx="2268537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2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latinLnBrk="1">
                  <a:lnSpc>
                    <a:spcPct val="12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latinLnBrk="1">
                  <a:lnSpc>
                    <a:spcPct val="12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latinLnBrk="1">
                  <a:lnSpc>
                    <a:spcPct val="12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latinLnBrk="1">
                  <a:lnSpc>
                    <a:spcPct val="12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latinLnBrk="0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ko-KR" sz="1600" dirty="0"/>
                  <a:t>FC</a:t>
                </a:r>
                <a:r>
                  <a:rPr lang="en-US" altLang="ko-KR" sz="1600" dirty="0">
                    <a:solidFill>
                      <a:srgbClr val="00B0F0"/>
                    </a:solidFill>
                  </a:rPr>
                  <a:t>HC-N</a:t>
                </a:r>
                <a:endParaRPr lang="ko-KR" altLang="en-US" sz="1600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EFC1ADB-8B03-42D8-AB6B-CFC2FF1389D1}"/>
              </a:ext>
            </a:extLst>
          </p:cNvPr>
          <p:cNvGrpSpPr/>
          <p:nvPr/>
        </p:nvGrpSpPr>
        <p:grpSpPr>
          <a:xfrm>
            <a:off x="6335910" y="2924944"/>
            <a:ext cx="2268538" cy="1723132"/>
            <a:chOff x="5146675" y="3135313"/>
            <a:chExt cx="2268538" cy="17231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17737A5-31D3-4847-A478-64773FE31097}"/>
                </a:ext>
              </a:extLst>
            </p:cNvPr>
            <p:cNvSpPr txBox="1"/>
            <p:nvPr/>
          </p:nvSpPr>
          <p:spPr>
            <a:xfrm>
              <a:off x="5146675" y="3473450"/>
              <a:ext cx="2268538" cy="138499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ko-KR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createProblem</a:t>
              </a:r>
              <a:endParaRPr lang="en-US" altLang="ko-KR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defRPr/>
              </a:pPr>
              <a:r>
                <a:rPr lang="en-US" altLang="ko-KR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randomInit</a:t>
              </a:r>
              <a:endParaRPr lang="en-US" altLang="ko-KR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defRPr/>
              </a:pPr>
              <a:r>
                <a:rPr lang="en-US" altLang="ko-KR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evaluate</a:t>
              </a:r>
            </a:p>
            <a:p>
              <a:pPr>
                <a:defRPr/>
              </a:pPr>
              <a:r>
                <a:rPr lang="en-US" altLang="ko-KR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mutate</a:t>
              </a:r>
            </a:p>
            <a:p>
              <a:pPr>
                <a:defRPr/>
              </a:pPr>
              <a:r>
                <a:rPr lang="en-US" altLang="ko-KR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describeProblem</a:t>
              </a:r>
              <a:endParaRPr lang="en-US" altLang="ko-KR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defRPr/>
              </a:pPr>
              <a:r>
                <a:rPr lang="en-US" altLang="ko-KR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displayResult</a:t>
              </a:r>
              <a:endParaRPr lang="en-US" altLang="ko-KR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defRPr/>
              </a:pPr>
              <a:r>
                <a:rPr lang="en-US" altLang="ko-KR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coordinate</a:t>
              </a:r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13E71813-42C7-4954-98BC-BF12AC562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6675" y="3135313"/>
              <a:ext cx="226853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ko-KR" altLang="en-US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공통 </a:t>
              </a:r>
              <a:r>
                <a: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(import)</a:t>
              </a:r>
              <a:endPara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  <p:sp>
        <p:nvSpPr>
          <p:cNvPr id="6" name="더하기 기호 5">
            <a:extLst>
              <a:ext uri="{FF2B5EF4-FFF2-40B4-BE49-F238E27FC236}">
                <a16:creationId xmlns:a16="http://schemas.microsoft.com/office/drawing/2014/main" id="{8E068307-F7D1-48ED-9E67-80C1E82BB426}"/>
              </a:ext>
            </a:extLst>
          </p:cNvPr>
          <p:cNvSpPr/>
          <p:nvPr/>
        </p:nvSpPr>
        <p:spPr>
          <a:xfrm>
            <a:off x="5593332" y="3577980"/>
            <a:ext cx="693639" cy="693639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EBC85CB5-AD20-48DE-86BC-689BB07BD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4594656"/>
            <a:ext cx="22669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/>
              <a:t>steepest ascent (n).</a:t>
            </a:r>
            <a:r>
              <a:rPr lang="en-US" altLang="ko-KR" sz="1400" dirty="0" err="1"/>
              <a:t>py</a:t>
            </a:r>
            <a:endParaRPr lang="ko-KR" altLang="en-US" sz="1400" dirty="0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B6EC7D8B-DD4C-408C-A7CB-0ED708112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856" y="4595576"/>
            <a:ext cx="22669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dirty="0"/>
              <a:t>first-choice (n).</a:t>
            </a:r>
            <a:r>
              <a:rPr lang="en-US" altLang="ko-KR" sz="1400" dirty="0" err="1"/>
              <a:t>py</a:t>
            </a:r>
            <a:endParaRPr lang="ko-KR" altLang="en-US" sz="1400" dirty="0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DE37C8D-440C-42A7-8CA2-6159877F4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497" y="4648076"/>
            <a:ext cx="22669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dirty="0"/>
              <a:t>numeric.py</a:t>
            </a:r>
            <a:endParaRPr lang="ko-KR" altLang="en-US" sz="1400" dirty="0"/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D6C339CB-E938-080B-D7AB-DD1C1069F081}"/>
              </a:ext>
            </a:extLst>
          </p:cNvPr>
          <p:cNvSpPr/>
          <p:nvPr/>
        </p:nvSpPr>
        <p:spPr>
          <a:xfrm>
            <a:off x="6660232" y="5517232"/>
            <a:ext cx="1728192" cy="451687"/>
          </a:xfrm>
          <a:prstGeom prst="wedgeRectCallout">
            <a:avLst>
              <a:gd name="adj1" fmla="val -60233"/>
              <a:gd name="adj2" fmla="val 6872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Therefore... not separated into a common module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528B-B512-42D1-BB52-4506BAAC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TSP Problem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63E5A-8C29-4303-8158-2E91B363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The problem of planning the </a:t>
            </a:r>
            <a:r>
              <a:rPr lang="en-US" sz="1800" b="1" dirty="0"/>
              <a:t>route (= order of visits)</a:t>
            </a:r>
            <a:r>
              <a:rPr lang="en-US" sz="1800" dirty="0"/>
              <a:t> to visit all cities with the </a:t>
            </a:r>
            <a:r>
              <a:rPr lang="en-US" sz="1800" b="1" dirty="0"/>
              <a:t>shortest total distance</a:t>
            </a:r>
            <a:r>
              <a:rPr lang="en-US" sz="1800" dirty="0"/>
              <a:t>.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sz="1800" dirty="0"/>
              <a:t>Assume the problem is input via a </a:t>
            </a:r>
            <a:r>
              <a:rPr lang="en-US" sz="1800" b="1" dirty="0"/>
              <a:t>text file</a:t>
            </a:r>
            <a:r>
              <a:rPr lang="en-US" sz="1800" dirty="0"/>
              <a:t>, as shown below.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sz="1600" dirty="0"/>
              <a:t>The </a:t>
            </a:r>
            <a:r>
              <a:rPr lang="en-US" sz="1600" b="1" dirty="0"/>
              <a:t>number of cities</a:t>
            </a:r>
            <a:r>
              <a:rPr lang="en-US" sz="1600" dirty="0"/>
              <a:t> is on the first line.</a:t>
            </a:r>
          </a:p>
          <a:p>
            <a:pPr lvl="1"/>
            <a:r>
              <a:rPr lang="en-US" sz="1600" dirty="0"/>
              <a:t>The subsequent lines contain the </a:t>
            </a:r>
            <a:r>
              <a:rPr lang="en-US" sz="1600" b="1" dirty="0"/>
              <a:t>coordinates of each city.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55945D-5D87-4D8E-A371-02720BAB9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7A0AEE-A02C-40F3-ACAE-163A33310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8</a:t>
            </a:fld>
            <a:endParaRPr lang="en-US" altLang="ko-KR"/>
          </a:p>
        </p:txBody>
      </p:sp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6FE71385-691C-404B-B448-1064FA82306F}"/>
              </a:ext>
            </a:extLst>
          </p:cNvPr>
          <p:cNvSpPr/>
          <p:nvPr/>
        </p:nvSpPr>
        <p:spPr>
          <a:xfrm>
            <a:off x="86764" y="90076"/>
            <a:ext cx="740872" cy="365125"/>
          </a:xfrm>
          <a:prstGeom prst="wedgeRectCallout">
            <a:avLst>
              <a:gd name="adj1" fmla="val 29965"/>
              <a:gd name="adj2" fmla="val 21516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review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4CB4ED6-468E-31B3-7BB4-4D33180A80DF}"/>
              </a:ext>
            </a:extLst>
          </p:cNvPr>
          <p:cNvGrpSpPr/>
          <p:nvPr/>
        </p:nvGrpSpPr>
        <p:grpSpPr>
          <a:xfrm>
            <a:off x="3214216" y="3284984"/>
            <a:ext cx="3878734" cy="3096344"/>
            <a:chOff x="3357562" y="2924944"/>
            <a:chExt cx="3878734" cy="3096344"/>
          </a:xfrm>
        </p:grpSpPr>
        <p:pic>
          <p:nvPicPr>
            <p:cNvPr id="15" name="그림 10">
              <a:extLst>
                <a:ext uri="{FF2B5EF4-FFF2-40B4-BE49-F238E27FC236}">
                  <a16:creationId xmlns:a16="http://schemas.microsoft.com/office/drawing/2014/main" id="{DAF513B3-6EDA-BA1B-30CD-C5608DEC4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7562" y="2924944"/>
              <a:ext cx="2428875" cy="2733675"/>
            </a:xfrm>
            <a:prstGeom prst="rect">
              <a:avLst/>
            </a:prstGeom>
          </p:spPr>
        </p:pic>
        <p:sp>
          <p:nvSpPr>
            <p:cNvPr id="16" name="말풍선: 사각형 11">
              <a:extLst>
                <a:ext uri="{FF2B5EF4-FFF2-40B4-BE49-F238E27FC236}">
                  <a16:creationId xmlns:a16="http://schemas.microsoft.com/office/drawing/2014/main" id="{099C60D2-BEAF-C2FF-55D8-5E217A5E88C4}"/>
                </a:ext>
              </a:extLst>
            </p:cNvPr>
            <p:cNvSpPr/>
            <p:nvPr/>
          </p:nvSpPr>
          <p:spPr>
            <a:xfrm>
              <a:off x="4537581" y="3068960"/>
              <a:ext cx="840565" cy="241002"/>
            </a:xfrm>
            <a:prstGeom prst="wedgeRectCallout">
              <a:avLst>
                <a:gd name="adj1" fmla="val -66486"/>
                <a:gd name="adj2" fmla="val 38440"/>
              </a:avLst>
            </a:prstGeom>
            <a:solidFill>
              <a:schemeClr val="bg1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# of cities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17" name="말풍선: 사각형 12">
              <a:extLst>
                <a:ext uri="{FF2B5EF4-FFF2-40B4-BE49-F238E27FC236}">
                  <a16:creationId xmlns:a16="http://schemas.microsoft.com/office/drawing/2014/main" id="{0C0148A6-9AF9-3142-5A14-F63B8D4AA09D}"/>
                </a:ext>
              </a:extLst>
            </p:cNvPr>
            <p:cNvSpPr/>
            <p:nvPr/>
          </p:nvSpPr>
          <p:spPr>
            <a:xfrm>
              <a:off x="5868144" y="4488029"/>
              <a:ext cx="1368152" cy="497528"/>
            </a:xfrm>
            <a:prstGeom prst="wedgeRectCallout">
              <a:avLst>
                <a:gd name="adj1" fmla="val -11406"/>
                <a:gd name="adj2" fmla="val 428"/>
              </a:avLst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City coordinates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18" name="오른쪽 중괄호 13">
              <a:extLst>
                <a:ext uri="{FF2B5EF4-FFF2-40B4-BE49-F238E27FC236}">
                  <a16:creationId xmlns:a16="http://schemas.microsoft.com/office/drawing/2014/main" id="{00648DB2-6956-7554-55DC-33B8083E54DC}"/>
                </a:ext>
              </a:extLst>
            </p:cNvPr>
            <p:cNvSpPr/>
            <p:nvPr/>
          </p:nvSpPr>
          <p:spPr>
            <a:xfrm>
              <a:off x="5508104" y="3452298"/>
              <a:ext cx="216023" cy="2568990"/>
            </a:xfrm>
            <a:prstGeom prst="rightBrace">
              <a:avLst>
                <a:gd name="adj1" fmla="val 68111"/>
                <a:gd name="adj2" fmla="val 50000"/>
              </a:avLst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28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6D3E5FCF-4C82-D22C-F903-BDE2D9B6A0F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/>
              <a:t>Since the </a:t>
            </a:r>
            <a:r>
              <a:rPr lang="en-US" altLang="ko-KR" sz="1800" u="sng" dirty="0"/>
              <a:t>algorithm is the same as that for numerical optimization</a:t>
            </a:r>
            <a:r>
              <a:rPr lang="en-US" altLang="ko-KR" sz="1800" dirty="0"/>
              <a:t>, the main program of SAHC-</a:t>
            </a:r>
            <a:r>
              <a:rPr lang="en-US" altLang="ko-KR" sz="1800" dirty="0">
                <a:highlight>
                  <a:srgbClr val="FFFF00"/>
                </a:highlight>
              </a:rPr>
              <a:t>N</a:t>
            </a:r>
            <a:r>
              <a:rPr lang="en-US" altLang="ko-KR" sz="1800" dirty="0"/>
              <a:t> may be reused for TSP without much change</a:t>
            </a:r>
          </a:p>
          <a:p>
            <a:pPr marL="611188" lvl="1" indent="-287338" eaLnBrk="1" hangingPunct="1"/>
            <a:r>
              <a:rPr lang="en-US" altLang="ko-KR" sz="1600" dirty="0"/>
              <a:t>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altLang="ko-KR" sz="1600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steepestAscent</a:t>
            </a:r>
            <a:r>
              <a:rPr lang="en-US" altLang="ko-KR" sz="1600" dirty="0"/>
              <a:t>, and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bestOf</a:t>
            </a:r>
            <a:r>
              <a:rPr lang="en-US" altLang="ko-KR" sz="1600" dirty="0"/>
              <a:t> can be </a:t>
            </a:r>
            <a:r>
              <a:rPr lang="en-US" altLang="ko-KR" sz="1600" u="sng" dirty="0"/>
              <a:t>reused without any change at all</a:t>
            </a:r>
          </a:p>
          <a:p>
            <a:pPr marL="611188" lvl="1" indent="-287338" eaLnBrk="1" hangingPunct="1"/>
            <a:r>
              <a:rPr lang="en-US" altLang="ko-KR" sz="1600" dirty="0"/>
              <a:t> </a:t>
            </a:r>
            <a:r>
              <a:rPr lang="en-US" altLang="ko-KR" sz="1600" b="1" u="sng" dirty="0">
                <a:latin typeface="Courier New" panose="02070309020205020404" pitchFamily="49" charset="0"/>
              </a:rPr>
              <a:t>mutants</a:t>
            </a:r>
            <a:r>
              <a:rPr lang="en-US" altLang="ko-KR" sz="1600" u="sng" dirty="0"/>
              <a:t> should be implemented differently </a:t>
            </a:r>
            <a:r>
              <a:rPr lang="en-US" altLang="ko-KR" sz="1600" dirty="0"/>
              <a:t>because the representation of candidate solution for TSP is different from that for numerical optimization</a:t>
            </a:r>
          </a:p>
          <a:p>
            <a:pPr marL="611188" lvl="1" indent="-287338" eaLnBrk="1" hangingPunct="1"/>
            <a:r>
              <a:rPr lang="en-US" altLang="ko-KR" sz="1600" b="1" u="sng" dirty="0" err="1">
                <a:latin typeface="Courier New" panose="02070309020205020404" pitchFamily="49" charset="0"/>
              </a:rPr>
              <a:t>displaySetting</a:t>
            </a:r>
            <a:r>
              <a:rPr lang="en-US" altLang="ko-KR" sz="1600" u="sng" dirty="0"/>
              <a:t> should also be changed</a:t>
            </a:r>
            <a:r>
              <a:rPr lang="en-US" altLang="ko-KR" sz="1600" dirty="0"/>
              <a:t> because there is no notion of mutation step size in solving TSPs</a:t>
            </a:r>
          </a:p>
          <a:p>
            <a:pPr marL="287338" indent="-287338" eaLnBrk="1" hangingPunct="1"/>
            <a:endParaRPr lang="en-US" altLang="ko-KR" sz="1800" dirty="0"/>
          </a:p>
          <a:p>
            <a:pPr marL="287338" indent="-287338" eaLnBrk="1" hangingPunct="1"/>
            <a:r>
              <a:rPr lang="en-US" altLang="ko-KR" sz="1800" dirty="0"/>
              <a:t>We notice that we need a module like ‘numeric’ to be imported, but the codes in it should be changed appropriately for TSPs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1240562-B5E2-E79F-DA61-073194B06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800080"/>
                </a:solidFill>
              </a:rPr>
              <a:t>Steepest-Ascent</a:t>
            </a:r>
            <a:r>
              <a:rPr lang="en-US" altLang="ko-KR" sz="2400" dirty="0">
                <a:solidFill>
                  <a:srgbClr val="800080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800080"/>
                </a:solidFill>
              </a:rPr>
              <a:t>TSP</a:t>
            </a:r>
            <a:endParaRPr lang="en-US" altLang="ko-KR" sz="2400" u="sng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5456A670-90A8-1DC9-3794-76B205A025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9701" name="슬라이드 번호 개체 틀 8">
            <a:extLst>
              <a:ext uri="{FF2B5EF4-FFF2-40B4-BE49-F238E27FC236}">
                <a16:creationId xmlns:a16="http://schemas.microsoft.com/office/drawing/2014/main" id="{C7279897-AC8F-16E0-91DA-8C21149C7A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C9C6AD7-E42E-415C-99C6-A01773C2281A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5B6347AD-DDAE-42DE-A66E-9FC98E75084C}"/>
              </a:ext>
            </a:extLst>
          </p:cNvPr>
          <p:cNvSpPr/>
          <p:nvPr/>
        </p:nvSpPr>
        <p:spPr>
          <a:xfrm>
            <a:off x="6673162" y="94110"/>
            <a:ext cx="936104" cy="288032"/>
          </a:xfrm>
          <a:prstGeom prst="wedgeRectCallout">
            <a:avLst>
              <a:gd name="adj1" fmla="val 9006"/>
              <a:gd name="adj2" fmla="val 82943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TSP </a:t>
            </a:r>
            <a:r>
              <a:rPr lang="ko-KR" altLang="en-US" sz="1000" dirty="0"/>
              <a:t>문제</a:t>
            </a:r>
            <a:r>
              <a:rPr lang="en-US" altLang="ko-KR" sz="1000" dirty="0"/>
              <a:t>!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3C91198A-EB2F-2730-1487-9142045434FF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800" dirty="0"/>
              <a:t>A new module named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‘tsp’</a:t>
            </a:r>
            <a:r>
              <a:rPr lang="en-US" altLang="ko-KR" sz="1800" dirty="0"/>
              <a:t> is created for being used as a replacement of the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‘numeric’</a:t>
            </a:r>
            <a:r>
              <a:rPr lang="en-US" altLang="ko-KR" sz="1800" dirty="0"/>
              <a:t> module</a:t>
            </a:r>
          </a:p>
          <a:p>
            <a:pPr marL="611338" lvl="1" indent="-287338" eaLnBrk="1" hangingPunct="1">
              <a:defRPr/>
            </a:pPr>
            <a:r>
              <a:rPr lang="en-US" altLang="ko-KR" sz="1600" dirty="0"/>
              <a:t>The functions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createProblem</a:t>
            </a:r>
            <a:r>
              <a:rPr lang="en-US" altLang="ko-KR" sz="1600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randomInit</a:t>
            </a:r>
            <a:r>
              <a:rPr lang="en-US" altLang="ko-KR" sz="1600" dirty="0"/>
              <a:t>,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evaluate</a:t>
            </a:r>
            <a:r>
              <a:rPr lang="en-US" altLang="ko-KR" sz="1600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describeProblem</a:t>
            </a:r>
            <a:r>
              <a:rPr lang="en-US" altLang="ko-KR" sz="1600" dirty="0"/>
              <a:t>, and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displayResult</a:t>
            </a:r>
            <a:r>
              <a:rPr lang="en-US" altLang="ko-KR" sz="1600" dirty="0"/>
              <a:t> in ‘numeric’ are also needed in ‘tsp’ but </a:t>
            </a:r>
            <a:r>
              <a:rPr lang="en-US" altLang="ko-KR" sz="1600" u="sng" dirty="0"/>
              <a:t>with different implementations</a:t>
            </a:r>
          </a:p>
          <a:p>
            <a:pPr lvl="1">
              <a:defRPr/>
            </a:pPr>
            <a:r>
              <a:rPr lang="en-US" altLang="ko-KR" sz="1600" dirty="0"/>
              <a:t>And there may be some </a:t>
            </a:r>
            <a:r>
              <a:rPr lang="en-US" altLang="ko-KR" sz="1600" u="sng" dirty="0"/>
              <a:t>new functions needed </a:t>
            </a:r>
            <a:r>
              <a:rPr lang="en-US" altLang="ko-KR" sz="1600" dirty="0"/>
              <a:t>for solving TSPs</a:t>
            </a:r>
          </a:p>
          <a:p>
            <a:pPr lvl="1">
              <a:defRPr/>
            </a:pPr>
            <a:endParaRPr lang="en-US" altLang="ko-KR" sz="1600" dirty="0"/>
          </a:p>
          <a:p>
            <a:pPr marL="287338" indent="-28733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createProblem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:</a:t>
            </a:r>
          </a:p>
          <a:p>
            <a:pPr lvl="1" eaLnBrk="1" hangingPunct="1">
              <a:defRPr/>
            </a:pPr>
            <a:r>
              <a:rPr lang="en-US" altLang="ko-KR" sz="1600" dirty="0"/>
              <a:t>Gets a file name from the user and reads problem information from the file</a:t>
            </a:r>
          </a:p>
          <a:p>
            <a:pPr lvl="2" eaLnBrk="1" hangingPunct="1">
              <a:defRPr/>
            </a:pPr>
            <a:r>
              <a:rPr lang="en-US" altLang="ko-KR" sz="1600" dirty="0"/>
              <a:t>Number of cities – saved as an integer</a:t>
            </a:r>
          </a:p>
          <a:p>
            <a:pPr lvl="2" eaLnBrk="1" hangingPunct="1">
              <a:defRPr/>
            </a:pPr>
            <a:r>
              <a:rPr lang="en-US" altLang="ko-KR" sz="1600" dirty="0"/>
              <a:t>City locations – saved as a list of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sz="1600" dirty="0"/>
              <a:t>-tuples</a:t>
            </a:r>
          </a:p>
          <a:p>
            <a:pPr lvl="1" eaLnBrk="1" hangingPunct="1">
              <a:defRPr/>
            </a:pPr>
            <a:r>
              <a:rPr lang="en-US" altLang="ko-KR" sz="1600" dirty="0"/>
              <a:t>Creates a matrix of distances between </a:t>
            </a:r>
            <a:r>
              <a:rPr lang="en-US" altLang="ko-KR" sz="1600" u="sng" dirty="0"/>
              <a:t>every pair of cities</a:t>
            </a:r>
            <a:r>
              <a:rPr lang="en-US" altLang="ko-KR" sz="1600" dirty="0"/>
              <a:t>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calcDistanceTable</a:t>
            </a:r>
            <a:r>
              <a:rPr lang="en-US" altLang="ko-KR" sz="1600" dirty="0"/>
              <a:t> – a new function)</a:t>
            </a:r>
          </a:p>
          <a:p>
            <a:pPr lvl="1" eaLnBrk="1" hangingPunct="1">
              <a:defRPr/>
            </a:pPr>
            <a:r>
              <a:rPr lang="en-US" altLang="ko-KR" sz="1600" dirty="0"/>
              <a:t>Returns the triple: number of cities, locations, distance table</a:t>
            </a:r>
          </a:p>
          <a:p>
            <a:pPr marL="287338" indent="-287338" eaLnBrk="1" hangingPunct="1">
              <a:defRPr/>
            </a:pPr>
            <a:endParaRPr lang="en-US" altLang="ko-KR" dirty="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C662F1C-FA1B-124F-7FC5-38F7429E2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1239EA07-69BB-F063-1ED5-A108A97E55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1749" name="슬라이드 번호 개체 틀 8">
            <a:extLst>
              <a:ext uri="{FF2B5EF4-FFF2-40B4-BE49-F238E27FC236}">
                <a16:creationId xmlns:a16="http://schemas.microsoft.com/office/drawing/2014/main" id="{F30E4F29-36EB-8678-B4AD-392C5919A6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2A082B3-F156-4BF9-9F25-33748F26C42B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19AF3C7-4D73-0856-3489-8E1D6376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F87AB292-6294-612F-28A9-AC4A0A329EE5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createProblem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:</a:t>
            </a:r>
          </a:p>
          <a:p>
            <a:pPr marL="287338" indent="-287338" eaLnBrk="1" hangingPunct="1">
              <a:defRPr/>
            </a:pPr>
            <a:endParaRPr lang="en-US" altLang="ko-KR" dirty="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2357294-062D-6EFE-1DBC-45566E6DD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82AAB65B-4429-530C-D745-42D23BB2E8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1749" name="슬라이드 번호 개체 틀 8">
            <a:extLst>
              <a:ext uri="{FF2B5EF4-FFF2-40B4-BE49-F238E27FC236}">
                <a16:creationId xmlns:a16="http://schemas.microsoft.com/office/drawing/2014/main" id="{C66CE72C-8F9B-C1FE-ADA8-0B8474345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2A082B3-F156-4BF9-9F25-33748F26C42B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43B21D-0DC2-CB12-5444-1BDB69FD4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0" y="1460201"/>
            <a:ext cx="7236296" cy="3791688"/>
          </a:xfrm>
          <a:prstGeom prst="rect">
            <a:avLst/>
          </a:prstGeom>
        </p:spPr>
      </p:pic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69545A5E-A931-2C0F-4EA2-B84E4AED3F7F}"/>
              </a:ext>
            </a:extLst>
          </p:cNvPr>
          <p:cNvSpPr/>
          <p:nvPr/>
        </p:nvSpPr>
        <p:spPr>
          <a:xfrm>
            <a:off x="5004048" y="2852936"/>
            <a:ext cx="2026568" cy="451687"/>
          </a:xfrm>
          <a:prstGeom prst="wedgeRectCallout">
            <a:avLst>
              <a:gd name="adj1" fmla="val -60233"/>
              <a:gd name="adj2" fmla="val 6872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/>
              <a:t>Read number of cities on first line as Integer</a:t>
            </a:r>
            <a:endParaRPr lang="ko-KR" altLang="en-US" sz="10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92224E9-8C36-3796-B755-A63B78543FFA}"/>
              </a:ext>
            </a:extLst>
          </p:cNvPr>
          <p:cNvCxnSpPr/>
          <p:nvPr/>
        </p:nvCxnSpPr>
        <p:spPr>
          <a:xfrm>
            <a:off x="4139952" y="3727080"/>
            <a:ext cx="35283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36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89A359E1-3285-EAC0-6F8D-0283E6B11876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calcDistanceTable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numCities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locations)</a:t>
            </a:r>
            <a:r>
              <a:rPr lang="en-US" altLang="ko-KR" sz="1800" dirty="0"/>
              <a:t>:</a:t>
            </a:r>
          </a:p>
          <a:p>
            <a:pPr lvl="1" eaLnBrk="1" hangingPunct="1">
              <a:defRPr/>
            </a:pPr>
            <a:r>
              <a:rPr lang="en-US" altLang="ko-KR" sz="1800" dirty="0"/>
              <a:t>Calculates an 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ko-KR" altLang="ko-KR" sz="1800" dirty="0">
                <a:sym typeface="Symbol" panose="05050102010706020507" pitchFamily="18" charset="2"/>
              </a:rPr>
              <a:t>  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1800" dirty="0"/>
              <a:t> matrix of pairwise distances based on</a:t>
            </a:r>
            <a:r>
              <a:rPr lang="en-US" altLang="ko-KR" sz="1600" dirty="0"/>
              <a:t>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locations</a:t>
            </a:r>
            <a:r>
              <a:rPr lang="en-US" altLang="ko-KR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(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numCities</a:t>
            </a:r>
            <a:r>
              <a:rPr lang="en-US" altLang="ko-KR" sz="1800" dirty="0"/>
              <a:t>) // use Euclidean distance calculation</a:t>
            </a: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F684B0E-ABBE-E1E5-CE66-4D3737E6F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75AF8A46-9582-C6D3-ED89-88E2B249CA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3797" name="슬라이드 번호 개체 틀 8">
            <a:extLst>
              <a:ext uri="{FF2B5EF4-FFF2-40B4-BE49-F238E27FC236}">
                <a16:creationId xmlns:a16="http://schemas.microsoft.com/office/drawing/2014/main" id="{D8DC108E-1484-3DDF-5785-8C04848EBB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5B32FE4-CEDF-4A87-A192-AFE82049B3B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F0D6D7A-23D2-C32E-B0FE-B743A85D5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36912"/>
            <a:ext cx="3420172" cy="235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FF1D709-4794-7E68-E993-EBDCA8E84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760" y="3429000"/>
            <a:ext cx="3106688" cy="485420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4AD71A8E-C706-A38C-E6F6-2E151120A0FD}"/>
              </a:ext>
            </a:extLst>
          </p:cNvPr>
          <p:cNvSpPr/>
          <p:nvPr/>
        </p:nvSpPr>
        <p:spPr>
          <a:xfrm>
            <a:off x="4597105" y="3447606"/>
            <a:ext cx="57606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511D117-7D18-E4B1-1CBA-83B0D618C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91F66C76-0D41-EF53-6AA2-F1D7DC1EECC5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randomInit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  <a:r>
              <a:rPr lang="en-US" altLang="ko-KR" sz="1800" dirty="0">
                <a:cs typeface="Times New Roman" panose="02020603050405020304" pitchFamily="18" charset="0"/>
              </a:rPr>
              <a:t>:</a:t>
            </a:r>
          </a:p>
          <a:p>
            <a:pPr marL="611188" lvl="1" eaLnBrk="1" hangingPunct="1">
              <a:defRPr/>
            </a:pPr>
            <a:r>
              <a:rPr lang="en-US" altLang="ko-KR" sz="1800" dirty="0">
                <a:cs typeface="Times New Roman" panose="02020603050405020304" pitchFamily="18" charset="0"/>
              </a:rPr>
              <a:t>Returns a </a:t>
            </a:r>
            <a:r>
              <a:rPr lang="en-US" altLang="ko-KR" sz="1800" u="sng" dirty="0">
                <a:cs typeface="Times New Roman" panose="02020603050405020304" pitchFamily="18" charset="0"/>
              </a:rPr>
              <a:t>randomly shuffled list of IDs</a:t>
            </a:r>
            <a:r>
              <a:rPr lang="en-US" altLang="ko-KR" sz="1800" dirty="0">
                <a:cs typeface="Times New Roman" panose="02020603050405020304" pitchFamily="18" charset="0"/>
              </a:rPr>
              <a:t> of the cities in </a:t>
            </a:r>
            <a:r>
              <a:rPr lang="en-US" altLang="ko-KR" sz="1600" b="1" dirty="0">
                <a:latin typeface="Courier New" panose="02070309020205020404" pitchFamily="49" charset="0"/>
              </a:rPr>
              <a:t>p </a:t>
            </a:r>
            <a:r>
              <a:rPr lang="en-US" altLang="ko-KR" sz="1600" dirty="0">
                <a:latin typeface="+mn-lt"/>
              </a:rPr>
              <a:t>(= random</a:t>
            </a:r>
            <a:r>
              <a:rPr lang="ko-KR" altLang="en-US" sz="1600" dirty="0">
                <a:latin typeface="+mn-lt"/>
              </a:rPr>
              <a:t> </a:t>
            </a:r>
            <a:r>
              <a:rPr lang="en-US" altLang="ko-KR" sz="1600" dirty="0">
                <a:latin typeface="+mn-lt"/>
              </a:rPr>
              <a:t>initial</a:t>
            </a:r>
            <a:r>
              <a:rPr lang="ko-KR" altLang="en-US" sz="1600" dirty="0">
                <a:latin typeface="+mn-lt"/>
              </a:rPr>
              <a:t> </a:t>
            </a:r>
            <a:r>
              <a:rPr lang="en-US" altLang="ko-KR" sz="1600" dirty="0">
                <a:latin typeface="+mn-lt"/>
              </a:rPr>
              <a:t>solution)</a:t>
            </a: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r>
              <a:rPr lang="en-US" altLang="ko-KR" sz="1600" b="1" dirty="0">
                <a:latin typeface="Courier New" panose="02070309020205020404" pitchFamily="49" charset="0"/>
              </a:rPr>
              <a:t>Evaluate(current, p)</a:t>
            </a:r>
            <a:r>
              <a:rPr lang="en-US" altLang="ko-KR" sz="1800" dirty="0"/>
              <a:t>:</a:t>
            </a:r>
          </a:p>
          <a:p>
            <a:pPr marL="611188" lvl="1" eaLnBrk="1" hangingPunct="1">
              <a:defRPr/>
            </a:pPr>
            <a:r>
              <a:rPr lang="en-US" altLang="ko-KR" sz="1800" dirty="0"/>
              <a:t>Calculates the </a:t>
            </a:r>
            <a:r>
              <a:rPr lang="en-US" altLang="ko-KR" sz="1800" u="sng" dirty="0"/>
              <a:t>tour cost</a:t>
            </a:r>
            <a:r>
              <a:rPr lang="en-US" altLang="ko-KR" sz="1800" dirty="0"/>
              <a:t> (= </a:t>
            </a:r>
            <a:r>
              <a:rPr lang="ko-KR" altLang="en-US" sz="1800" dirty="0"/>
              <a:t>이동</a:t>
            </a:r>
            <a:r>
              <a:rPr lang="en-US" altLang="ko-KR" sz="1800" dirty="0"/>
              <a:t> </a:t>
            </a:r>
            <a:r>
              <a:rPr lang="ko-KR" altLang="en-US" sz="1800" dirty="0"/>
              <a:t>거리 총합</a:t>
            </a:r>
            <a:r>
              <a:rPr lang="en-US" altLang="ko-KR" sz="1800" dirty="0"/>
              <a:t>) of </a:t>
            </a:r>
            <a:r>
              <a:rPr lang="en-US" altLang="ko-KR" sz="1600" b="1" dirty="0">
                <a:latin typeface="Courier New" panose="02070309020205020404" pitchFamily="49" charset="0"/>
              </a:rPr>
              <a:t>current</a:t>
            </a:r>
            <a:r>
              <a:rPr lang="en-US" altLang="ko-KR" sz="1800" dirty="0"/>
              <a:t> by looking at the </a:t>
            </a:r>
            <a:r>
              <a:rPr lang="en-US" altLang="ko-KR" sz="1800" b="1" dirty="0"/>
              <a:t>distance matrix </a:t>
            </a:r>
            <a:r>
              <a:rPr lang="en-US" altLang="ko-KR" sz="1800" dirty="0"/>
              <a:t>given in </a:t>
            </a:r>
            <a:r>
              <a:rPr lang="en-US" altLang="ko-KR" sz="1600" b="1" dirty="0">
                <a:latin typeface="Courier New" panose="02070309020205020404" pitchFamily="49" charset="0"/>
              </a:rPr>
              <a:t>p</a:t>
            </a:r>
          </a:p>
          <a:p>
            <a:pPr marL="611188" lvl="1" eaLnBrk="1" hangingPunct="1">
              <a:defRPr/>
            </a:pPr>
            <a:r>
              <a:rPr lang="en-US" altLang="ko-KR" sz="1800" dirty="0"/>
              <a:t>Distance matrix for evaluation is the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altLang="ko-KR" sz="1800" dirty="0"/>
              <a:t> output of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calcDistanceTable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/>
              <a:t>function.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D7540C4-5421-015E-D12F-752B6B947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9D7892B5-3A52-5862-8B1B-A8670610A9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3797" name="슬라이드 번호 개체 틀 8">
            <a:extLst>
              <a:ext uri="{FF2B5EF4-FFF2-40B4-BE49-F238E27FC236}">
                <a16:creationId xmlns:a16="http://schemas.microsoft.com/office/drawing/2014/main" id="{6E3CDBE9-27D9-B937-DE58-4D38693DE2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5B32FE4-CEDF-4A87-A192-AFE82049B3B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A77850B-FC17-6A08-1916-F6632E64B1F1}"/>
              </a:ext>
            </a:extLst>
          </p:cNvPr>
          <p:cNvGrpSpPr/>
          <p:nvPr/>
        </p:nvGrpSpPr>
        <p:grpSpPr>
          <a:xfrm>
            <a:off x="1145880" y="2121091"/>
            <a:ext cx="5419356" cy="1172659"/>
            <a:chOff x="2085400" y="1824665"/>
            <a:chExt cx="5419356" cy="117265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87F9F25-FE0D-3C3A-DADA-F895BDD30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5400" y="1824665"/>
              <a:ext cx="4730676" cy="1172659"/>
            </a:xfrm>
            <a:prstGeom prst="rect">
              <a:avLst/>
            </a:prstGeom>
          </p:spPr>
        </p:pic>
        <p:sp>
          <p:nvSpPr>
            <p:cNvPr id="4" name="말풍선: 사각형 3">
              <a:extLst>
                <a:ext uri="{FF2B5EF4-FFF2-40B4-BE49-F238E27FC236}">
                  <a16:creationId xmlns:a16="http://schemas.microsoft.com/office/drawing/2014/main" id="{6D4E046A-8B52-1999-DFBC-6245D4904AD5}"/>
                </a:ext>
              </a:extLst>
            </p:cNvPr>
            <p:cNvSpPr/>
            <p:nvPr/>
          </p:nvSpPr>
          <p:spPr>
            <a:xfrm>
              <a:off x="4644008" y="2379325"/>
              <a:ext cx="2860748" cy="451687"/>
            </a:xfrm>
            <a:prstGeom prst="wedgeRectCallout">
              <a:avLst>
                <a:gd name="adj1" fmla="val -60233"/>
                <a:gd name="adj2" fmla="val 6872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/>
                <a:t>The shuffle function ensure the random list is a valid solution.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37024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98A57C5-4D2B-EEAF-C03B-62898EA1A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794" name="Rectangle 3">
                <a:extLst>
                  <a:ext uri="{FF2B5EF4-FFF2-40B4-BE49-F238E27FC236}">
                    <a16:creationId xmlns:a16="http://schemas.microsoft.com/office/drawing/2014/main" id="{4178CA4F-B9F1-9CA9-4420-7010ACA2A6BE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</p:spPr>
            <p:txBody>
              <a:bodyPr/>
              <a:lstStyle/>
              <a:p>
                <a:pPr marL="287338" indent="-287338" eaLnBrk="1" hangingPunct="1">
                  <a:defRPr/>
                </a:pP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inversion(current, </a:t>
                </a:r>
                <a:r>
                  <a:rPr lang="en-US" altLang="ko-KR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j)</a:t>
                </a:r>
                <a:r>
                  <a:rPr lang="en-US" altLang="ko-KR" sz="1800" dirty="0">
                    <a:cs typeface="Courier New" panose="02070309020205020404" pitchFamily="49" charset="0"/>
                  </a:rPr>
                  <a:t>:</a:t>
                </a:r>
              </a:p>
              <a:p>
                <a:pPr marL="611188" lvl="1" eaLnBrk="1" hangingPunct="1">
                  <a:defRPr/>
                </a:pPr>
                <a:r>
                  <a:rPr lang="en-US" altLang="ko-KR" sz="1800" dirty="0">
                    <a:cs typeface="Courier New" panose="02070309020205020404" pitchFamily="49" charset="0"/>
                  </a:rPr>
                  <a:t>Makes a copy of </a:t>
                </a: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current</a:t>
                </a:r>
                <a:r>
                  <a:rPr lang="en-US" altLang="ko-KR" sz="1800" dirty="0">
                    <a:cs typeface="Courier New" panose="02070309020205020404" pitchFamily="49" charset="0"/>
                  </a:rPr>
                  <a:t>, inverts its subsection from </a:t>
                </a:r>
                <a14:m>
                  <m:oMath xmlns:m="http://schemas.openxmlformats.org/officeDocument/2006/math">
                    <m:r>
                      <a:rPr lang="en-US" altLang="ko-KR" sz="1600" b="1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𝒊</m:t>
                    </m:r>
                  </m:oMath>
                </a14:m>
                <a:r>
                  <a:rPr lang="en-US" altLang="ko-KR" sz="1800" dirty="0">
                    <a:cs typeface="Courier New" panose="02070309020205020404" pitchFamily="49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ko-KR" sz="1600" b="1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𝒋</m:t>
                    </m:r>
                  </m:oMath>
                </a14:m>
                <a:r>
                  <a:rPr lang="en-US" altLang="ko-KR" sz="1800" dirty="0">
                    <a:cs typeface="Courier New" panose="02070309020205020404" pitchFamily="49" charset="0"/>
                  </a:rPr>
                  <a:t>, and returns the mutant </a:t>
                </a:r>
                <a:r>
                  <a:rPr lang="en-US" altLang="ko-KR" sz="1400" dirty="0">
                    <a:cs typeface="Courier New" panose="02070309020205020404" pitchFamily="49" charset="0"/>
                  </a:rPr>
                  <a:t>// </a:t>
                </a:r>
                <a:r>
                  <a:rPr lang="ko-KR" altLang="en-US" sz="1400" dirty="0">
                    <a:cs typeface="Courier New" panose="02070309020205020404" pitchFamily="49" charset="0"/>
                  </a:rPr>
                  <a:t>인덱스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𝑖</m:t>
                    </m:r>
                  </m:oMath>
                </a14:m>
                <a:r>
                  <a:rPr lang="ko-KR" altLang="en-US" sz="1400" dirty="0" err="1">
                    <a:cs typeface="Courier New" panose="02070309020205020404" pitchFamily="49" charset="0"/>
                  </a:rPr>
                  <a:t>부터</a:t>
                </a:r>
                <a:r>
                  <a:rPr lang="ko-KR" altLang="en-US" sz="1400" dirty="0"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𝑗</m:t>
                    </m:r>
                  </m:oMath>
                </a14:m>
                <a:r>
                  <a:rPr lang="ko-KR" altLang="en-US" sz="1400" dirty="0">
                    <a:cs typeface="Courier New" panose="02070309020205020404" pitchFamily="49" charset="0"/>
                  </a:rPr>
                  <a:t>까지의 모든 </a:t>
                </a:r>
                <a:r>
                  <a:rPr lang="en-US" altLang="ko-KR" sz="1400" dirty="0">
                    <a:cs typeface="Courier New" panose="02070309020205020404" pitchFamily="49" charset="0"/>
                  </a:rPr>
                  <a:t>item</a:t>
                </a:r>
                <a:r>
                  <a:rPr lang="ko-KR" altLang="en-US" sz="1400" dirty="0">
                    <a:cs typeface="Courier New" panose="02070309020205020404" pitchFamily="49" charset="0"/>
                  </a:rPr>
                  <a:t>을 뒤집기</a:t>
                </a:r>
                <a:endParaRPr lang="en-US" altLang="ko-KR" sz="1800" dirty="0">
                  <a:cs typeface="Courier New" panose="02070309020205020404" pitchFamily="49" charset="0"/>
                </a:endParaRPr>
              </a:p>
              <a:p>
                <a:pPr marL="611188" lvl="1" eaLnBrk="1" hangingPunct="1">
                  <a:defRPr/>
                </a:pPr>
                <a:r>
                  <a:rPr lang="en-US" altLang="ko-KR" sz="1800" dirty="0">
                    <a:cs typeface="Courier New" panose="02070309020205020404" pitchFamily="49" charset="0"/>
                  </a:rPr>
                  <a:t>This function takes the role of </a:t>
                </a: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mutate</a:t>
                </a:r>
                <a:r>
                  <a:rPr lang="en-US" altLang="ko-KR" sz="1800" dirty="0">
                    <a:cs typeface="Courier New" panose="02070309020205020404" pitchFamily="49" charset="0"/>
                  </a:rPr>
                  <a:t> for numerical optimization </a:t>
                </a:r>
                <a:r>
                  <a:rPr lang="en-US" altLang="ko-KR" sz="1400" dirty="0">
                    <a:cs typeface="Courier New" panose="02070309020205020404" pitchFamily="49" charset="0"/>
                  </a:rPr>
                  <a:t>// numerical optimization</a:t>
                </a:r>
                <a:r>
                  <a:rPr lang="ko-KR" altLang="en-US" sz="1400" dirty="0">
                    <a:cs typeface="Courier New" panose="02070309020205020404" pitchFamily="49" charset="0"/>
                  </a:rPr>
                  <a:t>에서 </a:t>
                </a:r>
                <a:r>
                  <a:rPr lang="en-US" altLang="ko-KR" sz="1400" dirty="0">
                    <a:cs typeface="Courier New" panose="02070309020205020404" pitchFamily="49" charset="0"/>
                  </a:rPr>
                  <a:t>mutate </a:t>
                </a:r>
                <a:r>
                  <a:rPr lang="ko-KR" altLang="en-US" sz="1400" dirty="0">
                    <a:cs typeface="Courier New" panose="02070309020205020404" pitchFamily="49" charset="0"/>
                  </a:rPr>
                  <a:t>함수의 역할을 수행</a:t>
                </a:r>
                <a:endParaRPr lang="en-US" altLang="ko-KR" sz="1800" dirty="0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3794" name="Rectangle 3">
                <a:extLst>
                  <a:ext uri="{FF2B5EF4-FFF2-40B4-BE49-F238E27FC236}">
                    <a16:creationId xmlns:a16="http://schemas.microsoft.com/office/drawing/2014/main" id="{4178CA4F-B9F1-9CA9-4420-7010ACA2A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  <a:blipFill>
                <a:blip r:embed="rId3"/>
                <a:stretch>
                  <a:fillRect l="-296" t="-116" r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5" name="Rectangle 2">
            <a:extLst>
              <a:ext uri="{FF2B5EF4-FFF2-40B4-BE49-F238E27FC236}">
                <a16:creationId xmlns:a16="http://schemas.microsoft.com/office/drawing/2014/main" id="{E5736692-63B1-28FD-6208-B48F06A8A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F68C588D-C253-745E-E4EF-DE2898E714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3797" name="슬라이드 번호 개체 틀 8">
            <a:extLst>
              <a:ext uri="{FF2B5EF4-FFF2-40B4-BE49-F238E27FC236}">
                <a16:creationId xmlns:a16="http://schemas.microsoft.com/office/drawing/2014/main" id="{1E4298FD-DEE7-FEE1-FE74-94005BF87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5B32FE4-CEDF-4A87-A192-AFE82049B3B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EDB886-F16A-AD31-0326-05AC388D8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053" y="2834577"/>
            <a:ext cx="5326608" cy="1703065"/>
          </a:xfrm>
          <a:prstGeom prst="rect">
            <a:avLst/>
          </a:prstGeom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8CF3096B-833F-E609-74AB-37B6A5494F29}"/>
              </a:ext>
            </a:extLst>
          </p:cNvPr>
          <p:cNvSpPr/>
          <p:nvPr/>
        </p:nvSpPr>
        <p:spPr>
          <a:xfrm>
            <a:off x="6546377" y="3423436"/>
            <a:ext cx="1800200" cy="451687"/>
          </a:xfrm>
          <a:prstGeom prst="wedgeRectCallout">
            <a:avLst>
              <a:gd name="adj1" fmla="val -60233"/>
              <a:gd name="adj2" fmla="val 6872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In Python, the exchange of two variables can be easily implemented.</a:t>
            </a:r>
            <a:endParaRPr lang="ko-KR" altLang="en-US" sz="1000" dirty="0"/>
          </a:p>
        </p:txBody>
      </p:sp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E2FCDE05-84FB-6A93-9171-E74031F76316}"/>
              </a:ext>
            </a:extLst>
          </p:cNvPr>
          <p:cNvSpPr/>
          <p:nvPr/>
        </p:nvSpPr>
        <p:spPr>
          <a:xfrm>
            <a:off x="5076056" y="4370152"/>
            <a:ext cx="1614122" cy="324848"/>
          </a:xfrm>
          <a:prstGeom prst="wedgeRectCallout">
            <a:avLst>
              <a:gd name="adj1" fmla="val 29965"/>
              <a:gd name="adj2" fmla="val 21516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From prev. lecture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4226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8BF94-721E-DEE0-98D0-B21A1D2E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Ref) Variable swapping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4929F7-002C-0D49-1D16-D169B1290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The general method for swapping two variables </a:t>
            </a:r>
            <a:br>
              <a:rPr lang="en-US" sz="1800" dirty="0"/>
            </a:br>
            <a:r>
              <a:rPr lang="en-US" sz="1800" dirty="0"/>
              <a:t>(using a temporary variable)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Method for swapping without a temporary variable: </a:t>
            </a:r>
            <a:b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 (Arithmetic)</a:t>
            </a:r>
            <a:b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b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b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b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b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 XOR</a:t>
            </a:r>
            <a:endParaRPr lang="ko-KR" altLang="en-US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DA8E80-C3AA-8117-5B22-7F79118EAE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C657F-E818-52DF-2FDC-31197F681E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15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A74F324-2181-D912-6B0B-2A80F8ACF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1228880"/>
            <a:ext cx="1428750" cy="7429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85562F-C505-DDE5-8180-DFC867FBC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445" y="2676169"/>
            <a:ext cx="2971800" cy="13430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666199C-184C-68D0-8BAE-9662FE687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4647835"/>
            <a:ext cx="39909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34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34E0BB31-134C-3047-BFCB-9BB1F9C6AF5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describeProblem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r>
              <a:rPr lang="en-US" altLang="ko-KR" dirty="0">
                <a:cs typeface="Courier New" panose="02070309020205020404" pitchFamily="49" charset="0"/>
              </a:rPr>
              <a:t>Prints the number of cities in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dirty="0">
                <a:cs typeface="Courier New" panose="02070309020205020404" pitchFamily="49" charset="0"/>
              </a:rPr>
              <a:t>, followed by the city locations, five locations per line</a:t>
            </a:r>
          </a:p>
          <a:p>
            <a:pPr marL="611188" lvl="1" eaLnBrk="1" hangingPunct="1"/>
            <a:endParaRPr lang="en-US" altLang="ko-KR" dirty="0">
              <a:cs typeface="Courier New" panose="02070309020205020404" pitchFamily="49" charset="0"/>
            </a:endParaRPr>
          </a:p>
          <a:p>
            <a:pPr marL="611188" lvl="1" eaLnBrk="1" hangingPunct="1"/>
            <a:endParaRPr lang="en-US" altLang="ko-KR" dirty="0">
              <a:cs typeface="Courier New" panose="02070309020205020404" pitchFamily="49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6A58443-91CC-1939-339B-704F39C0F7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72BBA1A6-FB67-298A-BC47-A99AD390B1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5845" name="슬라이드 번호 개체 틀 8">
            <a:extLst>
              <a:ext uri="{FF2B5EF4-FFF2-40B4-BE49-F238E27FC236}">
                <a16:creationId xmlns:a16="http://schemas.microsoft.com/office/drawing/2014/main" id="{5FA8064F-742C-3D9C-6B58-875F061D26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4F6089B-086C-4E95-A8E5-DCB76F0D1D9F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79CFF4-3E8E-94E5-00D7-14A77A4C6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70" y="2253604"/>
            <a:ext cx="5792438" cy="23376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BA221E9-7907-A1C4-276D-C144A4FF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95126136-D1D5-872D-210B-ECD8971CD8CF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displayResult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(solution, minimum)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r>
              <a:rPr lang="en-US" altLang="ko-KR" dirty="0">
                <a:cs typeface="Courier New" panose="02070309020205020404" pitchFamily="49" charset="0"/>
              </a:rPr>
              <a:t>Displays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solution</a:t>
            </a:r>
            <a:r>
              <a:rPr lang="en-US" altLang="ko-KR" dirty="0">
                <a:cs typeface="Courier New" panose="02070309020205020404" pitchFamily="49" charset="0"/>
              </a:rPr>
              <a:t> (the best tour found) (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tenPerRow</a:t>
            </a:r>
            <a:r>
              <a:rPr lang="en-US" altLang="ko-KR" dirty="0">
                <a:cs typeface="Courier New" panose="02070309020205020404" pitchFamily="49" charset="0"/>
              </a:rPr>
              <a:t>),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minimum</a:t>
            </a:r>
            <a:r>
              <a:rPr lang="en-US" altLang="ko-KR" dirty="0">
                <a:cs typeface="Courier New" panose="02070309020205020404" pitchFamily="49" charset="0"/>
              </a:rPr>
              <a:t> (its evaluation value), and the total number of evaluations</a:t>
            </a:r>
          </a:p>
          <a:p>
            <a:pPr marL="611188" lvl="1" eaLnBrk="1" hangingPunct="1"/>
            <a:endParaRPr lang="en-US" altLang="ko-KR" dirty="0">
              <a:cs typeface="Courier New" panose="02070309020205020404" pitchFamily="49" charset="0"/>
            </a:endParaRPr>
          </a:p>
          <a:p>
            <a:pPr marL="611188" lvl="1" eaLnBrk="1" hangingPunct="1"/>
            <a:endParaRPr lang="en-US" altLang="ko-KR" dirty="0">
              <a:cs typeface="Courier New" panose="02070309020205020404" pitchFamily="49" charset="0"/>
            </a:endParaRPr>
          </a:p>
          <a:p>
            <a:pPr marL="611188" lvl="1" eaLnBrk="1" hangingPunct="1"/>
            <a:endParaRPr lang="en-US" altLang="ko-KR" dirty="0">
              <a:cs typeface="Courier New" panose="02070309020205020404" pitchFamily="49" charset="0"/>
            </a:endParaRPr>
          </a:p>
          <a:p>
            <a:pPr marL="611188" lvl="1" eaLnBrk="1" hangingPunct="1"/>
            <a:endParaRPr lang="en-US" altLang="ko-KR" dirty="0">
              <a:cs typeface="Courier New" panose="02070309020205020404" pitchFamily="49" charset="0"/>
            </a:endParaRPr>
          </a:p>
          <a:p>
            <a:pPr marL="611188" lvl="1" eaLnBrk="1" hangingPunct="1"/>
            <a:endParaRPr lang="en-US" altLang="ko-KR" dirty="0">
              <a:cs typeface="Courier New" panose="02070309020205020404" pitchFamily="49" charset="0"/>
            </a:endParaRPr>
          </a:p>
          <a:p>
            <a:pPr marL="611188" lvl="1" eaLnBrk="1" hangingPunct="1"/>
            <a:endParaRPr lang="en-US" altLang="ko-KR" dirty="0">
              <a:cs typeface="Courier New" panose="02070309020205020404" pitchFamily="49" charset="0"/>
            </a:endParaRPr>
          </a:p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tenPerRow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(solution)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r>
              <a:rPr lang="en-US" altLang="ko-KR" dirty="0">
                <a:cs typeface="Courier New" panose="02070309020205020404" pitchFamily="49" charset="0"/>
              </a:rPr>
              <a:t>Prints city ids in order of visit, ten ids per row</a:t>
            </a:r>
          </a:p>
          <a:p>
            <a:pPr marL="611188" lvl="1" eaLnBrk="1" hangingPunct="1"/>
            <a:r>
              <a:rPr lang="ko-KR" altLang="en-US" sz="1800" dirty="0">
                <a:cs typeface="Courier New" panose="02070309020205020404" pitchFamily="49" charset="0"/>
              </a:rPr>
              <a:t>최종 결과</a:t>
            </a:r>
            <a:r>
              <a:rPr lang="en-US" altLang="ko-KR" sz="1800" dirty="0">
                <a:cs typeface="Courier New" panose="02070309020205020404" pitchFamily="49" charset="0"/>
              </a:rPr>
              <a:t>(= </a:t>
            </a:r>
            <a:r>
              <a:rPr lang="ko-KR" altLang="en-US" sz="1800" dirty="0">
                <a:cs typeface="Courier New" panose="02070309020205020404" pitchFamily="49" charset="0"/>
              </a:rPr>
              <a:t>도시 방문 순서</a:t>
            </a:r>
            <a:r>
              <a:rPr lang="en-US" altLang="ko-KR" sz="1800" dirty="0">
                <a:cs typeface="Courier New" panose="02070309020205020404" pitchFamily="49" charset="0"/>
              </a:rPr>
              <a:t>)</a:t>
            </a:r>
            <a:r>
              <a:rPr lang="ko-KR" altLang="en-US" sz="1800" dirty="0">
                <a:cs typeface="Courier New" panose="02070309020205020404" pitchFamily="49" charset="0"/>
              </a:rPr>
              <a:t>를 </a:t>
            </a:r>
            <a:r>
              <a:rPr lang="en-US" altLang="ko-KR" sz="1800" dirty="0">
                <a:cs typeface="Courier New" panose="02070309020205020404" pitchFamily="49" charset="0"/>
              </a:rPr>
              <a:t>10</a:t>
            </a:r>
            <a:r>
              <a:rPr lang="ko-KR" altLang="en-US" sz="1800" dirty="0">
                <a:cs typeface="Courier New" panose="02070309020205020404" pitchFamily="49" charset="0"/>
              </a:rPr>
              <a:t>개씩 화면에 출력하는 함수</a:t>
            </a:r>
            <a:endParaRPr lang="en-US" altLang="ko-KR" sz="1800" dirty="0">
              <a:cs typeface="Courier New" panose="02070309020205020404" pitchFamily="49" charset="0"/>
            </a:endParaRPr>
          </a:p>
          <a:p>
            <a:pPr marL="611188" lvl="1" eaLnBrk="1" hangingPunct="1"/>
            <a:endParaRPr lang="en-US" altLang="ko-KR" dirty="0">
              <a:cs typeface="Courier New" panose="02070309020205020404" pitchFamily="49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7D43DD1-F148-66DE-83E5-6944F4CB5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1E71887-753A-878E-AC12-44D3FBE684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5845" name="슬라이드 번호 개체 틀 8">
            <a:extLst>
              <a:ext uri="{FF2B5EF4-FFF2-40B4-BE49-F238E27FC236}">
                <a16:creationId xmlns:a16="http://schemas.microsoft.com/office/drawing/2014/main" id="{BF3D09DB-D4F2-237C-DF2D-A43CB472CA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4F6089B-086C-4E95-A8E5-DCB76F0D1D9F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152EEC8-F148-E9DB-A772-ADF8C4DD9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12" y="2264691"/>
            <a:ext cx="6637958" cy="185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52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8F1EB64-4504-8DB3-C62E-9CBC30DC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489F6153-8684-EDAC-49C7-6D938937A92F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tenPerRow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(solution)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r>
              <a:rPr lang="en-US" altLang="ko-KR" dirty="0">
                <a:cs typeface="Courier New" panose="02070309020205020404" pitchFamily="49" charset="0"/>
              </a:rPr>
              <a:t>Prints city ids in order of visit, ten ids per row</a:t>
            </a:r>
          </a:p>
          <a:p>
            <a:pPr marL="611188" lvl="1" eaLnBrk="1" hangingPunct="1"/>
            <a:r>
              <a:rPr lang="ko-KR" altLang="en-US" sz="1800" dirty="0">
                <a:cs typeface="Courier New" panose="02070309020205020404" pitchFamily="49" charset="0"/>
              </a:rPr>
              <a:t>최종 결과</a:t>
            </a:r>
            <a:r>
              <a:rPr lang="en-US" altLang="ko-KR" sz="1800" dirty="0">
                <a:cs typeface="Courier New" panose="02070309020205020404" pitchFamily="49" charset="0"/>
              </a:rPr>
              <a:t>(= </a:t>
            </a:r>
            <a:r>
              <a:rPr lang="ko-KR" altLang="en-US" sz="1800" dirty="0">
                <a:cs typeface="Courier New" panose="02070309020205020404" pitchFamily="49" charset="0"/>
              </a:rPr>
              <a:t>도시 방문 순서</a:t>
            </a:r>
            <a:r>
              <a:rPr lang="en-US" altLang="ko-KR" sz="1800" dirty="0">
                <a:cs typeface="Courier New" panose="02070309020205020404" pitchFamily="49" charset="0"/>
              </a:rPr>
              <a:t>)</a:t>
            </a:r>
            <a:r>
              <a:rPr lang="ko-KR" altLang="en-US" sz="1800" dirty="0">
                <a:cs typeface="Courier New" panose="02070309020205020404" pitchFamily="49" charset="0"/>
              </a:rPr>
              <a:t>를 한</a:t>
            </a:r>
            <a:r>
              <a:rPr lang="en-US" altLang="ko-KR" sz="1800" dirty="0">
                <a:cs typeface="Courier New" panose="02070309020205020404" pitchFamily="49" charset="0"/>
              </a:rPr>
              <a:t> </a:t>
            </a:r>
            <a:r>
              <a:rPr lang="ko-KR" altLang="en-US" sz="1800" dirty="0">
                <a:cs typeface="Courier New" panose="02070309020205020404" pitchFamily="49" charset="0"/>
              </a:rPr>
              <a:t>줄에 </a:t>
            </a:r>
            <a:r>
              <a:rPr lang="en-US" altLang="ko-KR" sz="1800" dirty="0">
                <a:cs typeface="Courier New" panose="02070309020205020404" pitchFamily="49" charset="0"/>
              </a:rPr>
              <a:t>10</a:t>
            </a:r>
            <a:r>
              <a:rPr lang="ko-KR" altLang="en-US" sz="1800" dirty="0">
                <a:cs typeface="Courier New" panose="02070309020205020404" pitchFamily="49" charset="0"/>
              </a:rPr>
              <a:t>개씩 화면 출력</a:t>
            </a:r>
            <a:endParaRPr lang="en-US" altLang="ko-KR" dirty="0">
              <a:cs typeface="Courier New" panose="02070309020205020404" pitchFamily="49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12FCF2D6-87D7-BF72-A0AA-1C67F8185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9FEF228-38CE-C28E-D6DD-CF102237A8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5845" name="슬라이드 번호 개체 틀 8">
            <a:extLst>
              <a:ext uri="{FF2B5EF4-FFF2-40B4-BE49-F238E27FC236}">
                <a16:creationId xmlns:a16="http://schemas.microsoft.com/office/drawing/2014/main" id="{B465DF33-9B12-C4E1-251C-EFBACB3775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4F6089B-086C-4E95-A8E5-DCB76F0D1D9F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99C6A4-6645-4406-1749-86ABCEF51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77" y="2264962"/>
            <a:ext cx="5883374" cy="143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76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4D8FE97E-3CC2-C9C9-46C8-4A5D1EA76C4A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dirty="0"/>
              <a:t>Below, we describe how mutants in the main program is implemented differently for TSPs than numerical optimization</a:t>
            </a:r>
          </a:p>
          <a:p>
            <a:pPr marL="611338" lvl="1" indent="-287338" eaLnBrk="1" hangingPunct="1">
              <a:defRPr/>
            </a:pPr>
            <a:r>
              <a:rPr lang="ko-KR" altLang="en-US" sz="1600" dirty="0"/>
              <a:t>현재의 솔루션을 기준으로</a:t>
            </a:r>
            <a:r>
              <a:rPr lang="en-US" altLang="ko-KR" sz="1600" dirty="0"/>
              <a:t>, </a:t>
            </a:r>
            <a:r>
              <a:rPr lang="ko-KR" altLang="en-US" sz="1600" u="sng" dirty="0"/>
              <a:t>이웃하는 솔루션을 생성</a:t>
            </a:r>
            <a:r>
              <a:rPr lang="ko-KR" altLang="en-US" sz="1600" dirty="0"/>
              <a:t>하는 방법 설명</a:t>
            </a:r>
            <a:endParaRPr lang="en-US" altLang="ko-KR" dirty="0"/>
          </a:p>
          <a:p>
            <a:pPr marL="287338" indent="-287338" eaLnBrk="1" hangingPunct="1">
              <a:defRPr/>
            </a:pPr>
            <a:endParaRPr lang="en-US" altLang="ko-KR" dirty="0"/>
          </a:p>
          <a:p>
            <a:pPr marL="287338" indent="-287338" eaLnBrk="1" hangingPunct="1">
              <a:defRPr/>
            </a:pPr>
            <a:r>
              <a:rPr lang="en-US" altLang="ko-KR" sz="1800" b="1" dirty="0">
                <a:latin typeface="Courier New" panose="02070309020205020404" pitchFamily="49" charset="0"/>
              </a:rPr>
              <a:t>mutants(current, p)</a:t>
            </a:r>
            <a:r>
              <a:rPr lang="en-US" altLang="ko-KR" dirty="0"/>
              <a:t>:</a:t>
            </a:r>
          </a:p>
          <a:p>
            <a:pPr marL="611188" lvl="1" eaLnBrk="1" hangingPunct="1">
              <a:defRPr/>
            </a:pPr>
            <a:r>
              <a:rPr lang="en-US" altLang="ko-KR" dirty="0"/>
              <a:t>Returns </a:t>
            </a:r>
            <a:r>
              <a:rPr lang="en-US" altLang="ko-KR" i="1" dirty="0">
                <a:latin typeface="Times New Roman" panose="02020603050405020304" pitchFamily="18" charset="0"/>
              </a:rPr>
              <a:t>n</a:t>
            </a:r>
            <a:r>
              <a:rPr lang="en-US" altLang="ko-KR" dirty="0"/>
              <a:t> neighbors of </a:t>
            </a:r>
            <a:r>
              <a:rPr lang="en-US" altLang="ko-KR" sz="1800" b="1" dirty="0">
                <a:latin typeface="Courier New" panose="02070309020205020404" pitchFamily="49" charset="0"/>
              </a:rPr>
              <a:t>current</a:t>
            </a:r>
            <a:r>
              <a:rPr lang="en-US" altLang="ko-KR" dirty="0"/>
              <a:t> (</a:t>
            </a:r>
            <a:r>
              <a:rPr lang="en-US" altLang="ko-KR" i="1" dirty="0">
                <a:latin typeface="Times New Roman" panose="02020603050405020304" pitchFamily="18" charset="0"/>
              </a:rPr>
              <a:t>n</a:t>
            </a:r>
            <a:r>
              <a:rPr lang="en-US" altLang="ko-KR" dirty="0">
                <a:latin typeface="Times New Roman" panose="02020603050405020304" pitchFamily="18" charset="0"/>
              </a:rPr>
              <a:t> =</a:t>
            </a:r>
            <a:r>
              <a:rPr lang="en-US" altLang="ko-KR" dirty="0"/>
              <a:t> number of cities in </a:t>
            </a:r>
            <a:r>
              <a:rPr lang="en-US" altLang="ko-KR" sz="1800" b="1" dirty="0">
                <a:latin typeface="Courier New" panose="02070309020205020404" pitchFamily="49" charset="0"/>
              </a:rPr>
              <a:t>p</a:t>
            </a:r>
            <a:r>
              <a:rPr lang="en-US" altLang="ko-KR" dirty="0"/>
              <a:t>), </a:t>
            </a:r>
          </a:p>
          <a:p>
            <a:pPr marL="611338" lvl="1" indent="-287338" eaLnBrk="1" hangingPunct="1">
              <a:defRPr/>
            </a:pPr>
            <a:r>
              <a:rPr lang="en-US" altLang="ko-KR" dirty="0">
                <a:solidFill>
                  <a:srgbClr val="00B0F0"/>
                </a:solidFill>
              </a:rPr>
              <a:t>Each neighbor is generated by inverting the subsection beginning from </a:t>
            </a:r>
            <a:r>
              <a:rPr lang="en-US" altLang="ko-KR" sz="1800" b="1" dirty="0" err="1">
                <a:solidFill>
                  <a:srgbClr val="00B0F0"/>
                </a:solidFill>
                <a:latin typeface="Courier New" panose="02070309020205020404" pitchFamily="49" charset="0"/>
              </a:rPr>
              <a:t>i</a:t>
            </a:r>
            <a:r>
              <a:rPr lang="en-US" altLang="ko-KR" dirty="0">
                <a:solidFill>
                  <a:srgbClr val="00B0F0"/>
                </a:solidFill>
              </a:rPr>
              <a:t> and ending at </a:t>
            </a:r>
            <a:r>
              <a:rPr lang="en-US" altLang="ko-KR" sz="1800" b="1" dirty="0">
                <a:solidFill>
                  <a:srgbClr val="00B0F0"/>
                </a:solidFill>
                <a:latin typeface="Courier New" panose="02070309020205020404" pitchFamily="49" charset="0"/>
              </a:rPr>
              <a:t>j</a:t>
            </a:r>
            <a:r>
              <a:rPr lang="en-US" altLang="ko-KR" dirty="0">
                <a:solidFill>
                  <a:srgbClr val="00B0F0"/>
                </a:solidFill>
              </a:rPr>
              <a:t> (</a:t>
            </a:r>
            <a:r>
              <a:rPr lang="en-US" altLang="ko-KR" sz="1800" b="1" dirty="0">
                <a:solidFill>
                  <a:srgbClr val="00B0F0"/>
                </a:solidFill>
                <a:latin typeface="Courier New" panose="02070309020205020404" pitchFamily="49" charset="0"/>
              </a:rPr>
              <a:t>inversion</a:t>
            </a:r>
            <a:r>
              <a:rPr lang="en-US" altLang="ko-KR" dirty="0">
                <a:solidFill>
                  <a:srgbClr val="00B0F0"/>
                </a:solidFill>
              </a:rPr>
              <a:t>), where the (</a:t>
            </a:r>
            <a:r>
              <a:rPr lang="en-US" altLang="ko-KR" sz="1800" b="1" dirty="0" err="1">
                <a:solidFill>
                  <a:srgbClr val="00B0F0"/>
                </a:solidFill>
                <a:latin typeface="Courier New" panose="02070309020205020404" pitchFamily="49" charset="0"/>
              </a:rPr>
              <a:t>i</a:t>
            </a:r>
            <a:r>
              <a:rPr lang="en-US" altLang="ko-KR" dirty="0">
                <a:solidFill>
                  <a:srgbClr val="00B0F0"/>
                </a:solidFill>
              </a:rPr>
              <a:t>, </a:t>
            </a:r>
            <a:r>
              <a:rPr lang="en-US" altLang="ko-KR" sz="1800" b="1" dirty="0">
                <a:solidFill>
                  <a:srgbClr val="00B0F0"/>
                </a:solidFill>
                <a:latin typeface="Courier New" panose="02070309020205020404" pitchFamily="49" charset="0"/>
              </a:rPr>
              <a:t>j</a:t>
            </a:r>
            <a:r>
              <a:rPr lang="en-US" altLang="ko-KR" dirty="0">
                <a:solidFill>
                  <a:srgbClr val="00B0F0"/>
                </a:solidFill>
              </a:rPr>
              <a:t>)-pair is chosen randomly </a:t>
            </a:r>
          </a:p>
          <a:p>
            <a:pPr marL="611338" lvl="1" indent="-287338" eaLnBrk="1" hangingPunct="1">
              <a:defRPr/>
            </a:pPr>
            <a:r>
              <a:rPr lang="en-US" altLang="ko-KR" dirty="0"/>
              <a:t>The inversion for (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i</a:t>
            </a:r>
            <a:r>
              <a:rPr lang="en-US" altLang="ko-KR" dirty="0"/>
              <a:t>, </a:t>
            </a:r>
            <a:r>
              <a:rPr lang="en-US" altLang="ko-KR" sz="1800" b="1" dirty="0">
                <a:latin typeface="Courier New" panose="02070309020205020404" pitchFamily="49" charset="0"/>
              </a:rPr>
              <a:t>j</a:t>
            </a:r>
            <a:r>
              <a:rPr lang="en-US" altLang="ko-KR" dirty="0"/>
              <a:t>)-pair is applied only when 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i</a:t>
            </a:r>
            <a:r>
              <a:rPr lang="en-US" altLang="ko-KR" dirty="0"/>
              <a:t> </a:t>
            </a:r>
            <a:r>
              <a:rPr lang="ko-KR" altLang="ko-KR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ko-KR" dirty="0"/>
              <a:t> </a:t>
            </a:r>
            <a:r>
              <a:rPr lang="en-US" altLang="ko-KR" sz="1800" b="1" dirty="0">
                <a:latin typeface="Courier New" panose="02070309020205020404" pitchFamily="49" charset="0"/>
              </a:rPr>
              <a:t>j</a:t>
            </a:r>
            <a:r>
              <a:rPr lang="en-US" altLang="ko-KR" dirty="0"/>
              <a:t> and the pair has never been tried before</a:t>
            </a:r>
            <a:endParaRPr lang="en-US" altLang="ko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endParaRPr lang="en-US" altLang="ko-KR" dirty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0CC6C66-4412-ED47-06C6-4CBFFAAFB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DCC9F951-4813-261C-515D-E096196960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7893" name="슬라이드 번호 개체 틀 8">
            <a:extLst>
              <a:ext uri="{FF2B5EF4-FFF2-40B4-BE49-F238E27FC236}">
                <a16:creationId xmlns:a16="http://schemas.microsoft.com/office/drawing/2014/main" id="{F9BD7EAB-8F29-13EB-B506-D6A1FD2664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2B955C0-F5E6-41F4-92A4-BE8D63EEC21C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말풍선: 사각형 1">
                <a:extLst>
                  <a:ext uri="{FF2B5EF4-FFF2-40B4-BE49-F238E27FC236}">
                    <a16:creationId xmlns:a16="http://schemas.microsoft.com/office/drawing/2014/main" id="{9205B2B8-AACD-B1F2-76B7-718300CC1903}"/>
                  </a:ext>
                </a:extLst>
              </p:cNvPr>
              <p:cNvSpPr/>
              <p:nvPr/>
            </p:nvSpPr>
            <p:spPr>
              <a:xfrm>
                <a:off x="3863640" y="2477824"/>
                <a:ext cx="3300648" cy="395616"/>
              </a:xfrm>
              <a:prstGeom prst="wedgeRectCallout">
                <a:avLst>
                  <a:gd name="adj1" fmla="val -59342"/>
                  <a:gd name="adj2" fmla="val 25921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000" dirty="0"/>
                  <a:t>Reference: In the numerical optimization problem, the mutant function generates</a:t>
                </a:r>
                <a14:m>
                  <m:oMath xmlns:m="http://schemas.openxmlformats.org/officeDocument/2006/math"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000" dirty="0"/>
                  <a:t> neighbors.</a:t>
                </a:r>
                <a:endParaRPr lang="ko-KR" altLang="en-US" sz="1000" dirty="0"/>
              </a:p>
            </p:txBody>
          </p:sp>
        </mc:Choice>
        <mc:Fallback>
          <p:sp>
            <p:nvSpPr>
              <p:cNvPr id="2" name="말풍선: 사각형 1">
                <a:extLst>
                  <a:ext uri="{FF2B5EF4-FFF2-40B4-BE49-F238E27FC236}">
                    <a16:creationId xmlns:a16="http://schemas.microsoft.com/office/drawing/2014/main" id="{9205B2B8-AACD-B1F2-76B7-718300CC1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640" y="2477824"/>
                <a:ext cx="3300648" cy="395616"/>
              </a:xfrm>
              <a:prstGeom prst="wedgeRectCallout">
                <a:avLst>
                  <a:gd name="adj1" fmla="val -59342"/>
                  <a:gd name="adj2" fmla="val 25921"/>
                </a:avLst>
              </a:prstGeom>
              <a:blipFill>
                <a:blip r:embed="rId3"/>
                <a:stretch>
                  <a:fillRect b="-597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7049963-0C4D-D363-9BDE-ADF08A17D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BC759BCC-6EEF-0DEB-C231-486691E4BBA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800" b="1" dirty="0">
                <a:latin typeface="Courier New" panose="02070309020205020404" pitchFamily="49" charset="0"/>
              </a:rPr>
              <a:t>mutants(current, p)</a:t>
            </a:r>
            <a:r>
              <a:rPr lang="en-US" altLang="ko-KR" dirty="0"/>
              <a:t>:</a:t>
            </a:r>
          </a:p>
          <a:p>
            <a:pPr marL="287338" indent="-287338" eaLnBrk="1" hangingPunct="1">
              <a:defRPr/>
            </a:pPr>
            <a:endParaRPr lang="en-US" altLang="ko-KR" dirty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1F396C1-965F-7AED-BE09-0E6C776FD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435613C2-6A5F-D1FC-1A33-72572483CE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7893" name="슬라이드 번호 개체 틀 8">
            <a:extLst>
              <a:ext uri="{FF2B5EF4-FFF2-40B4-BE49-F238E27FC236}">
                <a16:creationId xmlns:a16="http://schemas.microsoft.com/office/drawing/2014/main" id="{FB6A788D-D5AA-86B1-F0EF-CE1517FC62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2B955C0-F5E6-41F4-92A4-BE8D63EEC21C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1CCEE1-C4B9-D117-2953-36945C7DD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19" y="1442137"/>
            <a:ext cx="5849999" cy="296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28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904D791A-192B-CF9D-FB25-28BF91E9B6D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dirty="0"/>
              <a:t>The main program of FCHC-</a:t>
            </a:r>
            <a:r>
              <a:rPr lang="en-US" altLang="ko-KR" dirty="0">
                <a:solidFill>
                  <a:srgbClr val="00B0F0"/>
                </a:solidFill>
              </a:rPr>
              <a:t>N</a:t>
            </a:r>
            <a:r>
              <a:rPr lang="en-US" altLang="ko-KR" dirty="0"/>
              <a:t> can be </a:t>
            </a:r>
            <a:r>
              <a:rPr lang="en-US" altLang="ko-KR" u="sng" dirty="0"/>
              <a:t>reused</a:t>
            </a:r>
            <a:r>
              <a:rPr lang="en-US" altLang="ko-KR" dirty="0"/>
              <a:t> without much change</a:t>
            </a:r>
          </a:p>
          <a:p>
            <a:pPr marL="611338" lvl="1" indent="-287338" eaLnBrk="1" hangingPunct="1">
              <a:defRPr/>
            </a:pP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altLang="ko-KR" dirty="0"/>
              <a:t> and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firstChoice</a:t>
            </a:r>
            <a:r>
              <a:rPr lang="en-US" altLang="ko-KR" dirty="0"/>
              <a:t> can be reused without change</a:t>
            </a:r>
          </a:p>
          <a:p>
            <a:pPr marL="611338" lvl="1" indent="-28733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 dirty="0"/>
              <a:t> needs to be changed because the mutation step size is now irrelevant</a:t>
            </a:r>
          </a:p>
          <a:p>
            <a:pPr marL="611338" lvl="1" indent="-28733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randomMutant</a:t>
            </a:r>
            <a:r>
              <a:rPr lang="en-US" altLang="ko-KR" dirty="0"/>
              <a:t> should be </a:t>
            </a:r>
            <a:r>
              <a:rPr lang="en-US" altLang="ko-KR" u="sng" dirty="0"/>
              <a:t>implemented differently </a:t>
            </a:r>
            <a:r>
              <a:rPr lang="en-US" altLang="ko-KR" dirty="0"/>
              <a:t>because of the different representation of candidate solution for TSPs</a:t>
            </a:r>
          </a:p>
          <a:p>
            <a:pPr marL="287188" eaLnBrk="1" hangingPunct="1">
              <a:defRPr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18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randomMutant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(current, p)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lvl="1" eaLnBrk="1" hangingPunct="1">
              <a:defRPr/>
            </a:pPr>
            <a:r>
              <a:rPr lang="en-US" altLang="ko-KR" dirty="0"/>
              <a:t>Returns a mutant of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current</a:t>
            </a:r>
            <a:r>
              <a:rPr lang="en-US" altLang="ko-KR" dirty="0"/>
              <a:t>, which is made by inverting the subsection beginning from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dirty="0"/>
              <a:t> and ending at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ko-KR" dirty="0"/>
              <a:t> (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inversion</a:t>
            </a:r>
            <a:r>
              <a:rPr lang="en-US" altLang="ko-KR" dirty="0"/>
              <a:t>), where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dirty="0"/>
              <a:t> and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ko-KR" dirty="0"/>
              <a:t> are chosen randomly</a:t>
            </a:r>
          </a:p>
          <a:p>
            <a:pPr eaLnBrk="1" hangingPunct="1">
              <a:defRPr/>
            </a:pPr>
            <a:endParaRPr lang="en-US" altLang="ko-KR" dirty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2761D77-EF23-1C10-927A-75293A602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800080"/>
                </a:solidFill>
              </a:rPr>
              <a:t>First-Choice</a:t>
            </a:r>
            <a:r>
              <a:rPr lang="en-US" altLang="ko-KR" sz="2400" dirty="0">
                <a:solidFill>
                  <a:srgbClr val="800080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800080"/>
                </a:solidFill>
              </a:rPr>
              <a:t>TSP</a:t>
            </a:r>
            <a:endParaRPr lang="en-US" altLang="ko-KR" sz="2400" u="sng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92C2F2E7-3FFB-D5F0-2436-EDEEDA2995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9941" name="슬라이드 번호 개체 틀 8">
            <a:extLst>
              <a:ext uri="{FF2B5EF4-FFF2-40B4-BE49-F238E27FC236}">
                <a16:creationId xmlns:a16="http://schemas.microsoft.com/office/drawing/2014/main" id="{67609480-AFB6-475B-F207-0F80C23325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F922B9E-545D-4CD6-9D0C-2637030B510C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FF4D48AE-192D-4D9D-8073-23B06DE3DF63}"/>
              </a:ext>
            </a:extLst>
          </p:cNvPr>
          <p:cNvSpPr/>
          <p:nvPr/>
        </p:nvSpPr>
        <p:spPr>
          <a:xfrm>
            <a:off x="1259632" y="136525"/>
            <a:ext cx="1123252" cy="288032"/>
          </a:xfrm>
          <a:prstGeom prst="wedgeRectCallout">
            <a:avLst>
              <a:gd name="adj1" fmla="val 39921"/>
              <a:gd name="adj2" fmla="val 94923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FC </a:t>
            </a:r>
            <a:r>
              <a:rPr lang="ko-KR" altLang="en-US" sz="1000" dirty="0"/>
              <a:t>알고리즘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6B03FEC-8D47-3718-6098-BDB5B696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F8C28DDC-F42B-45CB-4C28-25D01118C18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18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randomMutant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(current, p)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lvl="1" eaLnBrk="1" hangingPunct="1">
              <a:defRPr/>
            </a:pPr>
            <a:r>
              <a:rPr lang="en-US" altLang="ko-KR" dirty="0"/>
              <a:t>Returns a mutant of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current</a:t>
            </a:r>
            <a:r>
              <a:rPr lang="en-US" altLang="ko-KR" dirty="0"/>
              <a:t>, which is made by inverting the subsection beginning from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dirty="0"/>
              <a:t> and ending at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ko-KR" dirty="0"/>
              <a:t> (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inversion</a:t>
            </a:r>
            <a:r>
              <a:rPr lang="en-US" altLang="ko-KR" dirty="0"/>
              <a:t>), where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dirty="0"/>
              <a:t> and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ko-KR" dirty="0"/>
              <a:t> are chosen randomly</a:t>
            </a:r>
          </a:p>
          <a:p>
            <a:pPr eaLnBrk="1" hangingPunct="1">
              <a:defRPr/>
            </a:pPr>
            <a:endParaRPr lang="en-US" altLang="ko-KR" dirty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83E3529-3611-7A3B-D11E-E58EF51768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800080"/>
                </a:solidFill>
              </a:rPr>
              <a:t>First-Choice</a:t>
            </a:r>
            <a:r>
              <a:rPr lang="en-US" altLang="ko-KR" sz="2400" dirty="0">
                <a:solidFill>
                  <a:srgbClr val="800080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800080"/>
                </a:solidFill>
              </a:rPr>
              <a:t>TSP</a:t>
            </a:r>
            <a:endParaRPr lang="en-US" altLang="ko-KR" sz="2400" u="sng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EF57666-3C6A-12B1-D3D8-91243BFA05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9941" name="슬라이드 번호 개체 틀 8">
            <a:extLst>
              <a:ext uri="{FF2B5EF4-FFF2-40B4-BE49-F238E27FC236}">
                <a16:creationId xmlns:a16="http://schemas.microsoft.com/office/drawing/2014/main" id="{6756C4AF-4173-6DF8-1558-39CC37E5C6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F922B9E-545D-4CD6-9D0C-2637030B510C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CE0E14-5878-AA81-D2BC-72D550BCD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322" y="2643031"/>
            <a:ext cx="5042275" cy="209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54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904D791A-192B-CF9D-FB25-28BF91E9B6D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800" dirty="0"/>
              <a:t>Code configuration after modularization</a:t>
            </a: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2761D77-EF23-1C10-927A-75293A602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dirty="0">
                <a:solidFill>
                  <a:srgbClr val="800080"/>
                </a:solidFill>
              </a:rPr>
              <a:t>Search Tool v1 for</a:t>
            </a:r>
            <a:r>
              <a:rPr lang="ko-KR" altLang="en-US" sz="2400" dirty="0">
                <a:solidFill>
                  <a:srgbClr val="800080"/>
                </a:solidFill>
              </a:rPr>
              <a:t> </a:t>
            </a:r>
            <a:r>
              <a:rPr lang="en-US" altLang="ko-KR" sz="2400" dirty="0">
                <a:solidFill>
                  <a:srgbClr val="800080"/>
                </a:solidFill>
              </a:rPr>
              <a:t>TSP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92C2F2E7-3FFB-D5F0-2436-EDEEDA2995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39941" name="슬라이드 번호 개체 틀 8">
            <a:extLst>
              <a:ext uri="{FF2B5EF4-FFF2-40B4-BE49-F238E27FC236}">
                <a16:creationId xmlns:a16="http://schemas.microsoft.com/office/drawing/2014/main" id="{67609480-AFB6-475B-F207-0F80C23325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F922B9E-545D-4CD6-9D0C-2637030B510C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7073B1-F96F-4FEA-8C76-9907E16834FE}"/>
              </a:ext>
            </a:extLst>
          </p:cNvPr>
          <p:cNvGrpSpPr/>
          <p:nvPr/>
        </p:nvGrpSpPr>
        <p:grpSpPr>
          <a:xfrm>
            <a:off x="827584" y="1489844"/>
            <a:ext cx="7776864" cy="2227188"/>
            <a:chOff x="827584" y="3146028"/>
            <a:chExt cx="7776864" cy="2227188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FF68F26D-7AF3-470A-9D3E-61739CD43F6C}"/>
                </a:ext>
              </a:extLst>
            </p:cNvPr>
            <p:cNvGrpSpPr/>
            <p:nvPr/>
          </p:nvGrpSpPr>
          <p:grpSpPr>
            <a:xfrm>
              <a:off x="827584" y="3146028"/>
              <a:ext cx="7776864" cy="1907797"/>
              <a:chOff x="827584" y="3146028"/>
              <a:chExt cx="7776864" cy="1907797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9C44C42C-A4E4-432A-BFA4-226648DB5899}"/>
                  </a:ext>
                </a:extLst>
              </p:cNvPr>
              <p:cNvGrpSpPr/>
              <p:nvPr/>
            </p:nvGrpSpPr>
            <p:grpSpPr>
              <a:xfrm>
                <a:off x="827584" y="3146028"/>
                <a:ext cx="4716810" cy="1662112"/>
                <a:chOff x="1079327" y="3146028"/>
                <a:chExt cx="4716810" cy="1662112"/>
              </a:xfrm>
            </p:grpSpPr>
            <p:grpSp>
              <p:nvGrpSpPr>
                <p:cNvPr id="8" name="그룹 7">
                  <a:extLst>
                    <a:ext uri="{FF2B5EF4-FFF2-40B4-BE49-F238E27FC236}">
                      <a16:creationId xmlns:a16="http://schemas.microsoft.com/office/drawing/2014/main" id="{1EB03503-D249-45B5-86BB-68864D2B7097}"/>
                    </a:ext>
                  </a:extLst>
                </p:cNvPr>
                <p:cNvGrpSpPr/>
                <p:nvPr/>
              </p:nvGrpSpPr>
              <p:grpSpPr>
                <a:xfrm>
                  <a:off x="1079327" y="3146028"/>
                  <a:ext cx="2268538" cy="1662112"/>
                  <a:chOff x="1943100" y="3135313"/>
                  <a:chExt cx="2268538" cy="1662112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1A4B380-6DD1-42CC-9128-E8D8206E2FA2}"/>
                      </a:ext>
                    </a:extLst>
                  </p:cNvPr>
                  <p:cNvSpPr txBox="1"/>
                  <p:nvPr/>
                </p:nvSpPr>
                <p:spPr>
                  <a:xfrm>
                    <a:off x="1943100" y="3473450"/>
                    <a:ext cx="2266950" cy="1323975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altLang="ko-K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</a:t>
                    </a:r>
                    <a:endParaRPr lang="en-US" altLang="ko-KR" sz="16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>
                      <a:defRPr/>
                    </a:pPr>
                    <a:r>
                      <a:rPr lang="en-US" altLang="ko-KR" sz="1600" b="1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steepestAscent</a:t>
                    </a:r>
                    <a:endParaRPr lang="en-US" altLang="ko-KR" sz="1600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pPr>
                      <a:defRPr/>
                    </a:pPr>
                    <a:r>
                      <a:rPr lang="en-US" altLang="ko-KR" sz="1600" b="1" dirty="0">
                        <a:solidFill>
                          <a:srgbClr val="0033CC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mutants</a:t>
                    </a:r>
                  </a:p>
                  <a:p>
                    <a:pPr>
                      <a:defRPr/>
                    </a:pPr>
                    <a:r>
                      <a:rPr lang="en-US" altLang="ko-KR" sz="1600" b="1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bestOf</a:t>
                    </a:r>
                    <a:endParaRPr lang="en-US" altLang="ko-KR" sz="16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>
                      <a:defRPr/>
                    </a:pPr>
                    <a:r>
                      <a:rPr lang="en-US" altLang="ko-KR" sz="1600" b="1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displaySetting</a:t>
                    </a:r>
                    <a:endParaRPr lang="en-US" altLang="ko-KR" sz="1600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3" name="TextBox 10">
                    <a:extLst>
                      <a:ext uri="{FF2B5EF4-FFF2-40B4-BE49-F238E27FC236}">
                        <a16:creationId xmlns:a16="http://schemas.microsoft.com/office/drawing/2014/main" id="{3B52C482-6C37-40CB-894D-19A103FFC8F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44688" y="3135313"/>
                    <a:ext cx="2266950" cy="338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latinLnBrk="1">
                      <a:lnSpc>
                        <a:spcPct val="120000"/>
                      </a:lnSpc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latinLnBrk="1">
                      <a:lnSpc>
                        <a:spcPct val="120000"/>
                      </a:lnSpc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latinLnBrk="1">
                      <a:lnSpc>
                        <a:spcPct val="120000"/>
                      </a:lnSpc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latinLnBrk="1">
                      <a:lnSpc>
                        <a:spcPct val="120000"/>
                      </a:lnSpc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latinLnBrk="1">
                      <a:lnSpc>
                        <a:spcPct val="120000"/>
                      </a:lnSpc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lnSpc>
                        <a:spcPct val="12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lnSpc>
                        <a:spcPct val="12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lnSpc>
                        <a:spcPct val="12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lnSpc>
                        <a:spcPct val="12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latinLnBrk="0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ko-KR" sz="1600" dirty="0"/>
                      <a:t>SAHC-T</a:t>
                    </a:r>
                    <a:endParaRPr lang="ko-KR" altLang="en-US" sz="1600" dirty="0"/>
                  </a:p>
                </p:txBody>
              </p:sp>
            </p:grpSp>
            <p:grpSp>
              <p:nvGrpSpPr>
                <p:cNvPr id="9" name="그룹 8">
                  <a:extLst>
                    <a:ext uri="{FF2B5EF4-FFF2-40B4-BE49-F238E27FC236}">
                      <a16:creationId xmlns:a16="http://schemas.microsoft.com/office/drawing/2014/main" id="{D713C0DE-1457-444B-969F-1DE79C967089}"/>
                    </a:ext>
                  </a:extLst>
                </p:cNvPr>
                <p:cNvGrpSpPr/>
                <p:nvPr/>
              </p:nvGrpSpPr>
              <p:grpSpPr>
                <a:xfrm>
                  <a:off x="3527599" y="3146028"/>
                  <a:ext cx="2268538" cy="1661576"/>
                  <a:chOff x="5146675" y="3135313"/>
                  <a:chExt cx="2268538" cy="1661576"/>
                </a:xfrm>
              </p:grpSpPr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BA66B3D5-EBAF-403D-A449-9CDE0136FFA7}"/>
                      </a:ext>
                    </a:extLst>
                  </p:cNvPr>
                  <p:cNvSpPr txBox="1"/>
                  <p:nvPr/>
                </p:nvSpPr>
                <p:spPr>
                  <a:xfrm>
                    <a:off x="5146675" y="3473450"/>
                    <a:ext cx="2268538" cy="1323439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altLang="ko-K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main</a:t>
                    </a:r>
                    <a:endParaRPr lang="en-US" altLang="ko-KR" sz="16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>
                      <a:defRPr/>
                    </a:pPr>
                    <a:r>
                      <a:rPr lang="en-US" altLang="ko-KR" sz="1600" b="1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firstChoice</a:t>
                    </a:r>
                    <a:endParaRPr lang="en-US" altLang="ko-KR" sz="1600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pPr>
                      <a:defRPr/>
                    </a:pPr>
                    <a:r>
                      <a:rPr lang="en-US" altLang="ko-KR" sz="1600" b="1" dirty="0" err="1">
                        <a:solidFill>
                          <a:srgbClr val="0033CC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randomMutant</a:t>
                    </a:r>
                    <a:endParaRPr lang="en-US" altLang="ko-KR" sz="1600" b="1" dirty="0">
                      <a:solidFill>
                        <a:srgbClr val="0033C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pPr>
                      <a:defRPr/>
                    </a:pPr>
                    <a:endParaRPr lang="en-US" altLang="ko-KR" sz="1600" b="1" dirty="0">
                      <a:solidFill>
                        <a:srgbClr val="0033C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  <a:p>
                    <a:pPr>
                      <a:defRPr/>
                    </a:pPr>
                    <a:r>
                      <a:rPr lang="en-US" altLang="ko-KR" sz="1600" b="1" dirty="0" err="1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displaySetting</a:t>
                    </a:r>
                    <a:endParaRPr lang="en-US" altLang="ko-KR" sz="1600" b="1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4338243C-9227-451E-948A-CF27BFB218D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46675" y="3135313"/>
                    <a:ext cx="2268537" cy="3381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latinLnBrk="1">
                      <a:lnSpc>
                        <a:spcPct val="120000"/>
                      </a:lnSpc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latinLnBrk="1">
                      <a:lnSpc>
                        <a:spcPct val="120000"/>
                      </a:lnSpc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latinLnBrk="1">
                      <a:lnSpc>
                        <a:spcPct val="120000"/>
                      </a:lnSpc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latinLnBrk="1">
                      <a:lnSpc>
                        <a:spcPct val="120000"/>
                      </a:lnSpc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latinLnBrk="1">
                      <a:lnSpc>
                        <a:spcPct val="120000"/>
                      </a:lnSpc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lnSpc>
                        <a:spcPct val="12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lnSpc>
                        <a:spcPct val="12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lnSpc>
                        <a:spcPct val="12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lnSpc>
                        <a:spcPct val="12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latinLnBrk="0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ko-KR" sz="1600" dirty="0"/>
                      <a:t>FCHC-T</a:t>
                    </a:r>
                    <a:endParaRPr lang="ko-KR" altLang="en-US" sz="1600" dirty="0"/>
                  </a:p>
                </p:txBody>
              </p:sp>
            </p:grp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E7E9F200-5325-4118-B7F4-4087336B021A}"/>
                  </a:ext>
                </a:extLst>
              </p:cNvPr>
              <p:cNvGrpSpPr/>
              <p:nvPr/>
            </p:nvGrpSpPr>
            <p:grpSpPr>
              <a:xfrm>
                <a:off x="6335910" y="3146028"/>
                <a:ext cx="2268538" cy="1907797"/>
                <a:chOff x="5146675" y="3135313"/>
                <a:chExt cx="2268538" cy="1907797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C42C321-1CD6-4581-AE32-1D07446E627E}"/>
                    </a:ext>
                  </a:extLst>
                </p:cNvPr>
                <p:cNvSpPr txBox="1"/>
                <p:nvPr/>
              </p:nvSpPr>
              <p:spPr>
                <a:xfrm>
                  <a:off x="5146675" y="3473450"/>
                  <a:ext cx="2268538" cy="156966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altLang="ko-KR" sz="1200" b="1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createProblem</a:t>
                  </a:r>
                  <a:endParaRPr lang="en-US" altLang="ko-KR" sz="1200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  <a:p>
                  <a:pPr>
                    <a:defRPr/>
                  </a:pPr>
                  <a:r>
                    <a:rPr lang="en-US" altLang="ko-KR" sz="1200" b="1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calcDistanceTable</a:t>
                  </a:r>
                  <a:endParaRPr lang="en-US" altLang="ko-KR" sz="1200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  <a:p>
                  <a:pPr>
                    <a:defRPr/>
                  </a:pPr>
                  <a:r>
                    <a:rPr lang="en-US" altLang="ko-KR" sz="1200" b="1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randomInit</a:t>
                  </a:r>
                  <a:endParaRPr lang="en-US" altLang="ko-KR" sz="1200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  <a:p>
                  <a:pPr>
                    <a:defRPr/>
                  </a:pPr>
                  <a:r>
                    <a:rPr lang="en-US" altLang="ko-KR" sz="12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evaluate</a:t>
                  </a:r>
                </a:p>
                <a:p>
                  <a:pPr>
                    <a:defRPr/>
                  </a:pPr>
                  <a:r>
                    <a:rPr lang="en-US" altLang="ko-KR" sz="12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inversion</a:t>
                  </a:r>
                </a:p>
                <a:p>
                  <a:pPr>
                    <a:defRPr/>
                  </a:pPr>
                  <a:r>
                    <a:rPr lang="en-US" altLang="ko-KR" sz="1200" b="1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describeProblem</a:t>
                  </a:r>
                  <a:endParaRPr lang="en-US" altLang="ko-KR" sz="1200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  <a:p>
                  <a:pPr>
                    <a:defRPr/>
                  </a:pPr>
                  <a:r>
                    <a:rPr lang="en-US" altLang="ko-KR" sz="1200" b="1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displayResult</a:t>
                  </a:r>
                  <a:endParaRPr lang="en-US" altLang="ko-KR" sz="1200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  <a:p>
                  <a:pPr>
                    <a:defRPr/>
                  </a:pPr>
                  <a:r>
                    <a:rPr lang="en-US" altLang="ko-KR" sz="1200" b="1" dirty="0" err="1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tenPerRow</a:t>
                  </a:r>
                  <a:endParaRPr lang="en-US" altLang="ko-KR" sz="1200" b="1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6" name="TextBox 10">
                  <a:extLst>
                    <a:ext uri="{FF2B5EF4-FFF2-40B4-BE49-F238E27FC236}">
                      <a16:creationId xmlns:a16="http://schemas.microsoft.com/office/drawing/2014/main" id="{1E0AA3F7-A3B7-4C7A-BA2E-B9DE1F9419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46675" y="3135313"/>
                  <a:ext cx="2268537" cy="3381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latinLnBrk="1">
                    <a:lnSpc>
                      <a:spcPct val="120000"/>
                    </a:lnSpc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latinLnBrk="1">
                    <a:lnSpc>
                      <a:spcPct val="120000"/>
                    </a:lnSpc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latinLnBrk="1">
                    <a:lnSpc>
                      <a:spcPct val="120000"/>
                    </a:lnSpc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latinLnBrk="1">
                    <a:lnSpc>
                      <a:spcPct val="120000"/>
                    </a:lnSpc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latinLnBrk="1">
                    <a:lnSpc>
                      <a:spcPct val="120000"/>
                    </a:lnSpc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latinLnBrk="0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ko-KR" altLang="en-US" sz="16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DLaM Display" panose="02010000000000000000" pitchFamily="2" charset="0"/>
                    </a:rPr>
                    <a:t>공통 </a:t>
                  </a:r>
                  <a:r>
                    <a:rPr lang="en-US" altLang="ko-KR" sz="16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  <a:cs typeface="ADLaM Display" panose="02010000000000000000" pitchFamily="2" charset="0"/>
                    </a:rPr>
                    <a:t>(import)</a:t>
                  </a:r>
                  <a:endParaRPr lang="ko-KR" altLang="en-US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ADLaM Display" panose="02010000000000000000" pitchFamily="2" charset="0"/>
                  </a:endParaRPr>
                </a:p>
              </p:txBody>
            </p:sp>
          </p:grpSp>
          <p:sp>
            <p:nvSpPr>
              <p:cNvPr id="17" name="더하기 기호 16">
                <a:extLst>
                  <a:ext uri="{FF2B5EF4-FFF2-40B4-BE49-F238E27FC236}">
                    <a16:creationId xmlns:a16="http://schemas.microsoft.com/office/drawing/2014/main" id="{80324444-47E5-4F77-A2F2-B72250D0DA54}"/>
                  </a:ext>
                </a:extLst>
              </p:cNvPr>
              <p:cNvSpPr/>
              <p:nvPr/>
            </p:nvSpPr>
            <p:spPr>
              <a:xfrm>
                <a:off x="5593332" y="3799064"/>
                <a:ext cx="693639" cy="693639"/>
              </a:xfrm>
              <a:prstGeom prst="mathPlus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6416A4CF-9D71-48AC-872B-77EA6C7DD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4" y="4814404"/>
              <a:ext cx="22669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dirty="0"/>
                <a:t>steepest ascent (tsp).</a:t>
              </a:r>
              <a:r>
                <a:rPr lang="en-US" altLang="ko-KR" sz="1400" dirty="0" err="1"/>
                <a:t>py</a:t>
              </a:r>
              <a:endParaRPr lang="ko-KR" altLang="en-US" sz="1400" dirty="0"/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089D1A9D-3C30-43E9-A7BE-9747C11BDB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5856" y="4815324"/>
              <a:ext cx="22669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dirty="0"/>
                <a:t>first-choice (tsp).</a:t>
              </a:r>
              <a:r>
                <a:rPr lang="en-US" altLang="ko-KR" sz="1400" dirty="0" err="1"/>
                <a:t>py</a:t>
              </a:r>
              <a:endParaRPr lang="ko-KR" altLang="en-US" sz="1400" dirty="0"/>
            </a:p>
          </p:txBody>
        </p:sp>
        <p:sp>
          <p:nvSpPr>
            <p:cNvPr id="21" name="TextBox 10">
              <a:extLst>
                <a:ext uri="{FF2B5EF4-FFF2-40B4-BE49-F238E27FC236}">
                  <a16:creationId xmlns:a16="http://schemas.microsoft.com/office/drawing/2014/main" id="{2388C03D-402B-48B0-B9B9-5C442C3B6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7497" y="5065439"/>
              <a:ext cx="22669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dirty="0"/>
                <a:t>tsp.py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02754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528B-B512-42D1-BB52-4506BAAC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TSP Problem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63E5A-8C29-4303-8158-2E91B363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Execution Results (Example using the </a:t>
            </a:r>
            <a:r>
              <a:rPr lang="en-US" sz="1800" b="1" dirty="0"/>
              <a:t>First-Choice</a:t>
            </a:r>
            <a:r>
              <a:rPr lang="en-US" sz="1800" dirty="0"/>
              <a:t> Algorithm)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55945D-5D87-4D8E-A371-02720BAB9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7A0AEE-A02C-40F3-ACAE-163A33310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24</a:t>
            </a:fld>
            <a:endParaRPr lang="en-US" altLang="ko-KR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C18E735-59FA-4686-A99F-0E89CD5FE38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560133"/>
          <a:ext cx="8229600" cy="393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1917493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Enter the file name of a TSP: problem/tsp30.txt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Number of cities: 30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City locations: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 (8, 31)    (54, 97)    (50, 50)    (65, 16)    (70, 47)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(25, 100)    (55, 74)    (77, 87)     (6, 46)    (70, 78)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(13, 38)   (100, 32)    (26, 35)    (55, 16)    (26, 77)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(17, 67)    (40, 36)    (38, 27)     (33, 2)     (48, 9)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(62, 20)    (17, 92)     (30, 2)    (80, 75)    (32, 36)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(43, 79)    (57, 49)    (18, 24)    (96, 76)    (81, 39)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Search algorithm: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First-Choice</a:t>
                      </a:r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Hill Climbing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Max evaluations with no improvement: 100 iterations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Best order of visits: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4   26    2   24   16   27    0    8   10   12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17   18   22   19    3   13   20   29   11   28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23    7    9    6   25    1   14   15   21    5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Minimum tour cost: 491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Total number of evaluations: 677</a:t>
                      </a:r>
                      <a:endParaRPr lang="ko-KR" altLang="en-US" sz="12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99660"/>
                  </a:ext>
                </a:extLst>
              </a:tr>
            </a:tbl>
          </a:graphicData>
        </a:graphic>
      </p:graphicFrame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3E21BF0F-B53C-441D-B334-EA50BD214056}"/>
              </a:ext>
            </a:extLst>
          </p:cNvPr>
          <p:cNvSpPr/>
          <p:nvPr/>
        </p:nvSpPr>
        <p:spPr>
          <a:xfrm>
            <a:off x="4820624" y="1344109"/>
            <a:ext cx="2559688" cy="432048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 the name and path of the </a:t>
            </a:r>
            <a:r>
              <a:rPr lang="en-US" sz="1000" b="1" dirty="0"/>
              <a:t>.txt file defining the problem</a:t>
            </a:r>
            <a:r>
              <a:rPr lang="en-US" sz="1000" dirty="0"/>
              <a:t> (User Input).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33B17838-A583-449C-AEC9-93DB60C8555C}"/>
              </a:ext>
            </a:extLst>
          </p:cNvPr>
          <p:cNvSpPr/>
          <p:nvPr/>
        </p:nvSpPr>
        <p:spPr>
          <a:xfrm>
            <a:off x="5316584" y="4418662"/>
            <a:ext cx="1368152" cy="403468"/>
          </a:xfrm>
          <a:prstGeom prst="wedgeRectCallout">
            <a:avLst>
              <a:gd name="adj1" fmla="val -11406"/>
              <a:gd name="adj2" fmla="val 428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Optimal Order of Visits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D13D12FB-92DB-418B-9D9C-5FBC62624866}"/>
              </a:ext>
            </a:extLst>
          </p:cNvPr>
          <p:cNvSpPr/>
          <p:nvPr/>
        </p:nvSpPr>
        <p:spPr>
          <a:xfrm>
            <a:off x="4932040" y="4371632"/>
            <a:ext cx="216023" cy="497528"/>
          </a:xfrm>
          <a:prstGeom prst="rightBrace">
            <a:avLst>
              <a:gd name="adj1" fmla="val 68111"/>
              <a:gd name="adj2" fmla="val 50000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말풍선: 사각형 17">
            <a:extLst>
              <a:ext uri="{FF2B5EF4-FFF2-40B4-BE49-F238E27FC236}">
                <a16:creationId xmlns:a16="http://schemas.microsoft.com/office/drawing/2014/main" id="{FA41AEA9-2E55-4BBB-9A8A-EA4D63C73999}"/>
              </a:ext>
            </a:extLst>
          </p:cNvPr>
          <p:cNvSpPr/>
          <p:nvPr/>
        </p:nvSpPr>
        <p:spPr>
          <a:xfrm>
            <a:off x="457199" y="5611091"/>
            <a:ext cx="2988871" cy="432048"/>
          </a:xfrm>
          <a:prstGeom prst="wedgeRectCallout">
            <a:avLst>
              <a:gd name="adj1" fmla="val -32"/>
              <a:gd name="adj2" fmla="val -168752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Total Distance</a:t>
            </a:r>
            <a:r>
              <a:rPr lang="en-US" sz="1000" dirty="0"/>
              <a:t> traveled when following the optimal route.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9" name="말풍선: 사각형 18">
            <a:extLst>
              <a:ext uri="{FF2B5EF4-FFF2-40B4-BE49-F238E27FC236}">
                <a16:creationId xmlns:a16="http://schemas.microsoft.com/office/drawing/2014/main" id="{6E5C2107-31EF-4F4B-8E3C-EF7C875DC8F7}"/>
              </a:ext>
            </a:extLst>
          </p:cNvPr>
          <p:cNvSpPr/>
          <p:nvPr/>
        </p:nvSpPr>
        <p:spPr>
          <a:xfrm>
            <a:off x="5809396" y="2207860"/>
            <a:ext cx="1858947" cy="261976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City 4 (starts from index 0)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0" name="말풍선: 사각형 19">
            <a:extLst>
              <a:ext uri="{FF2B5EF4-FFF2-40B4-BE49-F238E27FC236}">
                <a16:creationId xmlns:a16="http://schemas.microsoft.com/office/drawing/2014/main" id="{9682C535-89B6-4234-B358-BE30610B4E32}"/>
              </a:ext>
            </a:extLst>
          </p:cNvPr>
          <p:cNvSpPr/>
          <p:nvPr/>
        </p:nvSpPr>
        <p:spPr>
          <a:xfrm>
            <a:off x="5809397" y="3144802"/>
            <a:ext cx="1611414" cy="261976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last city is City 29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9558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528B-B512-42D1-BB52-4506BAAC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TSP Problem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63E5A-8C29-4303-8158-2E91B363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Execution Results (Example using the </a:t>
            </a:r>
            <a:r>
              <a:rPr lang="en-US" sz="1800" b="1" dirty="0"/>
              <a:t>Steepest-Ascent</a:t>
            </a:r>
            <a:r>
              <a:rPr lang="en-US" sz="1800" dirty="0"/>
              <a:t> Algorithm)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55945D-5D87-4D8E-A371-02720BAB9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7A0AEE-A02C-40F3-ACAE-163A33310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25</a:t>
            </a:fld>
            <a:endParaRPr lang="en-US" altLang="ko-KR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C18E735-59FA-4686-A99F-0E89CD5FE38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560133"/>
          <a:ext cx="8229600" cy="374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1917493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Enter the file name of a TSP: problem/tsp30.txt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Number of cities: 30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City locations: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 (8, 31)    (54, 97)    (50, 50)    (65, 16)    (70, 47)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(25, 100)    (55, 74)    (77, 87)     (6, 46)    (70, 78)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(13, 38)   (100, 32)    (26, 35)    (55, 16)    (26, 77)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(17, 67)    (40, 36)    (38, 27)     (33, 2)     (48, 9)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(62, 20)    (17, 92)     (30, 2)    (80, 75)    (32, 36)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(43, 79)    (57, 49)    (18, 24)    (96, 76)    (81, 39)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Search algorithm: Steepest-Ascent Hill Climbing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Best order of visits: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11   29   20   13    3    4   28   23    9    1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7    6    2   16   26   25   21    5    8   15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14   10    0   12   27   24   17   19   18   22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Minimum tour cost: 620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Total number of evaluations: 807</a:t>
                      </a:r>
                      <a:endParaRPr lang="ko-KR" altLang="en-US" sz="12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99660"/>
                  </a:ext>
                </a:extLst>
              </a:tr>
            </a:tbl>
          </a:graphicData>
        </a:graphic>
      </p:graphicFrame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3E21BF0F-B53C-441D-B334-EA50BD214056}"/>
              </a:ext>
            </a:extLst>
          </p:cNvPr>
          <p:cNvSpPr/>
          <p:nvPr/>
        </p:nvSpPr>
        <p:spPr>
          <a:xfrm>
            <a:off x="4820624" y="1344109"/>
            <a:ext cx="2559688" cy="432048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 the name and path of the </a:t>
            </a:r>
            <a:r>
              <a:rPr lang="en-US" sz="1000" b="1" dirty="0"/>
              <a:t>.txt file defining the problem</a:t>
            </a:r>
            <a:r>
              <a:rPr lang="en-US" sz="1000" dirty="0"/>
              <a:t> (User Input).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33B17838-A583-449C-AEC9-93DB60C8555C}"/>
              </a:ext>
            </a:extLst>
          </p:cNvPr>
          <p:cNvSpPr/>
          <p:nvPr/>
        </p:nvSpPr>
        <p:spPr>
          <a:xfrm>
            <a:off x="5316584" y="4237510"/>
            <a:ext cx="1368152" cy="403468"/>
          </a:xfrm>
          <a:prstGeom prst="wedgeRectCallout">
            <a:avLst>
              <a:gd name="adj1" fmla="val -11406"/>
              <a:gd name="adj2" fmla="val 428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Optimal Order of Visits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D13D12FB-92DB-418B-9D9C-5FBC62624866}"/>
              </a:ext>
            </a:extLst>
          </p:cNvPr>
          <p:cNvSpPr/>
          <p:nvPr/>
        </p:nvSpPr>
        <p:spPr>
          <a:xfrm>
            <a:off x="4932040" y="4190480"/>
            <a:ext cx="216023" cy="497528"/>
          </a:xfrm>
          <a:prstGeom prst="rightBrace">
            <a:avLst>
              <a:gd name="adj1" fmla="val 68111"/>
              <a:gd name="adj2" fmla="val 50000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말풍선: 사각형 17">
            <a:extLst>
              <a:ext uri="{FF2B5EF4-FFF2-40B4-BE49-F238E27FC236}">
                <a16:creationId xmlns:a16="http://schemas.microsoft.com/office/drawing/2014/main" id="{FA41AEA9-2E55-4BBB-9A8A-EA4D63C73999}"/>
              </a:ext>
            </a:extLst>
          </p:cNvPr>
          <p:cNvSpPr/>
          <p:nvPr/>
        </p:nvSpPr>
        <p:spPr>
          <a:xfrm>
            <a:off x="457200" y="5428211"/>
            <a:ext cx="3024336" cy="432048"/>
          </a:xfrm>
          <a:prstGeom prst="wedgeRectCallout">
            <a:avLst>
              <a:gd name="adj1" fmla="val -10110"/>
              <a:gd name="adj2" fmla="val -162791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Total Distance</a:t>
            </a:r>
            <a:r>
              <a:rPr lang="en-US" sz="1000" dirty="0"/>
              <a:t> traveled when following the optimal route.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035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8FEB0-35C8-B368-6EA7-38E97825C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Ref) Adjacency Matrix / </a:t>
            </a:r>
            <a:r>
              <a:rPr lang="ko-KR" altLang="en-US" dirty="0"/>
              <a:t>인접 행렬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72CFF21-9A8D-E4C6-0184-B6CA138C2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Adjacency Matrix</a:t>
                </a:r>
                <a:endParaRPr lang="en-US" altLang="ko-KR" sz="18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lvl="1"/>
                <a:r>
                  <a:rPr lang="en-US" sz="1800" dirty="0"/>
                  <a:t>One of the effective ways to represent an </a:t>
                </a:r>
                <a:r>
                  <a:rPr lang="en-US" sz="1800" b="1" dirty="0"/>
                  <a:t>Undirected Graph</a:t>
                </a:r>
                <a:r>
                  <a:rPr lang="en-US" sz="1800" dirty="0"/>
                  <a:t>.</a:t>
                </a:r>
                <a:endParaRPr lang="en-US" altLang="ko-KR" sz="18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lvl="1"/>
                <a:r>
                  <a:rPr lang="en-US" dirty="0"/>
                  <a:t>Directly adjacent vertices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are represented by </a:t>
                </a:r>
                <a:r>
                  <a:rPr lang="en-US" b="1" dirty="0"/>
                  <a:t>1</a:t>
                </a:r>
                <a:r>
                  <a:rPr lang="en-US" dirty="0"/>
                  <a:t>, and two vertices that are not adjacent are represented by </a:t>
                </a:r>
                <a:r>
                  <a:rPr lang="en-US" b="1" dirty="0"/>
                  <a:t>0</a:t>
                </a:r>
                <a:r>
                  <a:rPr lang="en-US" dirty="0"/>
                  <a:t>.</a:t>
                </a:r>
                <a:endParaRPr lang="en-US" altLang="ko-KR" sz="18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lvl="1"/>
                <a:r>
                  <a:rPr lang="en-US" dirty="0"/>
                  <a:t>The entry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/>
                  <a:t> (a vertex's adjacency to itself) is represented by </a:t>
                </a:r>
                <a:r>
                  <a:rPr lang="en-US" b="1" dirty="0"/>
                  <a:t>0</a:t>
                </a:r>
                <a:r>
                  <a:rPr lang="en-US" dirty="0"/>
                  <a:t>.</a:t>
                </a:r>
                <a:endParaRPr lang="ko-KR" altLang="en-US" sz="18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72CFF21-9A8D-E4C6-0184-B6CA138C2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116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5144D5-EBF0-60B8-ABA7-17131C6F1F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62E5F5-9BF8-DD4C-7E87-80CA9AB08B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26</a:t>
            </a:fld>
            <a:endParaRPr lang="en-US" altLang="ko-KR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F9C074-AF46-29F7-864B-8029266A1D5D}"/>
              </a:ext>
            </a:extLst>
          </p:cNvPr>
          <p:cNvGrpSpPr/>
          <p:nvPr/>
        </p:nvGrpSpPr>
        <p:grpSpPr>
          <a:xfrm>
            <a:off x="1763688" y="3789040"/>
            <a:ext cx="4667448" cy="1800200"/>
            <a:chOff x="2051050" y="3104964"/>
            <a:chExt cx="4667448" cy="18002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67AFFA4-AB78-A015-FBFD-60D273CE95A4}"/>
                </a:ext>
              </a:extLst>
            </p:cNvPr>
            <p:cNvGrpSpPr/>
            <p:nvPr/>
          </p:nvGrpSpPr>
          <p:grpSpPr>
            <a:xfrm>
              <a:off x="2051050" y="3104964"/>
              <a:ext cx="2674640" cy="1800200"/>
              <a:chOff x="1115616" y="2492896"/>
              <a:chExt cx="2674640" cy="1800200"/>
            </a:xfrm>
          </p:grpSpPr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60C266B6-8B83-88FE-D6E5-08D338C82CAA}"/>
                  </a:ext>
                </a:extLst>
              </p:cNvPr>
              <p:cNvSpPr/>
              <p:nvPr/>
            </p:nvSpPr>
            <p:spPr>
              <a:xfrm>
                <a:off x="1115616" y="3212976"/>
                <a:ext cx="576064" cy="5760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1</a:t>
                </a:r>
                <a:endParaRPr lang="ko-KR" altLang="en-US" dirty="0"/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75CE54F0-BFA5-C6EC-552E-3C3C49AD1CE4}"/>
                  </a:ext>
                </a:extLst>
              </p:cNvPr>
              <p:cNvSpPr/>
              <p:nvPr/>
            </p:nvSpPr>
            <p:spPr>
              <a:xfrm>
                <a:off x="2267744" y="2492896"/>
                <a:ext cx="576064" cy="5760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2</a:t>
                </a:r>
                <a:endParaRPr lang="ko-KR" altLang="en-US" dirty="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3C508405-D1FE-9383-315F-C635576D5D66}"/>
                  </a:ext>
                </a:extLst>
              </p:cNvPr>
              <p:cNvSpPr/>
              <p:nvPr/>
            </p:nvSpPr>
            <p:spPr>
              <a:xfrm>
                <a:off x="2267744" y="3717032"/>
                <a:ext cx="576064" cy="5760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3</a:t>
                </a:r>
                <a:endParaRPr lang="ko-KR" altLang="en-US" dirty="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1063E0FC-C6B9-AB3A-AA39-5D0044C01390}"/>
                  </a:ext>
                </a:extLst>
              </p:cNvPr>
              <p:cNvSpPr/>
              <p:nvPr/>
            </p:nvSpPr>
            <p:spPr>
              <a:xfrm>
                <a:off x="3214192" y="3140968"/>
                <a:ext cx="576064" cy="5760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4</a:t>
                </a:r>
                <a:endParaRPr lang="ko-KR" altLang="en-US" dirty="0"/>
              </a:p>
            </p:txBody>
          </p: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C5EBD5AE-5D16-4099-1A2D-78E5A44077EA}"/>
                  </a:ext>
                </a:extLst>
              </p:cNvPr>
              <p:cNvCxnSpPr>
                <a:stCxn id="6" idx="7"/>
                <a:endCxn id="7" idx="2"/>
              </p:cNvCxnSpPr>
              <p:nvPr/>
            </p:nvCxnSpPr>
            <p:spPr>
              <a:xfrm flipV="1">
                <a:off x="1607317" y="2780928"/>
                <a:ext cx="660427" cy="51641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53A670DA-C1B2-C270-0081-C285AB038C71}"/>
                  </a:ext>
                </a:extLst>
              </p:cNvPr>
              <p:cNvCxnSpPr>
                <a:stCxn id="7" idx="6"/>
                <a:endCxn id="9" idx="1"/>
              </p:cNvCxnSpPr>
              <p:nvPr/>
            </p:nvCxnSpPr>
            <p:spPr>
              <a:xfrm>
                <a:off x="2843808" y="2780928"/>
                <a:ext cx="454747" cy="444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1BA5F669-81EC-011D-C8BF-595D2EAFEB08}"/>
                  </a:ext>
                </a:extLst>
              </p:cNvPr>
              <p:cNvCxnSpPr>
                <a:stCxn id="6" idx="5"/>
                <a:endCxn id="8" idx="2"/>
              </p:cNvCxnSpPr>
              <p:nvPr/>
            </p:nvCxnSpPr>
            <p:spPr>
              <a:xfrm>
                <a:off x="1607317" y="3704677"/>
                <a:ext cx="660427" cy="3003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16C334A6-22D6-B039-FD8F-17F7AE0DB46A}"/>
                  </a:ext>
                </a:extLst>
              </p:cNvPr>
              <p:cNvCxnSpPr>
                <a:stCxn id="8" idx="6"/>
                <a:endCxn id="9" idx="3"/>
              </p:cNvCxnSpPr>
              <p:nvPr/>
            </p:nvCxnSpPr>
            <p:spPr>
              <a:xfrm flipV="1">
                <a:off x="2843808" y="3632669"/>
                <a:ext cx="454747" cy="3723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F63E699-23F7-6EC5-7A87-1D42F5B958F2}"/>
                    </a:ext>
                  </a:extLst>
                </p:cNvPr>
                <p:cNvSpPr txBox="1"/>
                <p:nvPr/>
              </p:nvSpPr>
              <p:spPr>
                <a:xfrm>
                  <a:off x="5436096" y="3523233"/>
                  <a:ext cx="1282402" cy="963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F63E699-23F7-6EC5-7A87-1D42F5B95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96" y="3523233"/>
                  <a:ext cx="1282402" cy="96366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7874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1256-AF69-FE37-C124-573F5C06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3F1BD-498E-43E8-1D95-C59C9CA3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Ref) Adjacency Matrix / </a:t>
            </a:r>
            <a:r>
              <a:rPr lang="ko-KR" altLang="en-US" dirty="0"/>
              <a:t>인접 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2AE83B-0627-37FC-B265-956CAC8FD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Formal Definition</a:t>
            </a:r>
          </a:p>
          <a:p>
            <a:pPr lvl="1"/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 graph theory and computer science, an adjacency matrix is a </a:t>
            </a:r>
            <a:r>
              <a:rPr lang="en-US" altLang="ko-KR" sz="1800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square matrix</a:t>
            </a:r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used to represent a finite graph. The elements of the matrix indicate </a:t>
            </a:r>
            <a:r>
              <a:rPr lang="en-US" altLang="ko-KR" sz="1800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whether pairs of vertices are adjacent or not in the graph</a:t>
            </a:r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lvl="1"/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 the special case of a finite simple graph, the adjacency matrix is a (0,1)-matrix with zeros on its diagonal. If the graph is undirected (i.e. all of its edges are bidirectional), the adjacency matrix is symmetric.</a:t>
            </a:r>
          </a:p>
          <a:p>
            <a:pPr lvl="2"/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simple graph : a graph that does not have more than one edge between any two vertices and no edge starts and ends at the same vertex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14E72F-CEC5-F188-9431-625EBF6CB9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959E0C-DB02-47C7-7CFD-DE3435492E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68313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C50F-00A5-30D1-170E-D49BFC7F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3F4DE-C8B7-0CCB-6BF9-C9FCA6E5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Ref) Adjacency Matrix / </a:t>
            </a:r>
            <a:r>
              <a:rPr lang="ko-KR" altLang="en-US" dirty="0"/>
              <a:t>인접 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041FDB-35F8-CC54-2158-DEE4C8CD8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Interesting properties of Adjacency Matrix : Matrix powers</a:t>
            </a:r>
          </a:p>
          <a:p>
            <a:pPr lvl="1"/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Let </a:t>
            </a:r>
            <a:r>
              <a:rPr lang="en-US" altLang="ko-KR" sz="1800" b="1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</a:t>
            </a:r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be the Adjacency Matrix representing the graph below</a:t>
            </a:r>
          </a:p>
          <a:p>
            <a:pPr lvl="1"/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latinLnBrk="0"/>
            <a:r>
              <a:rPr lang="en-US" sz="1800" dirty="0"/>
              <a:t>In this case, the result of </a:t>
            </a:r>
            <a:r>
              <a:rPr lang="en-US" sz="1800" b="1" dirty="0"/>
              <a:t>A^2</a:t>
            </a:r>
            <a:r>
              <a:rPr lang="en-US" sz="1800" dirty="0"/>
              <a:t> is shown on the left, and the result of </a:t>
            </a:r>
            <a:r>
              <a:rPr lang="en-US" sz="1800" b="1" dirty="0"/>
              <a:t>A^3</a:t>
            </a:r>
            <a:r>
              <a:rPr lang="en-US" sz="1800" dirty="0"/>
              <a:t> is shown on the right. </a:t>
            </a:r>
            <a:r>
              <a:rPr lang="en-US" sz="1800" b="1" dirty="0"/>
              <a:t>What is the meaning of each result?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?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07337E-3AE0-E9A6-CA06-C488411781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974B8B-FA03-87CE-5307-80E4F2FDEF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28</a:t>
            </a:fld>
            <a:endParaRPr lang="en-US" altLang="ko-KR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E0F73EB-AFD4-4C3D-C2E7-48FFD88801D1}"/>
              </a:ext>
            </a:extLst>
          </p:cNvPr>
          <p:cNvGrpSpPr/>
          <p:nvPr/>
        </p:nvGrpSpPr>
        <p:grpSpPr>
          <a:xfrm>
            <a:off x="1252907" y="1988840"/>
            <a:ext cx="5023439" cy="1800200"/>
            <a:chOff x="2339082" y="3104964"/>
            <a:chExt cx="5023439" cy="180020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77FC95C-6A1A-CEB6-1BEE-63E71A0B4FD2}"/>
                </a:ext>
              </a:extLst>
            </p:cNvPr>
            <p:cNvGrpSpPr/>
            <p:nvPr/>
          </p:nvGrpSpPr>
          <p:grpSpPr>
            <a:xfrm>
              <a:off x="2339082" y="3104964"/>
              <a:ext cx="2386608" cy="1800200"/>
              <a:chOff x="1403648" y="2492896"/>
              <a:chExt cx="2386608" cy="1800200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26B43CBD-9A3B-B1B1-84E0-B70DCBE9E325}"/>
                  </a:ext>
                </a:extLst>
              </p:cNvPr>
              <p:cNvSpPr/>
              <p:nvPr/>
            </p:nvSpPr>
            <p:spPr>
              <a:xfrm>
                <a:off x="1403648" y="3140968"/>
                <a:ext cx="576064" cy="5760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1</a:t>
                </a:r>
                <a:endParaRPr lang="ko-KR" altLang="en-US" dirty="0"/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E3F04183-42AF-7FC2-A50B-CE138B2A0A6E}"/>
                  </a:ext>
                </a:extLst>
              </p:cNvPr>
              <p:cNvSpPr/>
              <p:nvPr/>
            </p:nvSpPr>
            <p:spPr>
              <a:xfrm>
                <a:off x="2267744" y="2492896"/>
                <a:ext cx="576064" cy="5760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2</a:t>
                </a:r>
                <a:endParaRPr lang="ko-KR" altLang="en-US" dirty="0"/>
              </a:p>
            </p:txBody>
          </p: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BFE5CB20-FB30-7244-EFF0-7F92EDF3FC38}"/>
                  </a:ext>
                </a:extLst>
              </p:cNvPr>
              <p:cNvSpPr/>
              <p:nvPr/>
            </p:nvSpPr>
            <p:spPr>
              <a:xfrm>
                <a:off x="2267744" y="3717032"/>
                <a:ext cx="576064" cy="5760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3</a:t>
                </a:r>
                <a:endParaRPr lang="ko-KR" altLang="en-US" dirty="0"/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6E19837B-34CC-1121-77DD-67FDE908DD8F}"/>
                  </a:ext>
                </a:extLst>
              </p:cNvPr>
              <p:cNvSpPr/>
              <p:nvPr/>
            </p:nvSpPr>
            <p:spPr>
              <a:xfrm>
                <a:off x="3214192" y="3068960"/>
                <a:ext cx="576064" cy="5760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4</a:t>
                </a:r>
                <a:endParaRPr lang="ko-KR" altLang="en-US" dirty="0"/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9AA96565-6DFC-68AC-FABF-988A7B3F9480}"/>
                  </a:ext>
                </a:extLst>
              </p:cNvPr>
              <p:cNvCxnSpPr>
                <a:stCxn id="9" idx="7"/>
                <a:endCxn id="10" idx="2"/>
              </p:cNvCxnSpPr>
              <p:nvPr/>
            </p:nvCxnSpPr>
            <p:spPr>
              <a:xfrm flipV="1">
                <a:off x="1895349" y="2780928"/>
                <a:ext cx="372395" cy="444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7D9EB6EC-4A90-3ACB-244D-C86ABE42701C}"/>
                  </a:ext>
                </a:extLst>
              </p:cNvPr>
              <p:cNvCxnSpPr>
                <a:stCxn id="10" idx="6"/>
                <a:endCxn id="12" idx="1"/>
              </p:cNvCxnSpPr>
              <p:nvPr/>
            </p:nvCxnSpPr>
            <p:spPr>
              <a:xfrm>
                <a:off x="2843808" y="2780928"/>
                <a:ext cx="454747" cy="3723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1E9F942C-72F4-F2C7-6801-E89ED9E17EE9}"/>
                  </a:ext>
                </a:extLst>
              </p:cNvPr>
              <p:cNvCxnSpPr>
                <a:stCxn id="9" idx="5"/>
                <a:endCxn id="11" idx="2"/>
              </p:cNvCxnSpPr>
              <p:nvPr/>
            </p:nvCxnSpPr>
            <p:spPr>
              <a:xfrm>
                <a:off x="1895349" y="3632669"/>
                <a:ext cx="372395" cy="3723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2C30AD11-67F9-AD5E-A7CA-249F6B2028F1}"/>
                  </a:ext>
                </a:extLst>
              </p:cNvPr>
              <p:cNvCxnSpPr>
                <a:stCxn id="11" idx="6"/>
                <a:endCxn id="12" idx="3"/>
              </p:cNvCxnSpPr>
              <p:nvPr/>
            </p:nvCxnSpPr>
            <p:spPr>
              <a:xfrm flipV="1">
                <a:off x="2843808" y="3560661"/>
                <a:ext cx="454747" cy="444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3DC1A44-ED64-8D98-DFDE-08F1B3018B1A}"/>
                    </a:ext>
                  </a:extLst>
                </p:cNvPr>
                <p:cNvSpPr txBox="1"/>
                <p:nvPr/>
              </p:nvSpPr>
              <p:spPr>
                <a:xfrm>
                  <a:off x="5436096" y="3523233"/>
                  <a:ext cx="1926425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3DC1A44-ED64-8D98-DFDE-08F1B3018B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96" y="3523233"/>
                  <a:ext cx="1926425" cy="102047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2D62F8C9-B242-C0BD-ED7F-73807D41E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730" y="4865168"/>
            <a:ext cx="2654329" cy="12902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51F8756-E205-F606-9651-FEF897B05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163" y="4865168"/>
            <a:ext cx="2655761" cy="12902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0705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8EBC2-3763-9931-EADC-D22C260BD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B3BF6-EAF0-4313-8809-36182A1F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Ref) Adjacency Matrix / </a:t>
            </a:r>
            <a:r>
              <a:rPr lang="ko-KR" altLang="en-US" dirty="0"/>
              <a:t>인접 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99E04-D864-B416-D8BA-D045A2250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Interesting properties of Adjacency Matrix : Matrix powers</a:t>
            </a:r>
          </a:p>
          <a:p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7CCD1D-DCE3-CC4F-5F43-B8CC7655C2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FB3108-4613-8650-5546-E1D8B27E0E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29</a:t>
            </a:fld>
            <a:endParaRPr lang="en-US" altLang="ko-KR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788CC78-6101-62EB-476D-73BC8768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18" y="1417102"/>
            <a:ext cx="7400323" cy="4028122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A0B4461-2169-BDA4-124E-69E439FBD6CC}"/>
              </a:ext>
            </a:extLst>
          </p:cNvPr>
          <p:cNvCxnSpPr/>
          <p:nvPr/>
        </p:nvCxnSpPr>
        <p:spPr>
          <a:xfrm>
            <a:off x="2627784" y="5167240"/>
            <a:ext cx="5400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BE7C2B8-4006-E308-313A-581F1042F904}"/>
              </a:ext>
            </a:extLst>
          </p:cNvPr>
          <p:cNvCxnSpPr/>
          <p:nvPr/>
        </p:nvCxnSpPr>
        <p:spPr>
          <a:xfrm>
            <a:off x="770514" y="5465341"/>
            <a:ext cx="19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말풍선: 사각형 25">
                <a:extLst>
                  <a:ext uri="{FF2B5EF4-FFF2-40B4-BE49-F238E27FC236}">
                    <a16:creationId xmlns:a16="http://schemas.microsoft.com/office/drawing/2014/main" id="{921B375F-EE51-81F3-ACAA-E2D0EF1CCEC7}"/>
                  </a:ext>
                </a:extLst>
              </p:cNvPr>
              <p:cNvSpPr/>
              <p:nvPr/>
            </p:nvSpPr>
            <p:spPr>
              <a:xfrm>
                <a:off x="3354589" y="5354774"/>
                <a:ext cx="4032448" cy="695102"/>
              </a:xfrm>
              <a:prstGeom prst="wedgeRectCallout">
                <a:avLst>
                  <a:gd name="adj1" fmla="val -33140"/>
                  <a:gd name="adj2" fmla="val 20861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𝐴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^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𝑘</m:t>
                    </m:r>
                  </m:oMath>
                </a14:m>
                <a:r>
                  <a:rPr lang="en-US" altLang="ko-KR" sz="12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</a:t>
                </a:r>
                <a:r>
                  <a:rPr lang="ko-KR" altLang="en-US" sz="12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계산 결과에서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(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𝑖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,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𝑗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)</m:t>
                    </m:r>
                  </m:oMath>
                </a14:m>
                <a:r>
                  <a:rPr lang="ko-KR" altLang="en-US" sz="12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번째 값이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𝑛</m:t>
                    </m:r>
                  </m:oMath>
                </a14:m>
                <a:r>
                  <a:rPr lang="en-US" altLang="ko-KR" sz="12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</a:t>
                </a:r>
                <a:r>
                  <a:rPr lang="ko-KR" altLang="en-US" sz="12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이라면</a:t>
                </a:r>
                <a:r>
                  <a:rPr lang="en-US" altLang="ko-KR" sz="12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𝑖</m:t>
                    </m:r>
                  </m:oMath>
                </a14:m>
                <a:r>
                  <a:rPr lang="ko-KR" altLang="en-US" sz="12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에서 출발해서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𝑗</m:t>
                    </m:r>
                  </m:oMath>
                </a14:m>
                <a:r>
                  <a:rPr lang="ko-KR" altLang="en-US" sz="12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까지 도착하는 서로 다른 경로의 수가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𝑛</m:t>
                    </m:r>
                  </m:oMath>
                </a14:m>
                <a:r>
                  <a:rPr lang="ko-KR" altLang="en-US" sz="12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개라는 의미</a:t>
                </a:r>
              </a:p>
            </p:txBody>
          </p:sp>
        </mc:Choice>
        <mc:Fallback xmlns="">
          <p:sp>
            <p:nvSpPr>
              <p:cNvPr id="26" name="말풍선: 사각형 25">
                <a:extLst>
                  <a:ext uri="{FF2B5EF4-FFF2-40B4-BE49-F238E27FC236}">
                    <a16:creationId xmlns:a16="http://schemas.microsoft.com/office/drawing/2014/main" id="{921B375F-EE51-81F3-ACAA-E2D0EF1CCE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589" y="5354774"/>
                <a:ext cx="4032448" cy="695102"/>
              </a:xfrm>
              <a:prstGeom prst="wedgeRectCallout">
                <a:avLst>
                  <a:gd name="adj1" fmla="val -33140"/>
                  <a:gd name="adj2" fmla="val 20861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9E8E864-02CB-9F03-9EE8-FAFA97403B24}"/>
              </a:ext>
            </a:extLst>
          </p:cNvPr>
          <p:cNvCxnSpPr/>
          <p:nvPr/>
        </p:nvCxnSpPr>
        <p:spPr>
          <a:xfrm>
            <a:off x="5243706" y="1703908"/>
            <a:ext cx="19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DA27F59-8CF5-B2F9-5CFD-7A64BB7DEB10}"/>
              </a:ext>
            </a:extLst>
          </p:cNvPr>
          <p:cNvCxnSpPr/>
          <p:nvPr/>
        </p:nvCxnSpPr>
        <p:spPr>
          <a:xfrm>
            <a:off x="6742586" y="1976888"/>
            <a:ext cx="900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8BC6509-3F8D-ADB3-53BC-EAA408D58FD8}"/>
              </a:ext>
            </a:extLst>
          </p:cNvPr>
          <p:cNvCxnSpPr/>
          <p:nvPr/>
        </p:nvCxnSpPr>
        <p:spPr>
          <a:xfrm>
            <a:off x="824106" y="3594673"/>
            <a:ext cx="3420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310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75207-0CC9-46B3-8316-D8A80085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3B8133-CEDA-409B-88A0-1F096DC8F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3469AD-AA07-4B83-8661-E265CB56F8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89D01B-9A7D-45FE-96ED-E7FFCD8C01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30</a:t>
            </a:fld>
            <a:endParaRPr lang="en-US" altLang="ko-KR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E1B41F0-3FE2-457F-A375-A6FF52924CD2}"/>
              </a:ext>
            </a:extLst>
          </p:cNvPr>
          <p:cNvGrpSpPr/>
          <p:nvPr/>
        </p:nvGrpSpPr>
        <p:grpSpPr>
          <a:xfrm>
            <a:off x="6228184" y="5013176"/>
            <a:ext cx="2216056" cy="1055042"/>
            <a:chOff x="6644040" y="3674756"/>
            <a:chExt cx="2216056" cy="105504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C3ACD7B-96E8-49D8-B1D5-757F5E93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2950" y="4181474"/>
              <a:ext cx="548324" cy="548324"/>
            </a:xfrm>
            <a:prstGeom prst="rect">
              <a:avLst/>
            </a:prstGeom>
          </p:spPr>
        </p:pic>
        <p:sp>
          <p:nvSpPr>
            <p:cNvPr id="8" name="말풍선: 사각형 7">
              <a:extLst>
                <a:ext uri="{FF2B5EF4-FFF2-40B4-BE49-F238E27FC236}">
                  <a16:creationId xmlns:a16="http://schemas.microsoft.com/office/drawing/2014/main" id="{C26F80C1-93A8-4956-8C8F-CCEB43119C7A}"/>
                </a:ext>
              </a:extLst>
            </p:cNvPr>
            <p:cNvSpPr/>
            <p:nvPr/>
          </p:nvSpPr>
          <p:spPr>
            <a:xfrm>
              <a:off x="6644040" y="3674756"/>
              <a:ext cx="2216056" cy="387655"/>
            </a:xfrm>
            <a:prstGeom prst="wedgeRectCallout">
              <a:avLst>
                <a:gd name="adj1" fmla="val 9006"/>
                <a:gd name="adj2" fmla="val 82943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오늘 강의는 여기까지</a:t>
              </a:r>
              <a:r>
                <a:rPr lang="en-US" altLang="ko-KR" sz="1000" dirty="0"/>
                <a:t>!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11725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44014</TotalTime>
  <Words>2789</Words>
  <Application>Microsoft Office PowerPoint</Application>
  <PresentationFormat>On-screen Show (4:3)</PresentationFormat>
  <Paragraphs>377</Paragraphs>
  <Slides>30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Gulim</vt:lpstr>
      <vt:lpstr>Malgun Gothic</vt:lpstr>
      <vt:lpstr>NanumGothic</vt:lpstr>
      <vt:lpstr>나눔스퀘어_ac</vt:lpstr>
      <vt:lpstr>Arial</vt:lpstr>
      <vt:lpstr>Book Antiqua</vt:lpstr>
      <vt:lpstr>Cambria Math</vt:lpstr>
      <vt:lpstr>Consolas</vt:lpstr>
      <vt:lpstr>Courier New</vt:lpstr>
      <vt:lpstr>Symbol</vt:lpstr>
      <vt:lpstr>Times New Roman</vt:lpstr>
      <vt:lpstr>Wingdings</vt:lpstr>
      <vt:lpstr>Office 테마</vt:lpstr>
      <vt:lpstr>Search Algorithms: Object-Oriented Implementation (Part B)</vt:lpstr>
      <vt:lpstr>Contents</vt:lpstr>
      <vt:lpstr>Implementation Reference Notes</vt:lpstr>
      <vt:lpstr>Implementing Hill-Climbing Algorithms</vt:lpstr>
      <vt:lpstr>Search Tool v1</vt:lpstr>
      <vt:lpstr>Modularity</vt:lpstr>
      <vt:lpstr>Introducing ‘numeric’ Module (for Numerical Optimization)</vt:lpstr>
      <vt:lpstr>TSP Problem</vt:lpstr>
      <vt:lpstr>Steepest-Ascent Hill Climbing for TSP</vt:lpstr>
      <vt:lpstr>Steepest-Ascent Hill Climbing for TSP</vt:lpstr>
      <vt:lpstr>Steepest-Ascent Hill Climbing for TSP</vt:lpstr>
      <vt:lpstr>Steepest-Ascent Hill Climbing for TSP</vt:lpstr>
      <vt:lpstr>Steepest-Ascent Hill Climbing for TSP</vt:lpstr>
      <vt:lpstr>Steepest-Ascent Hill Climbing for TSP</vt:lpstr>
      <vt:lpstr>Ref) Variable swapping</vt:lpstr>
      <vt:lpstr>Steepest-Ascent Hill Climbing for TSP</vt:lpstr>
      <vt:lpstr>Steepest-Ascent Hill Climbing for TSP</vt:lpstr>
      <vt:lpstr>Steepest-Ascent Hill Climbing for TSP</vt:lpstr>
      <vt:lpstr>Steepest-Ascent Hill Climbing for TSP</vt:lpstr>
      <vt:lpstr>Steepest-Ascent Hill Climbing for TSP</vt:lpstr>
      <vt:lpstr>First-Choice Hill Climbing for TSP</vt:lpstr>
      <vt:lpstr>First-Choice Hill Climbing for TSP</vt:lpstr>
      <vt:lpstr>Search Tool v1 for TSP</vt:lpstr>
      <vt:lpstr>TSP Problem</vt:lpstr>
      <vt:lpstr>TSP Problem</vt:lpstr>
      <vt:lpstr>Ref) Adjacency Matrix / 인접 행렬</vt:lpstr>
      <vt:lpstr>Ref) Adjacency Matrix / 인접 행렬</vt:lpstr>
      <vt:lpstr>Ref) Adjacency Matrix / 인접 행렬</vt:lpstr>
      <vt:lpstr>Ref) Adjacency Matrix / 인접 행렬</vt:lpstr>
      <vt:lpstr>끝.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krryu</dc:creator>
  <cp:lastModifiedBy>Rian Pratama</cp:lastModifiedBy>
  <cp:revision>1657</cp:revision>
  <dcterms:created xsi:type="dcterms:W3CDTF">1601-01-01T00:00:00Z</dcterms:created>
  <dcterms:modified xsi:type="dcterms:W3CDTF">2025-11-03T05:42:10Z</dcterms:modified>
</cp:coreProperties>
</file>