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1"/>
  </p:sldMasterIdLst>
  <p:notesMasterIdLst>
    <p:notesMasterId r:id="rId27"/>
  </p:notesMasterIdLst>
  <p:handoutMasterIdLst>
    <p:handoutMasterId r:id="rId28"/>
  </p:handoutMasterIdLst>
  <p:sldIdLst>
    <p:sldId id="256" r:id="rId2"/>
    <p:sldId id="499" r:id="rId3"/>
    <p:sldId id="742" r:id="rId4"/>
    <p:sldId id="743" r:id="rId5"/>
    <p:sldId id="573" r:id="rId6"/>
    <p:sldId id="670" r:id="rId7"/>
    <p:sldId id="671" r:id="rId8"/>
    <p:sldId id="672" r:id="rId9"/>
    <p:sldId id="635" r:id="rId10"/>
    <p:sldId id="744" r:id="rId11"/>
    <p:sldId id="745" r:id="rId12"/>
    <p:sldId id="675" r:id="rId13"/>
    <p:sldId id="673" r:id="rId14"/>
    <p:sldId id="746" r:id="rId15"/>
    <p:sldId id="674" r:id="rId16"/>
    <p:sldId id="676" r:id="rId17"/>
    <p:sldId id="748" r:id="rId18"/>
    <p:sldId id="747" r:id="rId19"/>
    <p:sldId id="677" r:id="rId20"/>
    <p:sldId id="749" r:id="rId21"/>
    <p:sldId id="678" r:id="rId22"/>
    <p:sldId id="750" r:id="rId23"/>
    <p:sldId id="679" r:id="rId24"/>
    <p:sldId id="680" r:id="rId25"/>
    <p:sldId id="681" r:id="rId26"/>
  </p:sldIdLst>
  <p:sldSz cx="9144000" cy="6858000" type="screen4x3"/>
  <p:notesSz cx="6858000" cy="9144000"/>
  <p:defaultTextStyle>
    <a:defPPr>
      <a:defRPr lang="en-US"/>
    </a:defPPr>
    <a:lvl1pPr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1pPr>
    <a:lvl2pPr marL="4572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2pPr>
    <a:lvl3pPr marL="9144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3pPr>
    <a:lvl4pPr marL="13716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4pPr>
    <a:lvl5pPr marL="1828800" algn="l" rtl="0" eaLnBrk="0" fontAlgn="base" hangingPunct="0">
      <a:spcBef>
        <a:spcPct val="0"/>
      </a:spcBef>
      <a:spcAft>
        <a:spcPct val="0"/>
      </a:spcAft>
      <a:defRPr kumimoji="1" kern="1200">
        <a:solidFill>
          <a:schemeClr val="tx1"/>
        </a:solidFill>
        <a:latin typeface="굴림" panose="020B0600000101010101" pitchFamily="50" charset="-127"/>
        <a:ea typeface="굴림" panose="020B0600000101010101" pitchFamily="50" charset="-127"/>
        <a:cs typeface="+mn-cs"/>
      </a:defRPr>
    </a:lvl5pPr>
    <a:lvl6pPr marL="22860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6pPr>
    <a:lvl7pPr marL="27432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7pPr>
    <a:lvl8pPr marL="32004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8pPr>
    <a:lvl9pPr marL="3657600" algn="l" defTabSz="914400" rtl="0" eaLnBrk="1" latinLnBrk="1" hangingPunct="1">
      <a:defRPr kumimoji="1" kern="1200">
        <a:solidFill>
          <a:schemeClr val="tx1"/>
        </a:solidFill>
        <a:latin typeface="굴림" panose="020B0600000101010101" pitchFamily="50"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990033"/>
    <a:srgbClr val="800080"/>
    <a:srgbClr val="99CCFF"/>
    <a:srgbClr val="D7ADD9"/>
    <a:srgbClr val="A50021"/>
    <a:srgbClr val="FFC000"/>
    <a:srgbClr val="788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1574DC-7B36-4CF5-8216-70F1D92B186C}" v="1360" dt="2025-10-27T07:13:17.005"/>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6" autoAdjust="0"/>
    <p:restoredTop sz="94672" autoAdjust="0"/>
  </p:normalViewPr>
  <p:slideViewPr>
    <p:cSldViewPr>
      <p:cViewPr varScale="1">
        <p:scale>
          <a:sx n="106" d="100"/>
          <a:sy n="106" d="100"/>
        </p:scale>
        <p:origin x="72" y="39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0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n Pratama" userId="ba5a381f79e67128" providerId="LiveId" clId="{1B3D42E5-558C-46C9-A1CA-A9EF05FAD6B9}"/>
    <pc:docChg chg="undo custSel delSld modSld">
      <pc:chgData name="Rian Pratama" userId="ba5a381f79e67128" providerId="LiveId" clId="{1B3D42E5-558C-46C9-A1CA-A9EF05FAD6B9}" dt="2025-10-27T07:14:26.543" v="2344" actId="47"/>
      <pc:docMkLst>
        <pc:docMk/>
      </pc:docMkLst>
      <pc:sldChg chg="modSp mod">
        <pc:chgData name="Rian Pratama" userId="ba5a381f79e67128" providerId="LiveId" clId="{1B3D42E5-558C-46C9-A1CA-A9EF05FAD6B9}" dt="2025-10-27T07:13:58.531" v="2343" actId="20577"/>
        <pc:sldMkLst>
          <pc:docMk/>
          <pc:sldMk cId="0" sldId="256"/>
        </pc:sldMkLst>
        <pc:spChg chg="mod">
          <ac:chgData name="Rian Pratama" userId="ba5a381f79e67128" providerId="LiveId" clId="{1B3D42E5-558C-46C9-A1CA-A9EF05FAD6B9}" dt="2025-10-27T07:13:58.531" v="2343" actId="20577"/>
          <ac:spMkLst>
            <pc:docMk/>
            <pc:sldMk cId="0" sldId="256"/>
            <ac:spMk id="2" creationId="{3CA0C13D-BBDE-40FF-81A4-B74E922E7D83}"/>
          </ac:spMkLst>
        </pc:spChg>
        <pc:spChg chg="mod">
          <ac:chgData name="Rian Pratama" userId="ba5a381f79e67128" providerId="LiveId" clId="{1B3D42E5-558C-46C9-A1CA-A9EF05FAD6B9}" dt="2025-10-27T01:52:48.052" v="56" actId="123"/>
          <ac:spMkLst>
            <pc:docMk/>
            <pc:sldMk cId="0" sldId="256"/>
            <ac:spMk id="5" creationId="{5E0D0ACC-D5F9-49A8-8C6E-C8710D808568}"/>
          </ac:spMkLst>
        </pc:spChg>
      </pc:sldChg>
      <pc:sldChg chg="delSp modSp mod">
        <pc:chgData name="Rian Pratama" userId="ba5a381f79e67128" providerId="LiveId" clId="{1B3D42E5-558C-46C9-A1CA-A9EF05FAD6B9}" dt="2025-10-27T01:54:10.899" v="117" actId="478"/>
        <pc:sldMkLst>
          <pc:docMk/>
          <pc:sldMk cId="0" sldId="499"/>
        </pc:sldMkLst>
        <pc:spChg chg="del topLvl">
          <ac:chgData name="Rian Pratama" userId="ba5a381f79e67128" providerId="LiveId" clId="{1B3D42E5-558C-46C9-A1CA-A9EF05FAD6B9}" dt="2025-10-27T01:54:10.392" v="116" actId="478"/>
          <ac:spMkLst>
            <pc:docMk/>
            <pc:sldMk cId="0" sldId="499"/>
            <ac:spMk id="4" creationId="{17E79D0A-EDF4-01A7-3C77-D9186C531A0F}"/>
          </ac:spMkLst>
        </pc:spChg>
        <pc:spChg chg="mod">
          <ac:chgData name="Rian Pratama" userId="ba5a381f79e67128" providerId="LiveId" clId="{1B3D42E5-558C-46C9-A1CA-A9EF05FAD6B9}" dt="2025-10-27T01:54:06.375" v="115" actId="20577"/>
          <ac:spMkLst>
            <pc:docMk/>
            <pc:sldMk cId="0" sldId="499"/>
            <ac:spMk id="7" creationId="{FA696A8B-3C11-4483-9F73-59EFFA95B36C}"/>
          </ac:spMkLst>
        </pc:spChg>
        <pc:grpChg chg="del">
          <ac:chgData name="Rian Pratama" userId="ba5a381f79e67128" providerId="LiveId" clId="{1B3D42E5-558C-46C9-A1CA-A9EF05FAD6B9}" dt="2025-10-27T01:54:10.392" v="116" actId="478"/>
          <ac:grpSpMkLst>
            <pc:docMk/>
            <pc:sldMk cId="0" sldId="499"/>
            <ac:grpSpMk id="3" creationId="{D221F4DB-0C52-1D7E-0B90-77B67BC1B0BF}"/>
          </ac:grpSpMkLst>
        </pc:grpChg>
        <pc:picChg chg="del topLvl">
          <ac:chgData name="Rian Pratama" userId="ba5a381f79e67128" providerId="LiveId" clId="{1B3D42E5-558C-46C9-A1CA-A9EF05FAD6B9}" dt="2025-10-27T01:54:10.899" v="117" actId="478"/>
          <ac:picMkLst>
            <pc:docMk/>
            <pc:sldMk cId="0" sldId="499"/>
            <ac:picMk id="5" creationId="{0C5CAB73-B827-CFC0-3BFB-94DD77CC6B42}"/>
          </ac:picMkLst>
        </pc:picChg>
      </pc:sldChg>
      <pc:sldChg chg="delSp modSp mod modAnim">
        <pc:chgData name="Rian Pratama" userId="ba5a381f79e67128" providerId="LiveId" clId="{1B3D42E5-558C-46C9-A1CA-A9EF05FAD6B9}" dt="2025-10-27T04:58:28.972" v="550" actId="1076"/>
        <pc:sldMkLst>
          <pc:docMk/>
          <pc:sldMk cId="0" sldId="573"/>
        </pc:sldMkLst>
        <pc:spChg chg="mod">
          <ac:chgData name="Rian Pratama" userId="ba5a381f79e67128" providerId="LiveId" clId="{1B3D42E5-558C-46C9-A1CA-A9EF05FAD6B9}" dt="2025-10-27T04:58:28.972" v="550" actId="1076"/>
          <ac:spMkLst>
            <pc:docMk/>
            <pc:sldMk cId="0" sldId="573"/>
            <ac:spMk id="2" creationId="{0F65A87C-D53F-ACC0-1161-68F517AA447D}"/>
          </ac:spMkLst>
        </pc:spChg>
        <pc:spChg chg="del">
          <ac:chgData name="Rian Pratama" userId="ba5a381f79e67128" providerId="LiveId" clId="{1B3D42E5-558C-46C9-A1CA-A9EF05FAD6B9}" dt="2025-10-27T04:55:32.586" v="524" actId="478"/>
          <ac:spMkLst>
            <pc:docMk/>
            <pc:sldMk cId="0" sldId="573"/>
            <ac:spMk id="10" creationId="{C9C9FB36-15DF-440E-B274-E21B6670D6D2}"/>
          </ac:spMkLst>
        </pc:spChg>
        <pc:spChg chg="mod">
          <ac:chgData name="Rian Pratama" userId="ba5a381f79e67128" providerId="LiveId" clId="{1B3D42E5-558C-46C9-A1CA-A9EF05FAD6B9}" dt="2025-10-27T04:58:22.761" v="549" actId="20577"/>
          <ac:spMkLst>
            <pc:docMk/>
            <pc:sldMk cId="0" sldId="573"/>
            <ac:spMk id="8194" creationId="{422D9D8C-1C06-42C9-A12B-26C64C9C3A14}"/>
          </ac:spMkLst>
        </pc:spChg>
      </pc:sldChg>
      <pc:sldChg chg="modSp mod">
        <pc:chgData name="Rian Pratama" userId="ba5a381f79e67128" providerId="LiveId" clId="{1B3D42E5-558C-46C9-A1CA-A9EF05FAD6B9}" dt="2025-10-27T07:13:37.461" v="2342" actId="207"/>
        <pc:sldMkLst>
          <pc:docMk/>
          <pc:sldMk cId="0" sldId="635"/>
        </pc:sldMkLst>
        <pc:spChg chg="mod">
          <ac:chgData name="Rian Pratama" userId="ba5a381f79e67128" providerId="LiveId" clId="{1B3D42E5-558C-46C9-A1CA-A9EF05FAD6B9}" dt="2025-10-27T07:13:37.461" v="2342" actId="207"/>
          <ac:spMkLst>
            <pc:docMk/>
            <pc:sldMk cId="0" sldId="635"/>
            <ac:spMk id="18434" creationId="{75CEBC55-4DD8-48EB-94D9-7BE604AFED95}"/>
          </ac:spMkLst>
        </pc:spChg>
        <pc:picChg chg="mod">
          <ac:chgData name="Rian Pratama" userId="ba5a381f79e67128" providerId="LiveId" clId="{1B3D42E5-558C-46C9-A1CA-A9EF05FAD6B9}" dt="2025-10-27T05:20:03.312" v="962" actId="1076"/>
          <ac:picMkLst>
            <pc:docMk/>
            <pc:sldMk cId="0" sldId="635"/>
            <ac:picMk id="1026" creationId="{8F9DA1D1-4CD2-49C6-9D81-2E3B4C06E778}"/>
          </ac:picMkLst>
        </pc:picChg>
      </pc:sldChg>
      <pc:sldChg chg="modSp mod modAnim">
        <pc:chgData name="Rian Pratama" userId="ba5a381f79e67128" providerId="LiveId" clId="{1B3D42E5-558C-46C9-A1CA-A9EF05FAD6B9}" dt="2025-10-27T05:03:32.570" v="691" actId="1076"/>
        <pc:sldMkLst>
          <pc:docMk/>
          <pc:sldMk cId="0" sldId="670"/>
        </pc:sldMkLst>
        <pc:spChg chg="mod">
          <ac:chgData name="Rian Pratama" userId="ba5a381f79e67128" providerId="LiveId" clId="{1B3D42E5-558C-46C9-A1CA-A9EF05FAD6B9}" dt="2025-10-27T05:03:22.487" v="690" actId="20577"/>
          <ac:spMkLst>
            <pc:docMk/>
            <pc:sldMk cId="0" sldId="670"/>
            <ac:spMk id="16" creationId="{702FF99E-645C-4805-B1DF-B7A2415F9943}"/>
          </ac:spMkLst>
        </pc:spChg>
        <pc:spChg chg="mod">
          <ac:chgData name="Rian Pratama" userId="ba5a381f79e67128" providerId="LiveId" clId="{1B3D42E5-558C-46C9-A1CA-A9EF05FAD6B9}" dt="2025-10-27T05:03:32.570" v="691" actId="1076"/>
          <ac:spMkLst>
            <pc:docMk/>
            <pc:sldMk cId="0" sldId="670"/>
            <ac:spMk id="17" creationId="{1F1B1F90-2A5E-4E85-AB7C-0501CDE653AC}"/>
          </ac:spMkLst>
        </pc:spChg>
        <pc:spChg chg="mod">
          <ac:chgData name="Rian Pratama" userId="ba5a381f79e67128" providerId="LiveId" clId="{1B3D42E5-558C-46C9-A1CA-A9EF05FAD6B9}" dt="2025-10-27T05:01:20.443" v="666" actId="113"/>
          <ac:spMkLst>
            <pc:docMk/>
            <pc:sldMk cId="0" sldId="670"/>
            <ac:spMk id="8194" creationId="{3F26046A-0FC9-495A-A9CB-97353D15A93A}"/>
          </ac:spMkLst>
        </pc:spChg>
        <pc:graphicFrameChg chg="mod">
          <ac:chgData name="Rian Pratama" userId="ba5a381f79e67128" providerId="LiveId" clId="{1B3D42E5-558C-46C9-A1CA-A9EF05FAD6B9}" dt="2025-10-27T04:59:33.086" v="554" actId="1076"/>
          <ac:graphicFrameMkLst>
            <pc:docMk/>
            <pc:sldMk cId="0" sldId="670"/>
            <ac:graphicFrameMk id="9" creationId="{0CB1CD77-E98E-49A0-A1D5-72185335A3B7}"/>
          </ac:graphicFrameMkLst>
        </pc:graphicFrameChg>
      </pc:sldChg>
      <pc:sldChg chg="addSp modSp modAnim">
        <pc:chgData name="Rian Pratama" userId="ba5a381f79e67128" providerId="LiveId" clId="{1B3D42E5-558C-46C9-A1CA-A9EF05FAD6B9}" dt="2025-10-27T05:09:07.717" v="763"/>
        <pc:sldMkLst>
          <pc:docMk/>
          <pc:sldMk cId="0" sldId="671"/>
        </pc:sldMkLst>
        <pc:spChg chg="add">
          <ac:chgData name="Rian Pratama" userId="ba5a381f79e67128" providerId="LiveId" clId="{1B3D42E5-558C-46C9-A1CA-A9EF05FAD6B9}" dt="2025-10-27T05:07:24.128" v="692"/>
          <ac:spMkLst>
            <pc:docMk/>
            <pc:sldMk cId="0" sldId="671"/>
            <ac:spMk id="2" creationId="{3C7F5FC9-674E-682A-6A06-03A13F7862F7}"/>
          </ac:spMkLst>
        </pc:spChg>
        <pc:spChg chg="mod">
          <ac:chgData name="Rian Pratama" userId="ba5a381f79e67128" providerId="LiveId" clId="{1B3D42E5-558C-46C9-A1CA-A9EF05FAD6B9}" dt="2025-10-27T05:09:07.717" v="763"/>
          <ac:spMkLst>
            <pc:docMk/>
            <pc:sldMk cId="0" sldId="671"/>
            <ac:spMk id="8194" creationId="{953DFF63-226F-4584-8EA2-AB7FC94D4B37}"/>
          </ac:spMkLst>
        </pc:spChg>
      </pc:sldChg>
      <pc:sldChg chg="addSp modSp mod">
        <pc:chgData name="Rian Pratama" userId="ba5a381f79e67128" providerId="LiveId" clId="{1B3D42E5-558C-46C9-A1CA-A9EF05FAD6B9}" dt="2025-10-27T05:16:00.896" v="885" actId="14100"/>
        <pc:sldMkLst>
          <pc:docMk/>
          <pc:sldMk cId="0" sldId="672"/>
        </pc:sldMkLst>
        <pc:spChg chg="mod">
          <ac:chgData name="Rian Pratama" userId="ba5a381f79e67128" providerId="LiveId" clId="{1B3D42E5-558C-46C9-A1CA-A9EF05FAD6B9}" dt="2025-10-27T05:16:00.896" v="885" actId="14100"/>
          <ac:spMkLst>
            <pc:docMk/>
            <pc:sldMk cId="0" sldId="672"/>
            <ac:spMk id="3" creationId="{614005A3-7EAA-B56D-8727-1800774695E0}"/>
          </ac:spMkLst>
        </pc:spChg>
        <pc:spChg chg="add">
          <ac:chgData name="Rian Pratama" userId="ba5a381f79e67128" providerId="LiveId" clId="{1B3D42E5-558C-46C9-A1CA-A9EF05FAD6B9}" dt="2025-10-27T05:13:48.913" v="829"/>
          <ac:spMkLst>
            <pc:docMk/>
            <pc:sldMk cId="0" sldId="672"/>
            <ac:spMk id="4" creationId="{F70CEA09-15AC-3E15-FAE1-95F14A45D8EC}"/>
          </ac:spMkLst>
        </pc:spChg>
        <pc:spChg chg="mod">
          <ac:chgData name="Rian Pratama" userId="ba5a381f79e67128" providerId="LiveId" clId="{1B3D42E5-558C-46C9-A1CA-A9EF05FAD6B9}" dt="2025-10-27T05:14:01.206" v="862" actId="20577"/>
          <ac:spMkLst>
            <pc:docMk/>
            <pc:sldMk cId="0" sldId="672"/>
            <ac:spMk id="7" creationId="{71F65732-A4C1-44F9-9679-CFA8F38C2330}"/>
          </ac:spMkLst>
        </pc:spChg>
        <pc:spChg chg="mod">
          <ac:chgData name="Rian Pratama" userId="ba5a381f79e67128" providerId="LiveId" clId="{1B3D42E5-558C-46C9-A1CA-A9EF05FAD6B9}" dt="2025-10-27T05:15:35.143" v="870" actId="6549"/>
          <ac:spMkLst>
            <pc:docMk/>
            <pc:sldMk cId="0" sldId="672"/>
            <ac:spMk id="8" creationId="{6BBEDFEF-70B7-4CB0-9B49-6C4F0C281ED4}"/>
          </ac:spMkLst>
        </pc:spChg>
        <pc:spChg chg="mod">
          <ac:chgData name="Rian Pratama" userId="ba5a381f79e67128" providerId="LiveId" clId="{1B3D42E5-558C-46C9-A1CA-A9EF05FAD6B9}" dt="2025-10-27T05:13:28.752" v="828"/>
          <ac:spMkLst>
            <pc:docMk/>
            <pc:sldMk cId="0" sldId="672"/>
            <ac:spMk id="9" creationId="{1C9AD3F6-8799-4714-9FF6-976490BB4A17}"/>
          </ac:spMkLst>
        </pc:spChg>
        <pc:spChg chg="mod">
          <ac:chgData name="Rian Pratama" userId="ba5a381f79e67128" providerId="LiveId" clId="{1B3D42E5-558C-46C9-A1CA-A9EF05FAD6B9}" dt="2025-10-27T05:12:27.417" v="820" actId="113"/>
          <ac:spMkLst>
            <pc:docMk/>
            <pc:sldMk cId="0" sldId="672"/>
            <ac:spMk id="10" creationId="{20B8471F-CCDD-4621-8830-6E41EE7D536D}"/>
          </ac:spMkLst>
        </pc:spChg>
        <pc:spChg chg="mod">
          <ac:chgData name="Rian Pratama" userId="ba5a381f79e67128" providerId="LiveId" clId="{1B3D42E5-558C-46C9-A1CA-A9EF05FAD6B9}" dt="2025-10-27T05:15:47.373" v="882" actId="20577"/>
          <ac:spMkLst>
            <pc:docMk/>
            <pc:sldMk cId="0" sldId="672"/>
            <ac:spMk id="8194" creationId="{AF54BE2C-1F74-4AC0-B6A8-CC86B6E49587}"/>
          </ac:spMkLst>
        </pc:spChg>
      </pc:sldChg>
      <pc:sldChg chg="modSp mod">
        <pc:chgData name="Rian Pratama" userId="ba5a381f79e67128" providerId="LiveId" clId="{1B3D42E5-558C-46C9-A1CA-A9EF05FAD6B9}" dt="2025-10-27T05:40:30.103" v="1406" actId="1036"/>
        <pc:sldMkLst>
          <pc:docMk/>
          <pc:sldMk cId="0" sldId="673"/>
        </pc:sldMkLst>
        <pc:spChg chg="mod">
          <ac:chgData name="Rian Pratama" userId="ba5a381f79e67128" providerId="LiveId" clId="{1B3D42E5-558C-46C9-A1CA-A9EF05FAD6B9}" dt="2025-10-27T05:40:12.575" v="1402"/>
          <ac:spMkLst>
            <pc:docMk/>
            <pc:sldMk cId="0" sldId="673"/>
            <ac:spMk id="11266" creationId="{EE14CD3F-5AF6-4159-AB42-F558B194A3F7}"/>
          </ac:spMkLst>
        </pc:spChg>
        <pc:picChg chg="mod">
          <ac:chgData name="Rian Pratama" userId="ba5a381f79e67128" providerId="LiveId" clId="{1B3D42E5-558C-46C9-A1CA-A9EF05FAD6B9}" dt="2025-10-27T05:40:30.103" v="1406" actId="1036"/>
          <ac:picMkLst>
            <pc:docMk/>
            <pc:sldMk cId="0" sldId="673"/>
            <ac:picMk id="7" creationId="{B4A38770-31B1-4DFF-B240-0CACEEA699AC}"/>
          </ac:picMkLst>
        </pc:picChg>
      </pc:sldChg>
      <pc:sldChg chg="addSp modSp mod">
        <pc:chgData name="Rian Pratama" userId="ba5a381f79e67128" providerId="LiveId" clId="{1B3D42E5-558C-46C9-A1CA-A9EF05FAD6B9}" dt="2025-10-27T05:57:45.148" v="1486" actId="1076"/>
        <pc:sldMkLst>
          <pc:docMk/>
          <pc:sldMk cId="0" sldId="674"/>
        </pc:sldMkLst>
        <pc:spChg chg="mod">
          <ac:chgData name="Rian Pratama" userId="ba5a381f79e67128" providerId="LiveId" clId="{1B3D42E5-558C-46C9-A1CA-A9EF05FAD6B9}" dt="2025-10-27T05:57:45.148" v="1486" actId="1076"/>
          <ac:spMkLst>
            <pc:docMk/>
            <pc:sldMk cId="0" sldId="674"/>
            <ac:spMk id="2" creationId="{6DA9B4FD-1FF9-F609-B044-529D01F9D663}"/>
          </ac:spMkLst>
        </pc:spChg>
        <pc:spChg chg="mod">
          <ac:chgData name="Rian Pratama" userId="ba5a381f79e67128" providerId="LiveId" clId="{1B3D42E5-558C-46C9-A1CA-A9EF05FAD6B9}" dt="2025-10-27T05:56:58.594" v="1481" actId="14100"/>
          <ac:spMkLst>
            <pc:docMk/>
            <pc:sldMk cId="0" sldId="674"/>
            <ac:spMk id="5" creationId="{2140B613-B14E-3BE2-8536-7BBC7D99EB21}"/>
          </ac:spMkLst>
        </pc:spChg>
        <pc:spChg chg="add mod">
          <ac:chgData name="Rian Pratama" userId="ba5a381f79e67128" providerId="LiveId" clId="{1B3D42E5-558C-46C9-A1CA-A9EF05FAD6B9}" dt="2025-10-27T05:55:13.016" v="1453" actId="571"/>
          <ac:spMkLst>
            <pc:docMk/>
            <pc:sldMk cId="0" sldId="674"/>
            <ac:spMk id="7" creationId="{89B489F9-95E6-DADB-6403-AF501F942B7F}"/>
          </ac:spMkLst>
        </pc:spChg>
        <pc:spChg chg="mod">
          <ac:chgData name="Rian Pratama" userId="ba5a381f79e67128" providerId="LiveId" clId="{1B3D42E5-558C-46C9-A1CA-A9EF05FAD6B9}" dt="2025-10-27T05:57:15.482" v="1482"/>
          <ac:spMkLst>
            <pc:docMk/>
            <pc:sldMk cId="0" sldId="674"/>
            <ac:spMk id="9" creationId="{AC477793-B97E-4677-9ABE-409637356938}"/>
          </ac:spMkLst>
        </pc:spChg>
        <pc:spChg chg="mod">
          <ac:chgData name="Rian Pratama" userId="ba5a381f79e67128" providerId="LiveId" clId="{1B3D42E5-558C-46C9-A1CA-A9EF05FAD6B9}" dt="2025-10-27T05:57:28.861" v="1485" actId="14100"/>
          <ac:spMkLst>
            <pc:docMk/>
            <pc:sldMk cId="0" sldId="674"/>
            <ac:spMk id="10" creationId="{84A529E6-25B5-4A38-A01A-28C2BA087ACC}"/>
          </ac:spMkLst>
        </pc:spChg>
        <pc:spChg chg="mod">
          <ac:chgData name="Rian Pratama" userId="ba5a381f79e67128" providerId="LiveId" clId="{1B3D42E5-558C-46C9-A1CA-A9EF05FAD6B9}" dt="2025-10-27T05:55:19.750" v="1456" actId="14100"/>
          <ac:spMkLst>
            <pc:docMk/>
            <pc:sldMk cId="0" sldId="674"/>
            <ac:spMk id="11" creationId="{80112317-E3B8-4842-8860-E8144765EA21}"/>
          </ac:spMkLst>
        </pc:spChg>
        <pc:spChg chg="mod">
          <ac:chgData name="Rian Pratama" userId="ba5a381f79e67128" providerId="LiveId" clId="{1B3D42E5-558C-46C9-A1CA-A9EF05FAD6B9}" dt="2025-10-27T05:55:52.286" v="1473" actId="2711"/>
          <ac:spMkLst>
            <pc:docMk/>
            <pc:sldMk cId="0" sldId="674"/>
            <ac:spMk id="11266" creationId="{EAC30FDE-64E7-4652-9A4E-A06226225A4A}"/>
          </ac:spMkLst>
        </pc:spChg>
        <pc:graphicFrameChg chg="add mod">
          <ac:chgData name="Rian Pratama" userId="ba5a381f79e67128" providerId="LiveId" clId="{1B3D42E5-558C-46C9-A1CA-A9EF05FAD6B9}" dt="2025-10-27T05:56:41.888" v="1476"/>
          <ac:graphicFrameMkLst>
            <pc:docMk/>
            <pc:sldMk cId="0" sldId="674"/>
            <ac:graphicFrameMk id="8" creationId="{82461A38-F2C7-FA49-D80D-139E539288D3}"/>
          </ac:graphicFrameMkLst>
        </pc:graphicFrameChg>
        <pc:graphicFrameChg chg="add mod">
          <ac:chgData name="Rian Pratama" userId="ba5a381f79e67128" providerId="LiveId" clId="{1B3D42E5-558C-46C9-A1CA-A9EF05FAD6B9}" dt="2025-10-27T05:56:44.957" v="1477"/>
          <ac:graphicFrameMkLst>
            <pc:docMk/>
            <pc:sldMk cId="0" sldId="674"/>
            <ac:graphicFrameMk id="12" creationId="{4FE7E85B-9A30-B3F9-1F68-ABA39B465D79}"/>
          </ac:graphicFrameMkLst>
        </pc:graphicFrameChg>
      </pc:sldChg>
      <pc:sldChg chg="addSp modSp mod modAnim">
        <pc:chgData name="Rian Pratama" userId="ba5a381f79e67128" providerId="LiveId" clId="{1B3D42E5-558C-46C9-A1CA-A9EF05FAD6B9}" dt="2025-10-27T05:38:56.265" v="1389" actId="2711"/>
        <pc:sldMkLst>
          <pc:docMk/>
          <pc:sldMk cId="0" sldId="675"/>
        </pc:sldMkLst>
        <pc:spChg chg="add">
          <ac:chgData name="Rian Pratama" userId="ba5a381f79e67128" providerId="LiveId" clId="{1B3D42E5-558C-46C9-A1CA-A9EF05FAD6B9}" dt="2025-10-27T05:37:25.839" v="1360"/>
          <ac:spMkLst>
            <pc:docMk/>
            <pc:sldMk cId="0" sldId="675"/>
            <ac:spMk id="2" creationId="{15FFEED6-B6CC-D5A0-DBD2-30CE98DC787D}"/>
          </ac:spMkLst>
        </pc:spChg>
        <pc:spChg chg="mod">
          <ac:chgData name="Rian Pratama" userId="ba5a381f79e67128" providerId="LiveId" clId="{1B3D42E5-558C-46C9-A1CA-A9EF05FAD6B9}" dt="2025-10-27T05:38:56.265" v="1389" actId="2711"/>
          <ac:spMkLst>
            <pc:docMk/>
            <pc:sldMk cId="0" sldId="675"/>
            <ac:spMk id="11266" creationId="{0BABB549-A240-44C9-B393-558053A13A19}"/>
          </ac:spMkLst>
        </pc:spChg>
      </pc:sldChg>
      <pc:sldChg chg="delSp modSp mod modAnim">
        <pc:chgData name="Rian Pratama" userId="ba5a381f79e67128" providerId="LiveId" clId="{1B3D42E5-558C-46C9-A1CA-A9EF05FAD6B9}" dt="2025-10-27T06:12:03.632" v="1871" actId="115"/>
        <pc:sldMkLst>
          <pc:docMk/>
          <pc:sldMk cId="0" sldId="676"/>
        </pc:sldMkLst>
        <pc:spChg chg="mod">
          <ac:chgData name="Rian Pratama" userId="ba5a381f79e67128" providerId="LiveId" clId="{1B3D42E5-558C-46C9-A1CA-A9EF05FAD6B9}" dt="2025-10-27T06:12:03.632" v="1871" actId="115"/>
          <ac:spMkLst>
            <pc:docMk/>
            <pc:sldMk cId="0" sldId="676"/>
            <ac:spMk id="10242" creationId="{6A12022B-A57A-4C97-9313-F452DEB46D1F}"/>
          </ac:spMkLst>
        </pc:spChg>
        <pc:spChg chg="del">
          <ac:chgData name="Rian Pratama" userId="ba5a381f79e67128" providerId="LiveId" clId="{1B3D42E5-558C-46C9-A1CA-A9EF05FAD6B9}" dt="2025-10-27T06:11:28.603" v="1867" actId="478"/>
          <ac:spMkLst>
            <pc:docMk/>
            <pc:sldMk cId="0" sldId="676"/>
            <ac:spMk id="18434" creationId="{0E452E78-B038-43CC-8976-6B9E03C7AFF7}"/>
          </ac:spMkLst>
        </pc:spChg>
        <pc:picChg chg="mod">
          <ac:chgData name="Rian Pratama" userId="ba5a381f79e67128" providerId="LiveId" clId="{1B3D42E5-558C-46C9-A1CA-A9EF05FAD6B9}" dt="2025-10-27T06:03:26.806" v="1495" actId="14100"/>
          <ac:picMkLst>
            <pc:docMk/>
            <pc:sldMk cId="0" sldId="676"/>
            <ac:picMk id="11" creationId="{6EB83561-881B-49C5-B8FB-D780F0B3E9ED}"/>
          </ac:picMkLst>
        </pc:picChg>
      </pc:sldChg>
      <pc:sldChg chg="modSp mod">
        <pc:chgData name="Rian Pratama" userId="ba5a381f79e67128" providerId="LiveId" clId="{1B3D42E5-558C-46C9-A1CA-A9EF05FAD6B9}" dt="2025-10-27T06:52:23.333" v="2195" actId="20577"/>
        <pc:sldMkLst>
          <pc:docMk/>
          <pc:sldMk cId="0" sldId="677"/>
        </pc:sldMkLst>
        <pc:spChg chg="mod">
          <ac:chgData name="Rian Pratama" userId="ba5a381f79e67128" providerId="LiveId" clId="{1B3D42E5-558C-46C9-A1CA-A9EF05FAD6B9}" dt="2025-10-27T06:51:38.495" v="2184" actId="20577"/>
          <ac:spMkLst>
            <pc:docMk/>
            <pc:sldMk cId="0" sldId="677"/>
            <ac:spMk id="12" creationId="{4798E360-462F-4133-B0C1-D1BE4ACBD3CA}"/>
          </ac:spMkLst>
        </pc:spChg>
        <pc:spChg chg="mod">
          <ac:chgData name="Rian Pratama" userId="ba5a381f79e67128" providerId="LiveId" clId="{1B3D42E5-558C-46C9-A1CA-A9EF05FAD6B9}" dt="2025-10-27T06:51:12.094" v="2170" actId="313"/>
          <ac:spMkLst>
            <pc:docMk/>
            <pc:sldMk cId="0" sldId="677"/>
            <ac:spMk id="13" creationId="{8005F498-B684-4679-BEBF-315014A7AC35}"/>
          </ac:spMkLst>
        </pc:spChg>
        <pc:spChg chg="mod">
          <ac:chgData name="Rian Pratama" userId="ba5a381f79e67128" providerId="LiveId" clId="{1B3D42E5-558C-46C9-A1CA-A9EF05FAD6B9}" dt="2025-10-27T06:52:14.604" v="2186" actId="114"/>
          <ac:spMkLst>
            <pc:docMk/>
            <pc:sldMk cId="0" sldId="677"/>
            <ac:spMk id="14" creationId="{41C909ED-B374-408E-B331-D38F04607E81}"/>
          </ac:spMkLst>
        </pc:spChg>
        <pc:spChg chg="mod">
          <ac:chgData name="Rian Pratama" userId="ba5a381f79e67128" providerId="LiveId" clId="{1B3D42E5-558C-46C9-A1CA-A9EF05FAD6B9}" dt="2025-10-27T06:52:23.333" v="2195" actId="20577"/>
          <ac:spMkLst>
            <pc:docMk/>
            <pc:sldMk cId="0" sldId="677"/>
            <ac:spMk id="24578" creationId="{293A9457-24D4-444E-9569-29AEDA0E332C}"/>
          </ac:spMkLst>
        </pc:spChg>
      </pc:sldChg>
      <pc:sldChg chg="modSp">
        <pc:chgData name="Rian Pratama" userId="ba5a381f79e67128" providerId="LiveId" clId="{1B3D42E5-558C-46C9-A1CA-A9EF05FAD6B9}" dt="2025-10-27T06:55:53.317" v="2225" actId="6549"/>
        <pc:sldMkLst>
          <pc:docMk/>
          <pc:sldMk cId="0" sldId="678"/>
        </pc:sldMkLst>
        <pc:spChg chg="mod">
          <ac:chgData name="Rian Pratama" userId="ba5a381f79e67128" providerId="LiveId" clId="{1B3D42E5-558C-46C9-A1CA-A9EF05FAD6B9}" dt="2025-10-27T06:55:53.317" v="2225" actId="6549"/>
          <ac:spMkLst>
            <pc:docMk/>
            <pc:sldMk cId="0" sldId="678"/>
            <ac:spMk id="10242" creationId="{98D7A47A-9B75-40D7-B5D3-35A431AB3FF2}"/>
          </ac:spMkLst>
        </pc:spChg>
      </pc:sldChg>
      <pc:sldChg chg="addSp modSp mod">
        <pc:chgData name="Rian Pratama" userId="ba5a381f79e67128" providerId="LiveId" clId="{1B3D42E5-558C-46C9-A1CA-A9EF05FAD6B9}" dt="2025-10-27T07:00:30.314" v="2265" actId="404"/>
        <pc:sldMkLst>
          <pc:docMk/>
          <pc:sldMk cId="0" sldId="679"/>
        </pc:sldMkLst>
        <pc:spChg chg="add">
          <ac:chgData name="Rian Pratama" userId="ba5a381f79e67128" providerId="LiveId" clId="{1B3D42E5-558C-46C9-A1CA-A9EF05FAD6B9}" dt="2025-10-27T06:57:50.844" v="2234"/>
          <ac:spMkLst>
            <pc:docMk/>
            <pc:sldMk cId="0" sldId="679"/>
            <ac:spMk id="2" creationId="{198FC1E6-0248-C5EC-B73A-329F51439329}"/>
          </ac:spMkLst>
        </pc:spChg>
        <pc:spChg chg="mod">
          <ac:chgData name="Rian Pratama" userId="ba5a381f79e67128" providerId="LiveId" clId="{1B3D42E5-558C-46C9-A1CA-A9EF05FAD6B9}" dt="2025-10-27T06:58:01.627" v="2237" actId="20577"/>
          <ac:spMkLst>
            <pc:docMk/>
            <pc:sldMk cId="0" sldId="679"/>
            <ac:spMk id="6" creationId="{116403FB-FB24-4395-B222-288EDA1D1EAB}"/>
          </ac:spMkLst>
        </pc:spChg>
        <pc:spChg chg="mod">
          <ac:chgData name="Rian Pratama" userId="ba5a381f79e67128" providerId="LiveId" clId="{1B3D42E5-558C-46C9-A1CA-A9EF05FAD6B9}" dt="2025-10-27T07:00:05.968" v="2259" actId="14100"/>
          <ac:spMkLst>
            <pc:docMk/>
            <pc:sldMk cId="0" sldId="679"/>
            <ac:spMk id="7" creationId="{AFCC2F80-A07B-453B-8C54-D2F690A48F7A}"/>
          </ac:spMkLst>
        </pc:spChg>
        <pc:spChg chg="mod">
          <ac:chgData name="Rian Pratama" userId="ba5a381f79e67128" providerId="LiveId" clId="{1B3D42E5-558C-46C9-A1CA-A9EF05FAD6B9}" dt="2025-10-27T07:00:30.314" v="2265" actId="404"/>
          <ac:spMkLst>
            <pc:docMk/>
            <pc:sldMk cId="0" sldId="679"/>
            <ac:spMk id="8" creationId="{E8E661F3-3E46-4AD8-90D1-43109C0550F4}"/>
          </ac:spMkLst>
        </pc:spChg>
        <pc:spChg chg="mod">
          <ac:chgData name="Rian Pratama" userId="ba5a381f79e67128" providerId="LiveId" clId="{1B3D42E5-558C-46C9-A1CA-A9EF05FAD6B9}" dt="2025-10-27T06:59:20.705" v="2251" actId="14100"/>
          <ac:spMkLst>
            <pc:docMk/>
            <pc:sldMk cId="0" sldId="679"/>
            <ac:spMk id="9" creationId="{436D1839-6F76-4AD3-B26C-DC602CD3ECC4}"/>
          </ac:spMkLst>
        </pc:spChg>
        <pc:spChg chg="mod">
          <ac:chgData name="Rian Pratama" userId="ba5a381f79e67128" providerId="LiveId" clId="{1B3D42E5-558C-46C9-A1CA-A9EF05FAD6B9}" dt="2025-10-27T06:58:51.982" v="2241" actId="1076"/>
          <ac:spMkLst>
            <pc:docMk/>
            <pc:sldMk cId="0" sldId="679"/>
            <ac:spMk id="10" creationId="{F0B79E27-4856-44A3-B107-B3265053B31C}"/>
          </ac:spMkLst>
        </pc:spChg>
        <pc:spChg chg="mod">
          <ac:chgData name="Rian Pratama" userId="ba5a381f79e67128" providerId="LiveId" clId="{1B3D42E5-558C-46C9-A1CA-A9EF05FAD6B9}" dt="2025-10-27T06:59:06.917" v="2249" actId="1076"/>
          <ac:spMkLst>
            <pc:docMk/>
            <pc:sldMk cId="0" sldId="679"/>
            <ac:spMk id="11" creationId="{88AFCD54-20DA-4A03-9220-0A72E1030382}"/>
          </ac:spMkLst>
        </pc:spChg>
      </pc:sldChg>
      <pc:sldChg chg="modSp modAnim">
        <pc:chgData name="Rian Pratama" userId="ba5a381f79e67128" providerId="LiveId" clId="{1B3D42E5-558C-46C9-A1CA-A9EF05FAD6B9}" dt="2025-10-27T07:03:02.580" v="2288" actId="2711"/>
        <pc:sldMkLst>
          <pc:docMk/>
          <pc:sldMk cId="0" sldId="680"/>
        </pc:sldMkLst>
        <pc:spChg chg="mod">
          <ac:chgData name="Rian Pratama" userId="ba5a381f79e67128" providerId="LiveId" clId="{1B3D42E5-558C-46C9-A1CA-A9EF05FAD6B9}" dt="2025-10-27T07:03:02.580" v="2288" actId="2711"/>
          <ac:spMkLst>
            <pc:docMk/>
            <pc:sldMk cId="0" sldId="680"/>
            <ac:spMk id="10242" creationId="{225329F8-E6C3-480F-8522-DD568CC797FF}"/>
          </ac:spMkLst>
        </pc:spChg>
      </pc:sldChg>
      <pc:sldChg chg="addSp modSp modAnim">
        <pc:chgData name="Rian Pratama" userId="ba5a381f79e67128" providerId="LiveId" clId="{1B3D42E5-558C-46C9-A1CA-A9EF05FAD6B9}" dt="2025-10-27T07:13:17.005" v="2341" actId="20577"/>
        <pc:sldMkLst>
          <pc:docMk/>
          <pc:sldMk cId="0" sldId="681"/>
        </pc:sldMkLst>
        <pc:spChg chg="add">
          <ac:chgData name="Rian Pratama" userId="ba5a381f79e67128" providerId="LiveId" clId="{1B3D42E5-558C-46C9-A1CA-A9EF05FAD6B9}" dt="2025-10-27T07:03:40.066" v="2289"/>
          <ac:spMkLst>
            <pc:docMk/>
            <pc:sldMk cId="0" sldId="681"/>
            <ac:spMk id="2" creationId="{C515A6CE-050E-EA45-5338-9CBBC4F91703}"/>
          </ac:spMkLst>
        </pc:spChg>
        <pc:spChg chg="add">
          <ac:chgData name="Rian Pratama" userId="ba5a381f79e67128" providerId="LiveId" clId="{1B3D42E5-558C-46C9-A1CA-A9EF05FAD6B9}" dt="2025-10-27T07:05:15.342" v="2311"/>
          <ac:spMkLst>
            <pc:docMk/>
            <pc:sldMk cId="0" sldId="681"/>
            <ac:spMk id="3" creationId="{138F1381-8D54-EE5F-DDD2-6FAD290B90A9}"/>
          </ac:spMkLst>
        </pc:spChg>
        <pc:spChg chg="add">
          <ac:chgData name="Rian Pratama" userId="ba5a381f79e67128" providerId="LiveId" clId="{1B3D42E5-558C-46C9-A1CA-A9EF05FAD6B9}" dt="2025-10-27T07:09:12.144" v="2320"/>
          <ac:spMkLst>
            <pc:docMk/>
            <pc:sldMk cId="0" sldId="681"/>
            <ac:spMk id="4" creationId="{C8A1B63F-906C-B05F-9118-02063F0733A0}"/>
          </ac:spMkLst>
        </pc:spChg>
        <pc:spChg chg="mod">
          <ac:chgData name="Rian Pratama" userId="ba5a381f79e67128" providerId="LiveId" clId="{1B3D42E5-558C-46C9-A1CA-A9EF05FAD6B9}" dt="2025-10-27T07:13:17.005" v="2341" actId="20577"/>
          <ac:spMkLst>
            <pc:docMk/>
            <pc:sldMk cId="0" sldId="681"/>
            <ac:spMk id="28674" creationId="{1124E1BE-B91A-4702-8629-9C1BD2AAE303}"/>
          </ac:spMkLst>
        </pc:spChg>
      </pc:sldChg>
      <pc:sldChg chg="modSp mod">
        <pc:chgData name="Rian Pratama" userId="ba5a381f79e67128" providerId="LiveId" clId="{1B3D42E5-558C-46C9-A1CA-A9EF05FAD6B9}" dt="2025-10-27T01:56:35.927" v="296" actId="20577"/>
        <pc:sldMkLst>
          <pc:docMk/>
          <pc:sldMk cId="0" sldId="742"/>
        </pc:sldMkLst>
        <pc:spChg chg="mod">
          <ac:chgData name="Rian Pratama" userId="ba5a381f79e67128" providerId="LiveId" clId="{1B3D42E5-558C-46C9-A1CA-A9EF05FAD6B9}" dt="2025-10-27T01:56:24.776" v="277" actId="20577"/>
          <ac:spMkLst>
            <pc:docMk/>
            <pc:sldMk cId="0" sldId="742"/>
            <ac:spMk id="12" creationId="{E48E93E6-7B47-429B-8205-ABB5F19F1CCE}"/>
          </ac:spMkLst>
        </pc:spChg>
        <pc:spChg chg="mod">
          <ac:chgData name="Rian Pratama" userId="ba5a381f79e67128" providerId="LiveId" clId="{1B3D42E5-558C-46C9-A1CA-A9EF05FAD6B9}" dt="2025-10-27T01:56:35.927" v="296" actId="20577"/>
          <ac:spMkLst>
            <pc:docMk/>
            <pc:sldMk cId="0" sldId="742"/>
            <ac:spMk id="13" creationId="{51B0EED1-347A-4C1E-B231-D63D14248786}"/>
          </ac:spMkLst>
        </pc:spChg>
        <pc:spChg chg="mod">
          <ac:chgData name="Rian Pratama" userId="ba5a381f79e67128" providerId="LiveId" clId="{1B3D42E5-558C-46C9-A1CA-A9EF05FAD6B9}" dt="2025-10-27T01:55:19.525" v="184" actId="20577"/>
          <ac:spMkLst>
            <pc:docMk/>
            <pc:sldMk cId="0" sldId="742"/>
            <ac:spMk id="8194" creationId="{4AAA78F1-1C60-43C2-8BE0-8BA44D313C8D}"/>
          </ac:spMkLst>
        </pc:spChg>
      </pc:sldChg>
      <pc:sldChg chg="addSp modSp mod">
        <pc:chgData name="Rian Pratama" userId="ba5a381f79e67128" providerId="LiveId" clId="{1B3D42E5-558C-46C9-A1CA-A9EF05FAD6B9}" dt="2025-10-27T04:56:27.558" v="528" actId="1076"/>
        <pc:sldMkLst>
          <pc:docMk/>
          <pc:sldMk cId="0" sldId="743"/>
        </pc:sldMkLst>
        <pc:spChg chg="mod">
          <ac:chgData name="Rian Pratama" userId="ba5a381f79e67128" providerId="LiveId" clId="{1B3D42E5-558C-46C9-A1CA-A9EF05FAD6B9}" dt="2025-10-27T04:56:25.891" v="526" actId="1076"/>
          <ac:spMkLst>
            <pc:docMk/>
            <pc:sldMk cId="0" sldId="743"/>
            <ac:spMk id="2" creationId="{1D9455F3-4901-4CDC-8C2B-CA95D91C2F84}"/>
          </ac:spMkLst>
        </pc:spChg>
        <pc:spChg chg="add">
          <ac:chgData name="Rian Pratama" userId="ba5a381f79e67128" providerId="LiveId" clId="{1B3D42E5-558C-46C9-A1CA-A9EF05FAD6B9}" dt="2025-10-27T02:05:41.708" v="316"/>
          <ac:spMkLst>
            <pc:docMk/>
            <pc:sldMk cId="0" sldId="743"/>
            <ac:spMk id="3" creationId="{1D6EB468-4A71-FA21-3A30-0AC7F391D268}"/>
          </ac:spMkLst>
        </pc:spChg>
        <pc:spChg chg="add">
          <ac:chgData name="Rian Pratama" userId="ba5a381f79e67128" providerId="LiveId" clId="{1B3D42E5-558C-46C9-A1CA-A9EF05FAD6B9}" dt="2025-10-27T02:05:49.216" v="317"/>
          <ac:spMkLst>
            <pc:docMk/>
            <pc:sldMk cId="0" sldId="743"/>
            <ac:spMk id="4" creationId="{6092E2A6-4EE9-988E-B4E6-656D6B7020D0}"/>
          </ac:spMkLst>
        </pc:spChg>
        <pc:spChg chg="add">
          <ac:chgData name="Rian Pratama" userId="ba5a381f79e67128" providerId="LiveId" clId="{1B3D42E5-558C-46C9-A1CA-A9EF05FAD6B9}" dt="2025-10-27T02:05:54.080" v="318"/>
          <ac:spMkLst>
            <pc:docMk/>
            <pc:sldMk cId="0" sldId="743"/>
            <ac:spMk id="5" creationId="{DC145EBA-A3BC-B813-C3AC-13488F4D5D7D}"/>
          </ac:spMkLst>
        </pc:spChg>
        <pc:spChg chg="add">
          <ac:chgData name="Rian Pratama" userId="ba5a381f79e67128" providerId="LiveId" clId="{1B3D42E5-558C-46C9-A1CA-A9EF05FAD6B9}" dt="2025-10-27T02:06:01.458" v="319"/>
          <ac:spMkLst>
            <pc:docMk/>
            <pc:sldMk cId="0" sldId="743"/>
            <ac:spMk id="6" creationId="{7FAEBDD6-DF76-02F5-ABE3-9D498AF62CCD}"/>
          </ac:spMkLst>
        </pc:spChg>
        <pc:spChg chg="mod">
          <ac:chgData name="Rian Pratama" userId="ba5a381f79e67128" providerId="LiveId" clId="{1B3D42E5-558C-46C9-A1CA-A9EF05FAD6B9}" dt="2025-10-27T02:05:33.184" v="315" actId="14100"/>
          <ac:spMkLst>
            <pc:docMk/>
            <pc:sldMk cId="0" sldId="743"/>
            <ac:spMk id="7" creationId="{73590805-0A65-4314-9B69-BD52A36C508B}"/>
          </ac:spMkLst>
        </pc:spChg>
        <pc:spChg chg="mod">
          <ac:chgData name="Rian Pratama" userId="ba5a381f79e67128" providerId="LiveId" clId="{1B3D42E5-558C-46C9-A1CA-A9EF05FAD6B9}" dt="2025-10-27T04:56:27.558" v="528" actId="1076"/>
          <ac:spMkLst>
            <pc:docMk/>
            <pc:sldMk cId="0" sldId="743"/>
            <ac:spMk id="11266" creationId="{DE575571-F66F-4738-B06D-7E9767307BF1}"/>
          </ac:spMkLst>
        </pc:spChg>
      </pc:sldChg>
      <pc:sldChg chg="modSp mod">
        <pc:chgData name="Rian Pratama" userId="ba5a381f79e67128" providerId="LiveId" clId="{1B3D42E5-558C-46C9-A1CA-A9EF05FAD6B9}" dt="2025-10-27T05:24:07.295" v="1063" actId="20577"/>
        <pc:sldMkLst>
          <pc:docMk/>
          <pc:sldMk cId="1115294440" sldId="744"/>
        </pc:sldMkLst>
        <pc:spChg chg="mod">
          <ac:chgData name="Rian Pratama" userId="ba5a381f79e67128" providerId="LiveId" clId="{1B3D42E5-558C-46C9-A1CA-A9EF05FAD6B9}" dt="2025-10-27T05:24:07.295" v="1063" actId="20577"/>
          <ac:spMkLst>
            <pc:docMk/>
            <pc:sldMk cId="1115294440" sldId="744"/>
            <ac:spMk id="9" creationId="{C9E70E07-475D-43D2-A2DE-5E2565C3EB31}"/>
          </ac:spMkLst>
        </pc:spChg>
        <pc:spChg chg="mod">
          <ac:chgData name="Rian Pratama" userId="ba5a381f79e67128" providerId="LiveId" clId="{1B3D42E5-558C-46C9-A1CA-A9EF05FAD6B9}" dt="2025-10-27T05:23:52.804" v="1040" actId="20577"/>
          <ac:spMkLst>
            <pc:docMk/>
            <pc:sldMk cId="1115294440" sldId="744"/>
            <ac:spMk id="18434" creationId="{75CEBC55-4DD8-48EB-94D9-7BE604AFED95}"/>
          </ac:spMkLst>
        </pc:spChg>
      </pc:sldChg>
      <pc:sldChg chg="addSp modSp mod">
        <pc:chgData name="Rian Pratama" userId="ba5a381f79e67128" providerId="LiveId" clId="{1B3D42E5-558C-46C9-A1CA-A9EF05FAD6B9}" dt="2025-10-27T05:34:01.771" v="1292" actId="20577"/>
        <pc:sldMkLst>
          <pc:docMk/>
          <pc:sldMk cId="1216763571" sldId="745"/>
        </pc:sldMkLst>
        <pc:spChg chg="mod">
          <ac:chgData name="Rian Pratama" userId="ba5a381f79e67128" providerId="LiveId" clId="{1B3D42E5-558C-46C9-A1CA-A9EF05FAD6B9}" dt="2025-10-27T05:30:32.814" v="1157" actId="14100"/>
          <ac:spMkLst>
            <pc:docMk/>
            <pc:sldMk cId="1216763571" sldId="745"/>
            <ac:spMk id="4" creationId="{B6B5EAD4-BBEC-1F2F-6A77-99A96AEAC63B}"/>
          </ac:spMkLst>
        </pc:spChg>
        <pc:spChg chg="add">
          <ac:chgData name="Rian Pratama" userId="ba5a381f79e67128" providerId="LiveId" clId="{1B3D42E5-558C-46C9-A1CA-A9EF05FAD6B9}" dt="2025-10-27T05:28:02.306" v="1071"/>
          <ac:spMkLst>
            <pc:docMk/>
            <pc:sldMk cId="1216763571" sldId="745"/>
            <ac:spMk id="5" creationId="{0B9CA7B1-CF82-1C5B-F133-F3C1CB0C51B8}"/>
          </ac:spMkLst>
        </pc:spChg>
        <pc:spChg chg="mod">
          <ac:chgData name="Rian Pratama" userId="ba5a381f79e67128" providerId="LiveId" clId="{1B3D42E5-558C-46C9-A1CA-A9EF05FAD6B9}" dt="2025-10-27T05:33:54.333" v="1279" actId="6549"/>
          <ac:spMkLst>
            <pc:docMk/>
            <pc:sldMk cId="1216763571" sldId="745"/>
            <ac:spMk id="6" creationId="{4BA855F8-6AF6-4147-8807-0DB03060C9EC}"/>
          </ac:spMkLst>
        </pc:spChg>
        <pc:spChg chg="mod">
          <ac:chgData name="Rian Pratama" userId="ba5a381f79e67128" providerId="LiveId" clId="{1B3D42E5-558C-46C9-A1CA-A9EF05FAD6B9}" dt="2025-10-27T05:34:01.771" v="1292" actId="20577"/>
          <ac:spMkLst>
            <pc:docMk/>
            <pc:sldMk cId="1216763571" sldId="745"/>
            <ac:spMk id="18434" creationId="{75CEBC55-4DD8-48EB-94D9-7BE604AFED95}"/>
          </ac:spMkLst>
        </pc:spChg>
      </pc:sldChg>
      <pc:sldChg chg="modSp modAnim">
        <pc:chgData name="Rian Pratama" userId="ba5a381f79e67128" providerId="LiveId" clId="{1B3D42E5-558C-46C9-A1CA-A9EF05FAD6B9}" dt="2025-10-27T05:46:42.399" v="1451" actId="20577"/>
        <pc:sldMkLst>
          <pc:docMk/>
          <pc:sldMk cId="1919377199" sldId="746"/>
        </pc:sldMkLst>
        <pc:spChg chg="mod">
          <ac:chgData name="Rian Pratama" userId="ba5a381f79e67128" providerId="LiveId" clId="{1B3D42E5-558C-46C9-A1CA-A9EF05FAD6B9}" dt="2025-10-27T05:46:42.399" v="1451" actId="20577"/>
          <ac:spMkLst>
            <pc:docMk/>
            <pc:sldMk cId="1919377199" sldId="746"/>
            <ac:spMk id="11266" creationId="{EE14CD3F-5AF6-4159-AB42-F558B194A3F7}"/>
          </ac:spMkLst>
        </pc:spChg>
      </pc:sldChg>
      <pc:sldChg chg="addSp modSp mod">
        <pc:chgData name="Rian Pratama" userId="ba5a381f79e67128" providerId="LiveId" clId="{1B3D42E5-558C-46C9-A1CA-A9EF05FAD6B9}" dt="2025-10-27T06:25:37.602" v="2162" actId="20577"/>
        <pc:sldMkLst>
          <pc:docMk/>
          <pc:sldMk cId="2195717938" sldId="747"/>
        </pc:sldMkLst>
        <pc:spChg chg="add">
          <ac:chgData name="Rian Pratama" userId="ba5a381f79e67128" providerId="LiveId" clId="{1B3D42E5-558C-46C9-A1CA-A9EF05FAD6B9}" dt="2025-10-27T06:23:30.796" v="2041"/>
          <ac:spMkLst>
            <pc:docMk/>
            <pc:sldMk cId="2195717938" sldId="747"/>
            <ac:spMk id="3" creationId="{56E3760E-3258-7351-D0D1-E34B1F35A7CB}"/>
          </ac:spMkLst>
        </pc:spChg>
        <pc:spChg chg="mod">
          <ac:chgData name="Rian Pratama" userId="ba5a381f79e67128" providerId="LiveId" clId="{1B3D42E5-558C-46C9-A1CA-A9EF05FAD6B9}" dt="2025-10-27T06:25:37.602" v="2162" actId="20577"/>
          <ac:spMkLst>
            <pc:docMk/>
            <pc:sldMk cId="2195717938" sldId="747"/>
            <ac:spMk id="11" creationId="{F6E4B688-6F50-4E6F-B70A-BCCBEB6D72B6}"/>
          </ac:spMkLst>
        </pc:spChg>
        <pc:spChg chg="mod">
          <ac:chgData name="Rian Pratama" userId="ba5a381f79e67128" providerId="LiveId" clId="{1B3D42E5-558C-46C9-A1CA-A9EF05FAD6B9}" dt="2025-10-27T06:23:49.462" v="2045" actId="20577"/>
          <ac:spMkLst>
            <pc:docMk/>
            <pc:sldMk cId="2195717938" sldId="747"/>
            <ac:spMk id="13" creationId="{22918617-9D35-4782-BD16-E4DB6882F928}"/>
          </ac:spMkLst>
        </pc:spChg>
        <pc:spChg chg="mod">
          <ac:chgData name="Rian Pratama" userId="ba5a381f79e67128" providerId="LiveId" clId="{1B3D42E5-558C-46C9-A1CA-A9EF05FAD6B9}" dt="2025-10-27T06:24:05.728" v="2046"/>
          <ac:spMkLst>
            <pc:docMk/>
            <pc:sldMk cId="2195717938" sldId="747"/>
            <ac:spMk id="14" creationId="{0B6EC6E9-D3C3-40B2-B43D-ED8B9D9F5EE2}"/>
          </ac:spMkLst>
        </pc:spChg>
        <pc:spChg chg="mod">
          <ac:chgData name="Rian Pratama" userId="ba5a381f79e67128" providerId="LiveId" clId="{1B3D42E5-558C-46C9-A1CA-A9EF05FAD6B9}" dt="2025-10-27T06:24:30.948" v="2090" actId="20577"/>
          <ac:spMkLst>
            <pc:docMk/>
            <pc:sldMk cId="2195717938" sldId="747"/>
            <ac:spMk id="10242" creationId="{6A12022B-A57A-4C97-9313-F452DEB46D1F}"/>
          </ac:spMkLst>
        </pc:spChg>
      </pc:sldChg>
      <pc:sldChg chg="addSp delSp modSp mod modAnim">
        <pc:chgData name="Rian Pratama" userId="ba5a381f79e67128" providerId="LiveId" clId="{1B3D42E5-558C-46C9-A1CA-A9EF05FAD6B9}" dt="2025-10-27T06:21:19.191" v="2018" actId="20577"/>
        <pc:sldMkLst>
          <pc:docMk/>
          <pc:sldMk cId="30477821" sldId="748"/>
        </pc:sldMkLst>
        <pc:spChg chg="add mod">
          <ac:chgData name="Rian Pratama" userId="ba5a381f79e67128" providerId="LiveId" clId="{1B3D42E5-558C-46C9-A1CA-A9EF05FAD6B9}" dt="2025-10-27T06:16:12.928" v="1903" actId="1076"/>
          <ac:spMkLst>
            <pc:docMk/>
            <pc:sldMk cId="30477821" sldId="748"/>
            <ac:spMk id="2" creationId="{F7338AC7-54AC-5006-C9AA-2C24A9355D19}"/>
          </ac:spMkLst>
        </pc:spChg>
        <pc:spChg chg="add">
          <ac:chgData name="Rian Pratama" userId="ba5a381f79e67128" providerId="LiveId" clId="{1B3D42E5-558C-46C9-A1CA-A9EF05FAD6B9}" dt="2025-10-27T06:13:21.854" v="1876"/>
          <ac:spMkLst>
            <pc:docMk/>
            <pc:sldMk cId="30477821" sldId="748"/>
            <ac:spMk id="3" creationId="{6EDEB632-AC57-CCA1-AEFC-782C0C165DD8}"/>
          </ac:spMkLst>
        </pc:spChg>
        <pc:spChg chg="add del mod">
          <ac:chgData name="Rian Pratama" userId="ba5a381f79e67128" providerId="LiveId" clId="{1B3D42E5-558C-46C9-A1CA-A9EF05FAD6B9}" dt="2025-10-27T06:14:32.718" v="1893"/>
          <ac:spMkLst>
            <pc:docMk/>
            <pc:sldMk cId="30477821" sldId="748"/>
            <ac:spMk id="4" creationId="{1FFADA48-E03E-4AB1-3397-D69E46256E64}"/>
          </ac:spMkLst>
        </pc:spChg>
        <pc:spChg chg="add mod">
          <ac:chgData name="Rian Pratama" userId="ba5a381f79e67128" providerId="LiveId" clId="{1B3D42E5-558C-46C9-A1CA-A9EF05FAD6B9}" dt="2025-10-27T06:15:10.737" v="1896"/>
          <ac:spMkLst>
            <pc:docMk/>
            <pc:sldMk cId="30477821" sldId="748"/>
            <ac:spMk id="5" creationId="{D7E32AE5-99E9-81DD-8AE0-F0B1256D56C1}"/>
          </ac:spMkLst>
        </pc:spChg>
        <pc:spChg chg="mod">
          <ac:chgData name="Rian Pratama" userId="ba5a381f79e67128" providerId="LiveId" clId="{1B3D42E5-558C-46C9-A1CA-A9EF05FAD6B9}" dt="2025-10-27T06:21:19.191" v="2018" actId="20577"/>
          <ac:spMkLst>
            <pc:docMk/>
            <pc:sldMk cId="30477821" sldId="748"/>
            <ac:spMk id="10242" creationId="{6A12022B-A57A-4C97-9313-F452DEB46D1F}"/>
          </ac:spMkLst>
        </pc:spChg>
        <pc:picChg chg="mod">
          <ac:chgData name="Rian Pratama" userId="ba5a381f79e67128" providerId="LiveId" clId="{1B3D42E5-558C-46C9-A1CA-A9EF05FAD6B9}" dt="2025-10-27T06:19:04.229" v="2002" actId="1076"/>
          <ac:picMkLst>
            <pc:docMk/>
            <pc:sldMk cId="30477821" sldId="748"/>
            <ac:picMk id="13" creationId="{55F6CED8-8E63-4E54-BD7A-566854C6CDEC}"/>
          </ac:picMkLst>
        </pc:picChg>
        <pc:picChg chg="del">
          <ac:chgData name="Rian Pratama" userId="ba5a381f79e67128" providerId="LiveId" clId="{1B3D42E5-558C-46C9-A1CA-A9EF05FAD6B9}" dt="2025-10-27T06:14:32.703" v="1891" actId="478"/>
          <ac:picMkLst>
            <pc:docMk/>
            <pc:sldMk cId="30477821" sldId="748"/>
            <ac:picMk id="37890" creationId="{3B0DA0FE-0B93-46F2-AFC3-036F2E84A482}"/>
          </ac:picMkLst>
        </pc:picChg>
      </pc:sldChg>
      <pc:sldChg chg="modSp modAnim">
        <pc:chgData name="Rian Pratama" userId="ba5a381f79e67128" providerId="LiveId" clId="{1B3D42E5-558C-46C9-A1CA-A9EF05FAD6B9}" dt="2025-10-27T06:54:56.100" v="2218" actId="1076"/>
        <pc:sldMkLst>
          <pc:docMk/>
          <pc:sldMk cId="1869958138" sldId="749"/>
        </pc:sldMkLst>
        <pc:spChg chg="mod">
          <ac:chgData name="Rian Pratama" userId="ba5a381f79e67128" providerId="LiveId" clId="{1B3D42E5-558C-46C9-A1CA-A9EF05FAD6B9}" dt="2025-10-27T06:54:34.851" v="2215" actId="2711"/>
          <ac:spMkLst>
            <pc:docMk/>
            <pc:sldMk cId="1869958138" sldId="749"/>
            <ac:spMk id="10242" creationId="{98D7A47A-9B75-40D7-B5D3-35A431AB3FF2}"/>
          </ac:spMkLst>
        </pc:spChg>
        <pc:picChg chg="mod">
          <ac:chgData name="Rian Pratama" userId="ba5a381f79e67128" providerId="LiveId" clId="{1B3D42E5-558C-46C9-A1CA-A9EF05FAD6B9}" dt="2025-10-27T06:54:56.100" v="2218" actId="1076"/>
          <ac:picMkLst>
            <pc:docMk/>
            <pc:sldMk cId="1869958138" sldId="749"/>
            <ac:picMk id="6" creationId="{4C305922-C451-48AD-87CA-F4327204D033}"/>
          </ac:picMkLst>
        </pc:picChg>
      </pc:sldChg>
      <pc:sldChg chg="modSp modAnim">
        <pc:chgData name="Rian Pratama" userId="ba5a381f79e67128" providerId="LiveId" clId="{1B3D42E5-558C-46C9-A1CA-A9EF05FAD6B9}" dt="2025-10-27T06:56:49.636" v="2233" actId="404"/>
        <pc:sldMkLst>
          <pc:docMk/>
          <pc:sldMk cId="832754103" sldId="750"/>
        </pc:sldMkLst>
        <pc:spChg chg="mod">
          <ac:chgData name="Rian Pratama" userId="ba5a381f79e67128" providerId="LiveId" clId="{1B3D42E5-558C-46C9-A1CA-A9EF05FAD6B9}" dt="2025-10-27T06:56:49.636" v="2233" actId="404"/>
          <ac:spMkLst>
            <pc:docMk/>
            <pc:sldMk cId="832754103" sldId="750"/>
            <ac:spMk id="10242" creationId="{98D7A47A-9B75-40D7-B5D3-35A431AB3FF2}"/>
          </ac:spMkLst>
        </pc:spChg>
      </pc:sldChg>
      <pc:sldChg chg="del">
        <pc:chgData name="Rian Pratama" userId="ba5a381f79e67128" providerId="LiveId" clId="{1B3D42E5-558C-46C9-A1CA-A9EF05FAD6B9}" dt="2025-10-27T07:14:26.543" v="2344" actId="47"/>
        <pc:sldMkLst>
          <pc:docMk/>
          <pc:sldMk cId="2931436690" sldId="75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9D314B93-FF59-4BC8-94E1-788E057C5C7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200"/>
            </a:lvl1pPr>
          </a:lstStyle>
          <a:p>
            <a:pPr>
              <a:defRPr/>
            </a:pPr>
            <a:endParaRPr lang="en-US" altLang="ko-KR"/>
          </a:p>
        </p:txBody>
      </p:sp>
      <p:sp>
        <p:nvSpPr>
          <p:cNvPr id="212995" name="Rectangle 3">
            <a:extLst>
              <a:ext uri="{FF2B5EF4-FFF2-40B4-BE49-F238E27FC236}">
                <a16:creationId xmlns:a16="http://schemas.microsoft.com/office/drawing/2014/main" id="{DA213B4E-BFBF-4557-95D3-1C57FEA4F76B}"/>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200"/>
            </a:lvl1pPr>
          </a:lstStyle>
          <a:p>
            <a:pPr>
              <a:defRPr/>
            </a:pPr>
            <a:endParaRPr lang="en-US" altLang="ko-KR"/>
          </a:p>
        </p:txBody>
      </p:sp>
      <p:sp>
        <p:nvSpPr>
          <p:cNvPr id="212996" name="Rectangle 4">
            <a:extLst>
              <a:ext uri="{FF2B5EF4-FFF2-40B4-BE49-F238E27FC236}">
                <a16:creationId xmlns:a16="http://schemas.microsoft.com/office/drawing/2014/main" id="{E75A3646-28C8-4CA6-A658-31B5651BC5C8}"/>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sz="1200"/>
            </a:lvl1pPr>
          </a:lstStyle>
          <a:p>
            <a:pPr>
              <a:defRPr/>
            </a:pPr>
            <a:endParaRPr lang="en-US" altLang="ko-KR"/>
          </a:p>
        </p:txBody>
      </p:sp>
      <p:sp>
        <p:nvSpPr>
          <p:cNvPr id="212997" name="Rectangle 5">
            <a:extLst>
              <a:ext uri="{FF2B5EF4-FFF2-40B4-BE49-F238E27FC236}">
                <a16:creationId xmlns:a16="http://schemas.microsoft.com/office/drawing/2014/main" id="{1935DB0E-0695-4D1E-BFD9-CF445306812A}"/>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sz="1200"/>
            </a:lvl1pPr>
          </a:lstStyle>
          <a:p>
            <a:fld id="{94BBDA34-92E0-4727-8A37-9EE691CA7C3C}" type="slidenum">
              <a:rPr lang="ko-KR" altLang="en-US"/>
              <a:pPr/>
              <a:t>‹#›</a:t>
            </a:fld>
            <a:endParaRPr lang="en-US" altLang="ko-K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620EE11F-A821-4075-896C-8B5C27A1F44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200"/>
            </a:lvl1pPr>
          </a:lstStyle>
          <a:p>
            <a:pPr>
              <a:defRPr/>
            </a:pPr>
            <a:endParaRPr lang="en-US" altLang="ko-KR"/>
          </a:p>
        </p:txBody>
      </p:sp>
      <p:sp>
        <p:nvSpPr>
          <p:cNvPr id="92163" name="Rectangle 3">
            <a:extLst>
              <a:ext uri="{FF2B5EF4-FFF2-40B4-BE49-F238E27FC236}">
                <a16:creationId xmlns:a16="http://schemas.microsoft.com/office/drawing/2014/main" id="{A8B85941-427C-4A57-98E8-0840D51A12E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200"/>
            </a:lvl1pPr>
          </a:lstStyle>
          <a:p>
            <a:pPr>
              <a:defRPr/>
            </a:pPr>
            <a:endParaRPr lang="en-US" altLang="ko-KR"/>
          </a:p>
        </p:txBody>
      </p:sp>
      <p:sp>
        <p:nvSpPr>
          <p:cNvPr id="3076" name="Rectangle 4">
            <a:extLst>
              <a:ext uri="{FF2B5EF4-FFF2-40B4-BE49-F238E27FC236}">
                <a16:creationId xmlns:a16="http://schemas.microsoft.com/office/drawing/2014/main" id="{9DE44C33-5843-41AF-9064-2184AE76943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5" name="Rectangle 5">
            <a:extLst>
              <a:ext uri="{FF2B5EF4-FFF2-40B4-BE49-F238E27FC236}">
                <a16:creationId xmlns:a16="http://schemas.microsoft.com/office/drawing/2014/main" id="{B71B085F-CCC1-49FB-8AF4-85B2115ED6D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92166" name="Rectangle 6">
            <a:extLst>
              <a:ext uri="{FF2B5EF4-FFF2-40B4-BE49-F238E27FC236}">
                <a16:creationId xmlns:a16="http://schemas.microsoft.com/office/drawing/2014/main" id="{06D6E49F-18AF-4D04-B0AF-6C5787DE77F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sz="1200"/>
            </a:lvl1pPr>
          </a:lstStyle>
          <a:p>
            <a:pPr>
              <a:defRPr/>
            </a:pPr>
            <a:endParaRPr lang="en-US" altLang="ko-KR"/>
          </a:p>
        </p:txBody>
      </p:sp>
      <p:sp>
        <p:nvSpPr>
          <p:cNvPr id="92167" name="Rectangle 7">
            <a:extLst>
              <a:ext uri="{FF2B5EF4-FFF2-40B4-BE49-F238E27FC236}">
                <a16:creationId xmlns:a16="http://schemas.microsoft.com/office/drawing/2014/main" id="{59E98CA5-69A5-4791-9D0E-7774511459C6}"/>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sz="1200"/>
            </a:lvl1pPr>
          </a:lstStyle>
          <a:p>
            <a:fld id="{17F1770E-1184-4AC2-8735-536FFFA33DA0}" type="slidenum">
              <a:rPr lang="ko-KR" altLang="en-US"/>
              <a:pPr/>
              <a:t>‹#›</a:t>
            </a:fld>
            <a:endParaRPr lang="en-US" altLang="ko-KR"/>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슬라이드 이미지 개체 틀 1">
            <a:extLst>
              <a:ext uri="{FF2B5EF4-FFF2-40B4-BE49-F238E27FC236}">
                <a16:creationId xmlns:a16="http://schemas.microsoft.com/office/drawing/2014/main" id="{6D96639C-ACBE-4C54-BF7A-CCB3DD452537}"/>
              </a:ext>
            </a:extLst>
          </p:cNvPr>
          <p:cNvSpPr>
            <a:spLocks noGrp="1" noRot="1" noChangeAspect="1" noTextEdit="1"/>
          </p:cNvSpPr>
          <p:nvPr>
            <p:ph type="sldImg"/>
          </p:nvPr>
        </p:nvSpPr>
        <p:spPr>
          <a:ln/>
        </p:spPr>
      </p:sp>
      <p:sp>
        <p:nvSpPr>
          <p:cNvPr id="6147" name="슬라이드 노트 개체 틀 2">
            <a:extLst>
              <a:ext uri="{FF2B5EF4-FFF2-40B4-BE49-F238E27FC236}">
                <a16:creationId xmlns:a16="http://schemas.microsoft.com/office/drawing/2014/main" id="{0C251A6B-6CC2-4BDB-85C3-E85D5C2CC7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6148" name="슬라이드 번호 개체 틀 3">
            <a:extLst>
              <a:ext uri="{FF2B5EF4-FFF2-40B4-BE49-F238E27FC236}">
                <a16:creationId xmlns:a16="http://schemas.microsoft.com/office/drawing/2014/main" id="{CBFE0916-79BA-4ACE-B7CE-8BD3A392A0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2FA036D1-DD00-4FA8-BCC2-5B64B4ECF3FE}" type="slidenum">
              <a:rPr lang="ko-KR" altLang="en-US"/>
              <a:pPr/>
              <a:t>1</a:t>
            </a:fld>
            <a:endParaRPr lang="en-US" altLang="ko-K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슬라이드 이미지 개체 틀 1">
            <a:extLst>
              <a:ext uri="{FF2B5EF4-FFF2-40B4-BE49-F238E27FC236}">
                <a16:creationId xmlns:a16="http://schemas.microsoft.com/office/drawing/2014/main" id="{CABAC8C9-4171-4685-89D4-71CCC50E9059}"/>
              </a:ext>
            </a:extLst>
          </p:cNvPr>
          <p:cNvSpPr>
            <a:spLocks noGrp="1" noRot="1" noChangeAspect="1" noTextEdit="1"/>
          </p:cNvSpPr>
          <p:nvPr>
            <p:ph type="sldImg"/>
          </p:nvPr>
        </p:nvSpPr>
        <p:spPr>
          <a:ln/>
        </p:spPr>
      </p:sp>
      <p:sp>
        <p:nvSpPr>
          <p:cNvPr id="8195" name="슬라이드 노트 개체 틀 2">
            <a:extLst>
              <a:ext uri="{FF2B5EF4-FFF2-40B4-BE49-F238E27FC236}">
                <a16:creationId xmlns:a16="http://schemas.microsoft.com/office/drawing/2014/main" id="{5D9315E7-E8C2-4A71-A4BB-D65F37ECD6E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8196" name="슬라이드 번호 개체 틀 3">
            <a:extLst>
              <a:ext uri="{FF2B5EF4-FFF2-40B4-BE49-F238E27FC236}">
                <a16:creationId xmlns:a16="http://schemas.microsoft.com/office/drawing/2014/main" id="{2B2F5D60-64D0-475B-B042-A4A57BC65D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CC0A8B7A-26FA-4EA2-AC05-3436B533F055}" type="slidenum">
              <a:rPr lang="ko-KR" altLang="en-US"/>
              <a:pPr/>
              <a:t>2</a:t>
            </a:fld>
            <a:endParaRPr lang="en-US" alt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슬라이드 이미지 개체 틀 1">
            <a:extLst>
              <a:ext uri="{FF2B5EF4-FFF2-40B4-BE49-F238E27FC236}">
                <a16:creationId xmlns:a16="http://schemas.microsoft.com/office/drawing/2014/main" id="{9546E1E0-8174-458F-BA8A-66C38BDF146B}"/>
              </a:ext>
            </a:extLst>
          </p:cNvPr>
          <p:cNvSpPr>
            <a:spLocks noGrp="1" noRot="1" noChangeAspect="1" noTextEdit="1"/>
          </p:cNvSpPr>
          <p:nvPr>
            <p:ph type="sldImg"/>
          </p:nvPr>
        </p:nvSpPr>
        <p:spPr>
          <a:ln/>
        </p:spPr>
      </p:sp>
      <p:sp>
        <p:nvSpPr>
          <p:cNvPr id="10243" name="슬라이드 노트 개체 틀 2">
            <a:extLst>
              <a:ext uri="{FF2B5EF4-FFF2-40B4-BE49-F238E27FC236}">
                <a16:creationId xmlns:a16="http://schemas.microsoft.com/office/drawing/2014/main" id="{E2B84236-2848-455C-B71D-5633BA25BD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0244" name="슬라이드 번호 개체 틀 3">
            <a:extLst>
              <a:ext uri="{FF2B5EF4-FFF2-40B4-BE49-F238E27FC236}">
                <a16:creationId xmlns:a16="http://schemas.microsoft.com/office/drawing/2014/main" id="{0F4F99E7-28AA-4862-B8FA-892B9F1A8A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E5FF9675-6313-491D-B56D-C6D842BB2246}" type="slidenum">
              <a:rPr lang="ko-KR" altLang="en-US"/>
              <a:pPr/>
              <a:t>3</a:t>
            </a:fld>
            <a:endParaRPr lang="en-US" altLang="ko-K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슬라이드 이미지 개체 틀 1">
            <a:extLst>
              <a:ext uri="{FF2B5EF4-FFF2-40B4-BE49-F238E27FC236}">
                <a16:creationId xmlns:a16="http://schemas.microsoft.com/office/drawing/2014/main" id="{8BEE07D9-A825-42FB-A3B4-2D32478CA9B8}"/>
              </a:ext>
            </a:extLst>
          </p:cNvPr>
          <p:cNvSpPr>
            <a:spLocks noGrp="1" noRot="1" noChangeAspect="1" noTextEdit="1"/>
          </p:cNvSpPr>
          <p:nvPr>
            <p:ph type="sldImg"/>
          </p:nvPr>
        </p:nvSpPr>
        <p:spPr>
          <a:ln/>
        </p:spPr>
      </p:sp>
      <p:sp>
        <p:nvSpPr>
          <p:cNvPr id="12291" name="슬라이드 노트 개체 틀 2">
            <a:extLst>
              <a:ext uri="{FF2B5EF4-FFF2-40B4-BE49-F238E27FC236}">
                <a16:creationId xmlns:a16="http://schemas.microsoft.com/office/drawing/2014/main" id="{C5965189-1CE6-4932-AB4C-682B01B5231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2292" name="슬라이드 번호 개체 틀 3">
            <a:extLst>
              <a:ext uri="{FF2B5EF4-FFF2-40B4-BE49-F238E27FC236}">
                <a16:creationId xmlns:a16="http://schemas.microsoft.com/office/drawing/2014/main" id="{EC00B3BE-9099-4F89-BCEB-4ED2B0C54E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A4F6A6AA-97D1-4D52-AAA2-122BB51EA068}" type="slidenum">
              <a:rPr lang="ko-KR" altLang="en-US"/>
              <a:pPr/>
              <a:t>4</a:t>
            </a:fld>
            <a:endParaRPr lang="en-US" altLang="ko-K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슬라이드 이미지 개체 틀 1">
            <a:extLst>
              <a:ext uri="{FF2B5EF4-FFF2-40B4-BE49-F238E27FC236}">
                <a16:creationId xmlns:a16="http://schemas.microsoft.com/office/drawing/2014/main" id="{DC562B38-FCB5-4344-8009-758A63032ABB}"/>
              </a:ext>
            </a:extLst>
          </p:cNvPr>
          <p:cNvSpPr>
            <a:spLocks noGrp="1" noRot="1" noChangeAspect="1" noTextEdit="1"/>
          </p:cNvSpPr>
          <p:nvPr>
            <p:ph type="sldImg"/>
          </p:nvPr>
        </p:nvSpPr>
        <p:spPr>
          <a:ln/>
        </p:spPr>
      </p:sp>
      <p:sp>
        <p:nvSpPr>
          <p:cNvPr id="14339" name="슬라이드 노트 개체 틀 2">
            <a:extLst>
              <a:ext uri="{FF2B5EF4-FFF2-40B4-BE49-F238E27FC236}">
                <a16:creationId xmlns:a16="http://schemas.microsoft.com/office/drawing/2014/main" id="{39240001-BCA1-47E8-800B-99F6AD26F3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p>
        </p:txBody>
      </p:sp>
      <p:sp>
        <p:nvSpPr>
          <p:cNvPr id="14340" name="슬라이드 번호 개체 틀 3">
            <a:extLst>
              <a:ext uri="{FF2B5EF4-FFF2-40B4-BE49-F238E27FC236}">
                <a16:creationId xmlns:a16="http://schemas.microsoft.com/office/drawing/2014/main" id="{7EAE325A-D80F-4F15-830A-D1EE7D1AB8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fld id="{97EF8F5E-D67B-4E88-8A00-18F18D6CF939}" type="slidenum">
              <a:rPr lang="ko-KR" altLang="en-US"/>
              <a:pPr/>
              <a:t>5</a:t>
            </a:fld>
            <a:endParaRPr lang="en-US" altLang="ko-K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lvl1pPr>
              <a:lnSpc>
                <a:spcPct val="120000"/>
              </a:lnSpc>
              <a:defRPr sz="3600">
                <a:latin typeface="Arial" pitchFamily="34" charset="0"/>
                <a:cs typeface="Arial" pitchFamily="34" charset="0"/>
              </a:defRPr>
            </a:lvl1pPr>
          </a:lstStyle>
          <a:p>
            <a:r>
              <a:rPr lang="ko-KR" altLang="en-US" dirty="0"/>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lnSpc>
                <a:spcPct val="120000"/>
              </a:lnSpc>
              <a:buNone/>
              <a:defRPr sz="2800">
                <a:solidFill>
                  <a:schemeClr val="tx1">
                    <a:tint val="75000"/>
                  </a:schemeClr>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4" name="날짜 개체 틀 3">
            <a:extLst>
              <a:ext uri="{FF2B5EF4-FFF2-40B4-BE49-F238E27FC236}">
                <a16:creationId xmlns:a16="http://schemas.microsoft.com/office/drawing/2014/main" id="{7F4A599D-E8F8-4B40-8FFF-E3B0F0E69F76}"/>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F046899A-FAA5-4E68-A696-3FB5869FC53E}"/>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6" name="슬라이드 번호 개체 틀 5">
            <a:extLst>
              <a:ext uri="{FF2B5EF4-FFF2-40B4-BE49-F238E27FC236}">
                <a16:creationId xmlns:a16="http://schemas.microsoft.com/office/drawing/2014/main" id="{22CCF870-4DA9-44F0-B93F-D2A4D564249B}"/>
              </a:ext>
            </a:extLst>
          </p:cNvPr>
          <p:cNvSpPr>
            <a:spLocks noGrp="1"/>
          </p:cNvSpPr>
          <p:nvPr>
            <p:ph type="sldNum" sz="quarter" idx="12"/>
          </p:nvPr>
        </p:nvSpPr>
        <p:spPr/>
        <p:txBody>
          <a:bodyPr/>
          <a:lstStyle>
            <a:lvl1pPr>
              <a:defRPr/>
            </a:lvl1pPr>
          </a:lstStyle>
          <a:p>
            <a:fld id="{870D1D15-24F1-46FA-A78B-1E3D3BB8D4AE}" type="slidenum">
              <a:rPr lang="ko-KR" altLang="en-US"/>
              <a:pPr/>
              <a:t>‹#›</a:t>
            </a:fld>
            <a:endParaRPr lang="en-US" altLang="ko-KR"/>
          </a:p>
        </p:txBody>
      </p:sp>
    </p:spTree>
    <p:extLst>
      <p:ext uri="{BB962C8B-B14F-4D97-AF65-F5344CB8AC3E}">
        <p14:creationId xmlns:p14="http://schemas.microsoft.com/office/powerpoint/2010/main" val="3841623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634082"/>
          </a:xfrm>
          <a:noFill/>
          <a:ln cmpd="sng">
            <a:noFill/>
          </a:ln>
        </p:spPr>
        <p:txBody>
          <a:bodyPr/>
          <a:lstStyle>
            <a:lvl1pPr>
              <a:defRPr sz="2800">
                <a:latin typeface="Arial" pitchFamily="34" charset="0"/>
                <a:cs typeface="Arial" pitchFamily="34" charset="0"/>
              </a:defRPr>
            </a:lvl1pPr>
          </a:lstStyle>
          <a:p>
            <a:r>
              <a:rPr lang="ko-KR" altLang="en-US" dirty="0"/>
              <a:t>마스터 제목 스타일 편집</a:t>
            </a:r>
          </a:p>
        </p:txBody>
      </p:sp>
      <p:sp>
        <p:nvSpPr>
          <p:cNvPr id="3" name="내용 개체 틀 2"/>
          <p:cNvSpPr>
            <a:spLocks noGrp="1"/>
          </p:cNvSpPr>
          <p:nvPr>
            <p:ph idx="1"/>
          </p:nvPr>
        </p:nvSpPr>
        <p:spPr>
          <a:xfrm>
            <a:off x="457200" y="980728"/>
            <a:ext cx="8229600" cy="5256584"/>
          </a:xfrm>
        </p:spPr>
        <p:txBody>
          <a:bodyPr/>
          <a:lstStyle>
            <a:lvl1pPr marL="288000" indent="-288000">
              <a:lnSpc>
                <a:spcPct val="120000"/>
              </a:lnSpc>
              <a:defRPr sz="2000">
                <a:latin typeface="Arial" pitchFamily="34" charset="0"/>
                <a:cs typeface="Arial" pitchFamily="34" charset="0"/>
              </a:defRPr>
            </a:lvl1pPr>
            <a:lvl2pPr marL="612000">
              <a:lnSpc>
                <a:spcPct val="120000"/>
              </a:lnSpc>
              <a:defRPr sz="2000">
                <a:latin typeface="Arial" pitchFamily="34" charset="0"/>
                <a:cs typeface="Arial" pitchFamily="34" charset="0"/>
              </a:defRPr>
            </a:lvl2pPr>
            <a:lvl3pPr marL="900000" indent="-288000">
              <a:lnSpc>
                <a:spcPct val="120000"/>
              </a:lnSpc>
              <a:buFont typeface="Arial" pitchFamily="34" charset="0"/>
              <a:buChar char="○"/>
              <a:defRPr sz="2000">
                <a:latin typeface="Arial" pitchFamily="34" charset="0"/>
                <a:cs typeface="Arial" pitchFamily="34" charset="0"/>
              </a:defRPr>
            </a:lvl3pPr>
            <a:lvl4pPr marL="1080000">
              <a:lnSpc>
                <a:spcPct val="120000"/>
              </a:lnSpc>
              <a:buFont typeface="Wingdings" pitchFamily="2" charset="2"/>
              <a:buChar char="ü"/>
              <a:defRPr sz="1800">
                <a:latin typeface="Arial" pitchFamily="34" charset="0"/>
                <a:cs typeface="Arial" pitchFamily="34" charset="0"/>
              </a:defRPr>
            </a:lvl4pPr>
            <a:lvl5pPr marL="1332000">
              <a:lnSpc>
                <a:spcPct val="120000"/>
              </a:lnSpc>
              <a:defRPr sz="1800">
                <a:latin typeface="Arial" pitchFamily="34" charset="0"/>
                <a:cs typeface="Arial" pitchFamily="34" charset="0"/>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바닥글 개체 틀 4">
            <a:extLst>
              <a:ext uri="{FF2B5EF4-FFF2-40B4-BE49-F238E27FC236}">
                <a16:creationId xmlns:a16="http://schemas.microsoft.com/office/drawing/2014/main" id="{FA55F05A-1A54-46D2-99E1-72F384CECB90}"/>
              </a:ext>
            </a:extLst>
          </p:cNvPr>
          <p:cNvSpPr>
            <a:spLocks noGrp="1"/>
          </p:cNvSpPr>
          <p:nvPr>
            <p:ph type="ftr" sz="quarter" idx="10"/>
          </p:nvPr>
        </p:nvSpPr>
        <p:spPr>
          <a:xfrm>
            <a:off x="2051050" y="6356350"/>
            <a:ext cx="5041900" cy="365125"/>
          </a:xfrm>
        </p:spPr>
        <p:txBody>
          <a:bodyPr/>
          <a:lstStyle>
            <a:lvl1pPr>
              <a:defRPr>
                <a:latin typeface="Book Antiqua" pitchFamily="18" charset="0"/>
              </a:defRPr>
            </a:lvl1pPr>
          </a:lstStyle>
          <a:p>
            <a:pPr>
              <a:defRPr/>
            </a:pPr>
            <a:r>
              <a:rPr lang="en-US" altLang="ko-KR"/>
              <a:t>Search Algorithms: Object-Oriented Implementation (Part A)</a:t>
            </a:r>
            <a:endParaRPr lang="ko-KR" altLang="ko-KR"/>
          </a:p>
        </p:txBody>
      </p:sp>
      <p:sp>
        <p:nvSpPr>
          <p:cNvPr id="5" name="슬라이드 번호 개체 틀 5">
            <a:extLst>
              <a:ext uri="{FF2B5EF4-FFF2-40B4-BE49-F238E27FC236}">
                <a16:creationId xmlns:a16="http://schemas.microsoft.com/office/drawing/2014/main" id="{5FCB72CC-5CA0-4833-B049-72BD6FA6029E}"/>
              </a:ext>
            </a:extLst>
          </p:cNvPr>
          <p:cNvSpPr>
            <a:spLocks noGrp="1"/>
          </p:cNvSpPr>
          <p:nvPr>
            <p:ph type="sldNum" sz="quarter" idx="11"/>
          </p:nvPr>
        </p:nvSpPr>
        <p:spPr>
          <a:xfrm>
            <a:off x="7596188" y="6356350"/>
            <a:ext cx="1090612" cy="365125"/>
          </a:xfrm>
        </p:spPr>
        <p:txBody>
          <a:bodyPr/>
          <a:lstStyle>
            <a:lvl1pPr>
              <a:defRPr>
                <a:latin typeface="Book Antiqua" panose="02040602050305030304" pitchFamily="18" charset="0"/>
              </a:defRPr>
            </a:lvl1pPr>
          </a:lstStyle>
          <a:p>
            <a:fld id="{4E7809D3-866B-4275-B994-950CD004AE5B}" type="slidenum">
              <a:rPr lang="ko-KR" altLang="en-US"/>
              <a:pPr/>
              <a:t>‹#›</a:t>
            </a:fld>
            <a:endParaRPr lang="en-US" altLang="ko-KR"/>
          </a:p>
        </p:txBody>
      </p:sp>
    </p:spTree>
    <p:extLst>
      <p:ext uri="{BB962C8B-B14F-4D97-AF65-F5344CB8AC3E}">
        <p14:creationId xmlns:p14="http://schemas.microsoft.com/office/powerpoint/2010/main" val="4113668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84725858-4D32-44BF-92A8-95985BC1B0E8}"/>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DE05C0CC-4D68-4F2C-8B8E-55CA085A754C}"/>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6" name="슬라이드 번호 개체 틀 5">
            <a:extLst>
              <a:ext uri="{FF2B5EF4-FFF2-40B4-BE49-F238E27FC236}">
                <a16:creationId xmlns:a16="http://schemas.microsoft.com/office/drawing/2014/main" id="{C09FAD65-536D-442A-BF09-E938FC2F4428}"/>
              </a:ext>
            </a:extLst>
          </p:cNvPr>
          <p:cNvSpPr>
            <a:spLocks noGrp="1"/>
          </p:cNvSpPr>
          <p:nvPr>
            <p:ph type="sldNum" sz="quarter" idx="12"/>
          </p:nvPr>
        </p:nvSpPr>
        <p:spPr/>
        <p:txBody>
          <a:bodyPr/>
          <a:lstStyle>
            <a:lvl1pPr>
              <a:defRPr/>
            </a:lvl1pPr>
          </a:lstStyle>
          <a:p>
            <a:fld id="{7EB72E77-5B20-4CC4-BAB8-AE5A004F10E8}" type="slidenum">
              <a:rPr lang="ko-KR" altLang="en-US"/>
              <a:pPr/>
              <a:t>‹#›</a:t>
            </a:fld>
            <a:endParaRPr lang="en-US" altLang="ko-KR"/>
          </a:p>
        </p:txBody>
      </p:sp>
    </p:spTree>
    <p:extLst>
      <p:ext uri="{BB962C8B-B14F-4D97-AF65-F5344CB8AC3E}">
        <p14:creationId xmlns:p14="http://schemas.microsoft.com/office/powerpoint/2010/main" val="765868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E5D123FD-382E-4E88-A80E-5B4DE43EDB32}"/>
              </a:ext>
            </a:extLst>
          </p:cNvPr>
          <p:cNvSpPr>
            <a:spLocks noGrp="1"/>
          </p:cNvSpPr>
          <p:nvPr>
            <p:ph type="dt" sz="half" idx="10"/>
          </p:nvPr>
        </p:nvSpPr>
        <p:spPr/>
        <p:txBody>
          <a:bodyPr/>
          <a:lstStyle>
            <a:lvl1pPr>
              <a:defRPr/>
            </a:lvl1pPr>
          </a:lstStyle>
          <a:p>
            <a:pPr>
              <a:defRPr/>
            </a:pPr>
            <a:endParaRPr lang="en-US" altLang="ko-KR"/>
          </a:p>
        </p:txBody>
      </p:sp>
      <p:sp>
        <p:nvSpPr>
          <p:cNvPr id="6" name="바닥글 개체 틀 4">
            <a:extLst>
              <a:ext uri="{FF2B5EF4-FFF2-40B4-BE49-F238E27FC236}">
                <a16:creationId xmlns:a16="http://schemas.microsoft.com/office/drawing/2014/main" id="{060029D6-B447-4B63-8E1E-C77EC5357054}"/>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7" name="슬라이드 번호 개체 틀 5">
            <a:extLst>
              <a:ext uri="{FF2B5EF4-FFF2-40B4-BE49-F238E27FC236}">
                <a16:creationId xmlns:a16="http://schemas.microsoft.com/office/drawing/2014/main" id="{D2ED97D4-B9E7-4919-8B38-15B0E1F9F5C2}"/>
              </a:ext>
            </a:extLst>
          </p:cNvPr>
          <p:cNvSpPr>
            <a:spLocks noGrp="1"/>
          </p:cNvSpPr>
          <p:nvPr>
            <p:ph type="sldNum" sz="quarter" idx="12"/>
          </p:nvPr>
        </p:nvSpPr>
        <p:spPr/>
        <p:txBody>
          <a:bodyPr/>
          <a:lstStyle>
            <a:lvl1pPr>
              <a:defRPr/>
            </a:lvl1pPr>
          </a:lstStyle>
          <a:p>
            <a:fld id="{69C57FEE-E374-416F-8B7B-17B48E426C4D}" type="slidenum">
              <a:rPr lang="ko-KR" altLang="en-US"/>
              <a:pPr/>
              <a:t>‹#›</a:t>
            </a:fld>
            <a:endParaRPr lang="en-US" altLang="ko-KR"/>
          </a:p>
        </p:txBody>
      </p:sp>
    </p:spTree>
    <p:extLst>
      <p:ext uri="{BB962C8B-B14F-4D97-AF65-F5344CB8AC3E}">
        <p14:creationId xmlns:p14="http://schemas.microsoft.com/office/powerpoint/2010/main" val="4176999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7A3FEEE0-1378-460C-9AD2-FD658C277D98}"/>
              </a:ext>
            </a:extLst>
          </p:cNvPr>
          <p:cNvSpPr>
            <a:spLocks noGrp="1"/>
          </p:cNvSpPr>
          <p:nvPr>
            <p:ph type="dt" sz="half" idx="10"/>
          </p:nvPr>
        </p:nvSpPr>
        <p:spPr/>
        <p:txBody>
          <a:bodyPr/>
          <a:lstStyle>
            <a:lvl1pPr>
              <a:defRPr/>
            </a:lvl1pPr>
          </a:lstStyle>
          <a:p>
            <a:pPr>
              <a:defRPr/>
            </a:pPr>
            <a:endParaRPr lang="en-US" altLang="ko-KR"/>
          </a:p>
        </p:txBody>
      </p:sp>
      <p:sp>
        <p:nvSpPr>
          <p:cNvPr id="8" name="바닥글 개체 틀 4">
            <a:extLst>
              <a:ext uri="{FF2B5EF4-FFF2-40B4-BE49-F238E27FC236}">
                <a16:creationId xmlns:a16="http://schemas.microsoft.com/office/drawing/2014/main" id="{61052D7A-EE07-4221-9668-EB9D4690FB42}"/>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9" name="슬라이드 번호 개체 틀 5">
            <a:extLst>
              <a:ext uri="{FF2B5EF4-FFF2-40B4-BE49-F238E27FC236}">
                <a16:creationId xmlns:a16="http://schemas.microsoft.com/office/drawing/2014/main" id="{1F9325B5-0C00-4631-819E-4DC6FD362220}"/>
              </a:ext>
            </a:extLst>
          </p:cNvPr>
          <p:cNvSpPr>
            <a:spLocks noGrp="1"/>
          </p:cNvSpPr>
          <p:nvPr>
            <p:ph type="sldNum" sz="quarter" idx="12"/>
          </p:nvPr>
        </p:nvSpPr>
        <p:spPr/>
        <p:txBody>
          <a:bodyPr/>
          <a:lstStyle>
            <a:lvl1pPr>
              <a:defRPr/>
            </a:lvl1pPr>
          </a:lstStyle>
          <a:p>
            <a:fld id="{DF41C586-94E2-4EE8-8BF6-2B1FE9ACE2A5}" type="slidenum">
              <a:rPr lang="ko-KR" altLang="en-US"/>
              <a:pPr/>
              <a:t>‹#›</a:t>
            </a:fld>
            <a:endParaRPr lang="en-US" altLang="ko-KR"/>
          </a:p>
        </p:txBody>
      </p:sp>
    </p:spTree>
    <p:extLst>
      <p:ext uri="{BB962C8B-B14F-4D97-AF65-F5344CB8AC3E}">
        <p14:creationId xmlns:p14="http://schemas.microsoft.com/office/powerpoint/2010/main" val="149917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41C95BE5-A88B-4D00-B478-765D4257CF57}"/>
              </a:ext>
            </a:extLst>
          </p:cNvPr>
          <p:cNvSpPr>
            <a:spLocks noGrp="1"/>
          </p:cNvSpPr>
          <p:nvPr>
            <p:ph type="dt" sz="half" idx="10"/>
          </p:nvPr>
        </p:nvSpPr>
        <p:spPr/>
        <p:txBody>
          <a:bodyPr/>
          <a:lstStyle>
            <a:lvl1pPr>
              <a:defRPr/>
            </a:lvl1pPr>
          </a:lstStyle>
          <a:p>
            <a:pPr>
              <a:defRPr/>
            </a:pPr>
            <a:endParaRPr lang="en-US" altLang="ko-KR"/>
          </a:p>
        </p:txBody>
      </p:sp>
      <p:sp>
        <p:nvSpPr>
          <p:cNvPr id="4" name="바닥글 개체 틀 4">
            <a:extLst>
              <a:ext uri="{FF2B5EF4-FFF2-40B4-BE49-F238E27FC236}">
                <a16:creationId xmlns:a16="http://schemas.microsoft.com/office/drawing/2014/main" id="{D6E58E80-ABDE-4E6B-A261-E9EA7753ABFA}"/>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5" name="슬라이드 번호 개체 틀 5">
            <a:extLst>
              <a:ext uri="{FF2B5EF4-FFF2-40B4-BE49-F238E27FC236}">
                <a16:creationId xmlns:a16="http://schemas.microsoft.com/office/drawing/2014/main" id="{25754FC3-D378-47F2-9357-5511F9D66B5A}"/>
              </a:ext>
            </a:extLst>
          </p:cNvPr>
          <p:cNvSpPr>
            <a:spLocks noGrp="1"/>
          </p:cNvSpPr>
          <p:nvPr>
            <p:ph type="sldNum" sz="quarter" idx="12"/>
          </p:nvPr>
        </p:nvSpPr>
        <p:spPr/>
        <p:txBody>
          <a:bodyPr/>
          <a:lstStyle>
            <a:lvl1pPr>
              <a:defRPr/>
            </a:lvl1pPr>
          </a:lstStyle>
          <a:p>
            <a:fld id="{5A196A93-1A64-45D1-9C13-7213B08F4036}" type="slidenum">
              <a:rPr lang="ko-KR" altLang="en-US"/>
              <a:pPr/>
              <a:t>‹#›</a:t>
            </a:fld>
            <a:endParaRPr lang="en-US" altLang="ko-KR"/>
          </a:p>
        </p:txBody>
      </p:sp>
    </p:spTree>
    <p:extLst>
      <p:ext uri="{BB962C8B-B14F-4D97-AF65-F5344CB8AC3E}">
        <p14:creationId xmlns:p14="http://schemas.microsoft.com/office/powerpoint/2010/main" val="1815892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7309152C-7AF5-4CD5-9F5D-908E3CC6106F}"/>
              </a:ext>
            </a:extLst>
          </p:cNvPr>
          <p:cNvSpPr>
            <a:spLocks noGrp="1"/>
          </p:cNvSpPr>
          <p:nvPr>
            <p:ph type="dt" sz="half" idx="10"/>
          </p:nvPr>
        </p:nvSpPr>
        <p:spPr/>
        <p:txBody>
          <a:bodyPr/>
          <a:lstStyle>
            <a:lvl1pPr>
              <a:defRPr/>
            </a:lvl1pPr>
          </a:lstStyle>
          <a:p>
            <a:pPr>
              <a:defRPr/>
            </a:pPr>
            <a:endParaRPr lang="en-US" altLang="ko-KR"/>
          </a:p>
        </p:txBody>
      </p:sp>
      <p:sp>
        <p:nvSpPr>
          <p:cNvPr id="3" name="바닥글 개체 틀 4">
            <a:extLst>
              <a:ext uri="{FF2B5EF4-FFF2-40B4-BE49-F238E27FC236}">
                <a16:creationId xmlns:a16="http://schemas.microsoft.com/office/drawing/2014/main" id="{652FB29C-350C-4710-B815-BA9A95C74C5F}"/>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4" name="슬라이드 번호 개체 틀 5">
            <a:extLst>
              <a:ext uri="{FF2B5EF4-FFF2-40B4-BE49-F238E27FC236}">
                <a16:creationId xmlns:a16="http://schemas.microsoft.com/office/drawing/2014/main" id="{64145055-DFD0-4767-ACF3-875AB37B653E}"/>
              </a:ext>
            </a:extLst>
          </p:cNvPr>
          <p:cNvSpPr>
            <a:spLocks noGrp="1"/>
          </p:cNvSpPr>
          <p:nvPr>
            <p:ph type="sldNum" sz="quarter" idx="12"/>
          </p:nvPr>
        </p:nvSpPr>
        <p:spPr/>
        <p:txBody>
          <a:bodyPr/>
          <a:lstStyle>
            <a:lvl1pPr>
              <a:defRPr/>
            </a:lvl1pPr>
          </a:lstStyle>
          <a:p>
            <a:fld id="{05301A39-446A-4B12-8DD9-59448FA8717B}" type="slidenum">
              <a:rPr lang="ko-KR" altLang="en-US"/>
              <a:pPr/>
              <a:t>‹#›</a:t>
            </a:fld>
            <a:endParaRPr lang="en-US" altLang="ko-KR"/>
          </a:p>
        </p:txBody>
      </p:sp>
    </p:spTree>
    <p:extLst>
      <p:ext uri="{BB962C8B-B14F-4D97-AF65-F5344CB8AC3E}">
        <p14:creationId xmlns:p14="http://schemas.microsoft.com/office/powerpoint/2010/main" val="1215822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86F80CD1-5DEE-4C7A-8983-8BE487B12C85}"/>
              </a:ext>
            </a:extLst>
          </p:cNvPr>
          <p:cNvSpPr>
            <a:spLocks noGrp="1"/>
          </p:cNvSpPr>
          <p:nvPr>
            <p:ph type="dt" sz="half" idx="10"/>
          </p:nvPr>
        </p:nvSpPr>
        <p:spPr/>
        <p:txBody>
          <a:bodyPr/>
          <a:lstStyle>
            <a:lvl1pPr>
              <a:defRPr/>
            </a:lvl1pPr>
          </a:lstStyle>
          <a:p>
            <a:pPr>
              <a:defRPr/>
            </a:pPr>
            <a:endParaRPr lang="en-US" altLang="ko-KR"/>
          </a:p>
        </p:txBody>
      </p:sp>
      <p:sp>
        <p:nvSpPr>
          <p:cNvPr id="6" name="바닥글 개체 틀 4">
            <a:extLst>
              <a:ext uri="{FF2B5EF4-FFF2-40B4-BE49-F238E27FC236}">
                <a16:creationId xmlns:a16="http://schemas.microsoft.com/office/drawing/2014/main" id="{2A05E371-B847-4833-B210-203D31D311C0}"/>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7" name="슬라이드 번호 개체 틀 5">
            <a:extLst>
              <a:ext uri="{FF2B5EF4-FFF2-40B4-BE49-F238E27FC236}">
                <a16:creationId xmlns:a16="http://schemas.microsoft.com/office/drawing/2014/main" id="{C3DE187F-994E-400C-B09D-7EE13250D9E2}"/>
              </a:ext>
            </a:extLst>
          </p:cNvPr>
          <p:cNvSpPr>
            <a:spLocks noGrp="1"/>
          </p:cNvSpPr>
          <p:nvPr>
            <p:ph type="sldNum" sz="quarter" idx="12"/>
          </p:nvPr>
        </p:nvSpPr>
        <p:spPr/>
        <p:txBody>
          <a:bodyPr/>
          <a:lstStyle>
            <a:lvl1pPr>
              <a:defRPr/>
            </a:lvl1pPr>
          </a:lstStyle>
          <a:p>
            <a:fld id="{203BCD56-20A4-4FCC-881D-78294B16B1F8}" type="slidenum">
              <a:rPr lang="ko-KR" altLang="en-US"/>
              <a:pPr/>
              <a:t>‹#›</a:t>
            </a:fld>
            <a:endParaRPr lang="en-US" altLang="ko-KR"/>
          </a:p>
        </p:txBody>
      </p:sp>
    </p:spTree>
    <p:extLst>
      <p:ext uri="{BB962C8B-B14F-4D97-AF65-F5344CB8AC3E}">
        <p14:creationId xmlns:p14="http://schemas.microsoft.com/office/powerpoint/2010/main" val="2129518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FBF893C4-6543-4A1E-B229-818B45BEDABB}"/>
              </a:ext>
            </a:extLst>
          </p:cNvPr>
          <p:cNvSpPr>
            <a:spLocks noGrp="1"/>
          </p:cNvSpPr>
          <p:nvPr>
            <p:ph type="dt" sz="half" idx="10"/>
          </p:nvPr>
        </p:nvSpPr>
        <p:spPr/>
        <p:txBody>
          <a:bodyPr/>
          <a:lstStyle>
            <a:lvl1pPr>
              <a:defRPr/>
            </a:lvl1pPr>
          </a:lstStyle>
          <a:p>
            <a:pPr>
              <a:defRPr/>
            </a:pPr>
            <a:endParaRPr lang="en-US" altLang="ko-KR"/>
          </a:p>
        </p:txBody>
      </p:sp>
      <p:sp>
        <p:nvSpPr>
          <p:cNvPr id="6" name="바닥글 개체 틀 4">
            <a:extLst>
              <a:ext uri="{FF2B5EF4-FFF2-40B4-BE49-F238E27FC236}">
                <a16:creationId xmlns:a16="http://schemas.microsoft.com/office/drawing/2014/main" id="{DFB749EF-1C78-41A9-804A-605B72497160}"/>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7" name="슬라이드 번호 개체 틀 5">
            <a:extLst>
              <a:ext uri="{FF2B5EF4-FFF2-40B4-BE49-F238E27FC236}">
                <a16:creationId xmlns:a16="http://schemas.microsoft.com/office/drawing/2014/main" id="{B167FFF8-3D01-4B65-BC47-3C02CBCAA53B}"/>
              </a:ext>
            </a:extLst>
          </p:cNvPr>
          <p:cNvSpPr>
            <a:spLocks noGrp="1"/>
          </p:cNvSpPr>
          <p:nvPr>
            <p:ph type="sldNum" sz="quarter" idx="12"/>
          </p:nvPr>
        </p:nvSpPr>
        <p:spPr/>
        <p:txBody>
          <a:bodyPr/>
          <a:lstStyle>
            <a:lvl1pPr>
              <a:defRPr/>
            </a:lvl1pPr>
          </a:lstStyle>
          <a:p>
            <a:fld id="{E5EE4396-95BE-46C3-B48F-70704ECD08FC}" type="slidenum">
              <a:rPr lang="ko-KR" altLang="en-US"/>
              <a:pPr/>
              <a:t>‹#›</a:t>
            </a:fld>
            <a:endParaRPr lang="en-US" altLang="ko-KR"/>
          </a:p>
        </p:txBody>
      </p:sp>
    </p:spTree>
    <p:extLst>
      <p:ext uri="{BB962C8B-B14F-4D97-AF65-F5344CB8AC3E}">
        <p14:creationId xmlns:p14="http://schemas.microsoft.com/office/powerpoint/2010/main" val="102930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A8D9D96-505B-4CC5-90C1-8518B071B967}"/>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F57473AB-8E33-4500-B2B2-0B10078DB808}"/>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6" name="슬라이드 번호 개체 틀 5">
            <a:extLst>
              <a:ext uri="{FF2B5EF4-FFF2-40B4-BE49-F238E27FC236}">
                <a16:creationId xmlns:a16="http://schemas.microsoft.com/office/drawing/2014/main" id="{B9E1083B-54F0-45CE-A9B7-6E4C0E989CF9}"/>
              </a:ext>
            </a:extLst>
          </p:cNvPr>
          <p:cNvSpPr>
            <a:spLocks noGrp="1"/>
          </p:cNvSpPr>
          <p:nvPr>
            <p:ph type="sldNum" sz="quarter" idx="12"/>
          </p:nvPr>
        </p:nvSpPr>
        <p:spPr/>
        <p:txBody>
          <a:bodyPr/>
          <a:lstStyle>
            <a:lvl1pPr>
              <a:defRPr/>
            </a:lvl1pPr>
          </a:lstStyle>
          <a:p>
            <a:fld id="{D42E3E45-4189-4CE6-8856-AF6F36AB4C7F}" type="slidenum">
              <a:rPr lang="ko-KR" altLang="en-US"/>
              <a:pPr/>
              <a:t>‹#›</a:t>
            </a:fld>
            <a:endParaRPr lang="en-US" altLang="ko-KR"/>
          </a:p>
        </p:txBody>
      </p:sp>
    </p:spTree>
    <p:extLst>
      <p:ext uri="{BB962C8B-B14F-4D97-AF65-F5344CB8AC3E}">
        <p14:creationId xmlns:p14="http://schemas.microsoft.com/office/powerpoint/2010/main" val="246284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62D7ECD1-ED62-42C0-B220-23A38DCE1DAD}"/>
              </a:ext>
            </a:extLst>
          </p:cNvPr>
          <p:cNvSpPr>
            <a:spLocks noGrp="1"/>
          </p:cNvSpPr>
          <p:nvPr>
            <p:ph type="dt" sz="half" idx="10"/>
          </p:nvPr>
        </p:nvSpPr>
        <p:spPr/>
        <p:txBody>
          <a:bodyPr/>
          <a:lstStyle>
            <a:lvl1pPr>
              <a:defRPr/>
            </a:lvl1pPr>
          </a:lstStyle>
          <a:p>
            <a:pPr>
              <a:defRPr/>
            </a:pPr>
            <a:endParaRPr lang="en-US" altLang="ko-KR"/>
          </a:p>
        </p:txBody>
      </p:sp>
      <p:sp>
        <p:nvSpPr>
          <p:cNvPr id="5" name="바닥글 개체 틀 4">
            <a:extLst>
              <a:ext uri="{FF2B5EF4-FFF2-40B4-BE49-F238E27FC236}">
                <a16:creationId xmlns:a16="http://schemas.microsoft.com/office/drawing/2014/main" id="{18119CA4-33CD-4960-8F83-7A59304DBF2D}"/>
              </a:ext>
            </a:extLst>
          </p:cNvPr>
          <p:cNvSpPr>
            <a:spLocks noGrp="1"/>
          </p:cNvSpPr>
          <p:nvPr>
            <p:ph type="ftr" sz="quarter" idx="11"/>
          </p:nvPr>
        </p:nvSpPr>
        <p:spPr/>
        <p:txBody>
          <a:bodyPr/>
          <a:lstStyle>
            <a:lvl1pPr>
              <a:defRPr/>
            </a:lvl1pPr>
          </a:lstStyle>
          <a:p>
            <a:pPr>
              <a:defRPr/>
            </a:pPr>
            <a:r>
              <a:rPr lang="en-US" altLang="ko-KR"/>
              <a:t>Search Algorithms: Object-Oriented Implementation (Part A)</a:t>
            </a:r>
          </a:p>
        </p:txBody>
      </p:sp>
      <p:sp>
        <p:nvSpPr>
          <p:cNvPr id="6" name="슬라이드 번호 개체 틀 5">
            <a:extLst>
              <a:ext uri="{FF2B5EF4-FFF2-40B4-BE49-F238E27FC236}">
                <a16:creationId xmlns:a16="http://schemas.microsoft.com/office/drawing/2014/main" id="{43EFCBC8-D63B-47A2-B795-74D488C22E02}"/>
              </a:ext>
            </a:extLst>
          </p:cNvPr>
          <p:cNvSpPr>
            <a:spLocks noGrp="1"/>
          </p:cNvSpPr>
          <p:nvPr>
            <p:ph type="sldNum" sz="quarter" idx="12"/>
          </p:nvPr>
        </p:nvSpPr>
        <p:spPr/>
        <p:txBody>
          <a:bodyPr/>
          <a:lstStyle>
            <a:lvl1pPr>
              <a:defRPr/>
            </a:lvl1pPr>
          </a:lstStyle>
          <a:p>
            <a:fld id="{7F799A4B-C24C-4425-9F33-CE67A618E3B7}" type="slidenum">
              <a:rPr lang="ko-KR" altLang="en-US"/>
              <a:pPr/>
              <a:t>‹#›</a:t>
            </a:fld>
            <a:endParaRPr lang="en-US" altLang="ko-KR"/>
          </a:p>
        </p:txBody>
      </p:sp>
    </p:spTree>
    <p:extLst>
      <p:ext uri="{BB962C8B-B14F-4D97-AF65-F5344CB8AC3E}">
        <p14:creationId xmlns:p14="http://schemas.microsoft.com/office/powerpoint/2010/main" val="1361640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제목 개체 틀 1">
            <a:extLst>
              <a:ext uri="{FF2B5EF4-FFF2-40B4-BE49-F238E27FC236}">
                <a16:creationId xmlns:a16="http://schemas.microsoft.com/office/drawing/2014/main" id="{A2D828FD-239B-4AF6-AD26-44DEAC8AAE57}"/>
              </a:ext>
            </a:extLst>
          </p:cNvPr>
          <p:cNvSpPr>
            <a:spLocks noGrp="1"/>
          </p:cNvSpPr>
          <p:nvPr>
            <p:ph type="title"/>
          </p:nvPr>
        </p:nvSpPr>
        <p:spPr bwMode="auto">
          <a:xfrm>
            <a:off x="457200" y="274638"/>
            <a:ext cx="82296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텍스트 개체 틀 2">
            <a:extLst>
              <a:ext uri="{FF2B5EF4-FFF2-40B4-BE49-F238E27FC236}">
                <a16:creationId xmlns:a16="http://schemas.microsoft.com/office/drawing/2014/main" id="{653ACDAE-C7A7-4E82-8AA5-ED06FA6CA470}"/>
              </a:ext>
            </a:extLst>
          </p:cNvPr>
          <p:cNvSpPr>
            <a:spLocks noGrp="1"/>
          </p:cNvSpPr>
          <p:nvPr>
            <p:ph type="body" idx="1"/>
          </p:nvPr>
        </p:nvSpPr>
        <p:spPr bwMode="auto">
          <a:xfrm>
            <a:off x="457200" y="1196975"/>
            <a:ext cx="82296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56183C17-7951-42A8-8714-0A05C8BADD0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latinLnBrk="1" hangingPunct="1">
              <a:defRPr sz="1200">
                <a:solidFill>
                  <a:schemeClr val="tx1">
                    <a:tint val="75000"/>
                  </a:schemeClr>
                </a:solidFill>
              </a:defRPr>
            </a:lvl1pPr>
          </a:lstStyle>
          <a:p>
            <a:pPr>
              <a:defRPr/>
            </a:pPr>
            <a:endParaRPr lang="en-US" altLang="ko-KR"/>
          </a:p>
        </p:txBody>
      </p:sp>
      <p:sp>
        <p:nvSpPr>
          <p:cNvPr id="5" name="바닥글 개체 틀 4">
            <a:extLst>
              <a:ext uri="{FF2B5EF4-FFF2-40B4-BE49-F238E27FC236}">
                <a16:creationId xmlns:a16="http://schemas.microsoft.com/office/drawing/2014/main" id="{6DE22294-BD0E-4270-B8BE-F93C3E09550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latinLnBrk="1" hangingPunct="1">
              <a:defRPr sz="1200">
                <a:solidFill>
                  <a:schemeClr val="tx1">
                    <a:tint val="75000"/>
                  </a:schemeClr>
                </a:solidFill>
              </a:defRPr>
            </a:lvl1pPr>
          </a:lstStyle>
          <a:p>
            <a:pPr>
              <a:defRPr/>
            </a:pPr>
            <a:r>
              <a:rPr lang="en-US" altLang="ko-KR"/>
              <a:t>Search Algorithms: Object-Oriented Implementation (Part A)</a:t>
            </a:r>
          </a:p>
        </p:txBody>
      </p:sp>
      <p:sp>
        <p:nvSpPr>
          <p:cNvPr id="6" name="슬라이드 번호 개체 틀 5">
            <a:extLst>
              <a:ext uri="{FF2B5EF4-FFF2-40B4-BE49-F238E27FC236}">
                <a16:creationId xmlns:a16="http://schemas.microsoft.com/office/drawing/2014/main" id="{B3F60E19-E5F2-4A97-9F27-037FF8F6194F}"/>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latinLnBrk="1" hangingPunct="1">
              <a:defRPr sz="1200">
                <a:solidFill>
                  <a:srgbClr val="898989"/>
                </a:solidFill>
              </a:defRPr>
            </a:lvl1pPr>
          </a:lstStyle>
          <a:p>
            <a:fld id="{78DC4B0E-801E-4AE9-A9C2-9EE6A7C78D43}" type="slidenum">
              <a:rPr lang="ko-KR" altLang="en-US"/>
              <a:pPr/>
              <a:t>‹#›</a:t>
            </a:fld>
            <a:endParaRPr lang="en-US" altLang="ko-KR"/>
          </a:p>
        </p:txBody>
      </p:sp>
    </p:spTree>
  </p:cSld>
  <p:clrMap bg1="lt1" tx1="dk1" bg2="lt2" tx2="dk2" accent1="accent1" accent2="accent2" accent3="accent3" accent4="accent4" accent5="accent5" accent6="accent6" hlink="hlink" folHlink="folHlink"/>
  <p:sldLayoutIdLst>
    <p:sldLayoutId id="2147485752" r:id="rId1"/>
    <p:sldLayoutId id="2147485762" r:id="rId2"/>
    <p:sldLayoutId id="2147485753" r:id="rId3"/>
    <p:sldLayoutId id="2147485754" r:id="rId4"/>
    <p:sldLayoutId id="2147485755" r:id="rId5"/>
    <p:sldLayoutId id="2147485756" r:id="rId6"/>
    <p:sldLayoutId id="2147485757" r:id="rId7"/>
    <p:sldLayoutId id="2147485758" r:id="rId8"/>
    <p:sldLayoutId id="2147485759" r:id="rId9"/>
    <p:sldLayoutId id="2147485760" r:id="rId10"/>
    <p:sldLayoutId id="2147485761" r:id="rId11"/>
  </p:sldLayoutIdLst>
  <p:hf hdr="0" dt="0"/>
  <p:txStyles>
    <p:titleStyle>
      <a:lvl1pPr algn="ctr" rtl="0" eaLnBrk="0" fontAlgn="base" latinLnBrk="1" hangingPunct="0">
        <a:spcBef>
          <a:spcPct val="0"/>
        </a:spcBef>
        <a:spcAft>
          <a:spcPct val="0"/>
        </a:spcAft>
        <a:defRPr sz="3200" kern="1200">
          <a:solidFill>
            <a:schemeClr val="tx1"/>
          </a:solidFill>
          <a:latin typeface="Arial" pitchFamily="34" charset="0"/>
          <a:ea typeface="+mj-ea"/>
          <a:cs typeface="Arial" pitchFamily="34" charset="0"/>
        </a:defRPr>
      </a:lvl1pPr>
      <a:lvl2pPr algn="ctr" rtl="0" eaLnBrk="0" fontAlgn="base" latinLnBrk="1" hangingPunct="0">
        <a:spcBef>
          <a:spcPct val="0"/>
        </a:spcBef>
        <a:spcAft>
          <a:spcPct val="0"/>
        </a:spcAft>
        <a:defRPr sz="3200">
          <a:solidFill>
            <a:schemeClr val="tx1"/>
          </a:solidFill>
          <a:latin typeface="Arial" charset="0"/>
          <a:cs typeface="Arial" charset="0"/>
        </a:defRPr>
      </a:lvl2pPr>
      <a:lvl3pPr algn="ctr" rtl="0" eaLnBrk="0" fontAlgn="base" latinLnBrk="1" hangingPunct="0">
        <a:spcBef>
          <a:spcPct val="0"/>
        </a:spcBef>
        <a:spcAft>
          <a:spcPct val="0"/>
        </a:spcAft>
        <a:defRPr sz="3200">
          <a:solidFill>
            <a:schemeClr val="tx1"/>
          </a:solidFill>
          <a:latin typeface="Arial" charset="0"/>
          <a:cs typeface="Arial" charset="0"/>
        </a:defRPr>
      </a:lvl3pPr>
      <a:lvl4pPr algn="ctr" rtl="0" eaLnBrk="0" fontAlgn="base" latinLnBrk="1" hangingPunct="0">
        <a:spcBef>
          <a:spcPct val="0"/>
        </a:spcBef>
        <a:spcAft>
          <a:spcPct val="0"/>
        </a:spcAft>
        <a:defRPr sz="3200">
          <a:solidFill>
            <a:schemeClr val="tx1"/>
          </a:solidFill>
          <a:latin typeface="Arial" charset="0"/>
          <a:cs typeface="Arial" charset="0"/>
        </a:defRPr>
      </a:lvl4pPr>
      <a:lvl5pPr algn="ctr" rtl="0" eaLnBrk="0" fontAlgn="base" latinLnBrk="1" hangingPunct="0">
        <a:spcBef>
          <a:spcPct val="0"/>
        </a:spcBef>
        <a:spcAft>
          <a:spcPct val="0"/>
        </a:spcAft>
        <a:defRPr sz="3200">
          <a:solidFill>
            <a:schemeClr val="tx1"/>
          </a:solidFill>
          <a:latin typeface="Arial" charset="0"/>
          <a:cs typeface="Arial" charset="0"/>
        </a:defRPr>
      </a:lvl5pPr>
      <a:lvl6pPr marL="457200" algn="ctr" rtl="0" fontAlgn="base" latinLnBrk="1">
        <a:spcBef>
          <a:spcPct val="0"/>
        </a:spcBef>
        <a:spcAft>
          <a:spcPct val="0"/>
        </a:spcAft>
        <a:defRPr sz="4400">
          <a:solidFill>
            <a:schemeClr val="tx1"/>
          </a:solidFill>
          <a:latin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defRPr>
      </a:lvl9pPr>
    </p:titleStyle>
    <p:bodyStyle>
      <a:lvl1pPr marL="342900" indent="-342900" algn="l" rtl="0" eaLnBrk="0" fontAlgn="base" latinLnBrk="1" hangingPunct="0">
        <a:lnSpc>
          <a:spcPct val="120000"/>
        </a:lnSpc>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1pPr>
      <a:lvl2pPr marL="742950" indent="-285750" algn="l" rtl="0" eaLnBrk="0" fontAlgn="base" latinLnBrk="1" hangingPunct="0">
        <a:lnSpc>
          <a:spcPct val="120000"/>
        </a:lnSpc>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2pPr>
      <a:lvl3pPr marL="1143000" indent="-228600" algn="l" rtl="0" eaLnBrk="0" fontAlgn="base" latinLnBrk="1" hangingPunct="0">
        <a:lnSpc>
          <a:spcPct val="120000"/>
        </a:lnSpc>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3pPr>
      <a:lvl4pPr marL="1600200" indent="-228600" algn="l" rtl="0" eaLnBrk="0" fontAlgn="base" latinLnBrk="1" hangingPunct="0">
        <a:lnSpc>
          <a:spcPct val="120000"/>
        </a:lnSpc>
        <a:spcBef>
          <a:spcPct val="20000"/>
        </a:spcBef>
        <a:spcAft>
          <a:spcPct val="0"/>
        </a:spcAft>
        <a:buFont typeface="Arial" panose="020B0604020202020204" pitchFamily="34" charset="0"/>
        <a:buChar char="–"/>
        <a:defRPr kern="1200">
          <a:solidFill>
            <a:schemeClr val="tx1"/>
          </a:solidFill>
          <a:latin typeface="Arial" pitchFamily="34" charset="0"/>
          <a:ea typeface="+mn-ea"/>
          <a:cs typeface="Arial" pitchFamily="34" charset="0"/>
        </a:defRPr>
      </a:lvl4pPr>
      <a:lvl5pPr marL="2057400" indent="-228600" algn="l" rtl="0" eaLnBrk="0" fontAlgn="base" latinLnBrk="1" hangingPunct="0">
        <a:lnSpc>
          <a:spcPct val="120000"/>
        </a:lnSpc>
        <a:spcBef>
          <a:spcPct val="20000"/>
        </a:spcBef>
        <a:spcAft>
          <a:spcPct val="0"/>
        </a:spcAft>
        <a:buFont typeface="Arial" panose="020B0604020202020204" pitchFamily="34" charset="0"/>
        <a:buChar char="»"/>
        <a:defRPr kern="1200">
          <a:solidFill>
            <a:schemeClr val="tx1"/>
          </a:solidFill>
          <a:latin typeface="Arial" pitchFamily="34" charset="0"/>
          <a:ea typeface="+mn-ea"/>
          <a:cs typeface="Arial" pitchFamily="34" charset="0"/>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en.wikipedia.org/wiki/File:Slumptur.GIF" TargetMode="External"/><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upload.wikimedia.org/wikipedia/commons/8/8e/Kortad-rundtur.GIF"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14C523F-3DB5-4183-933F-BE3488FC9CD7}"/>
              </a:ext>
            </a:extLst>
          </p:cNvPr>
          <p:cNvSpPr>
            <a:spLocks noGrp="1" noChangeArrowheads="1"/>
          </p:cNvSpPr>
          <p:nvPr>
            <p:ph type="ctrTitle"/>
          </p:nvPr>
        </p:nvSpPr>
        <p:spPr>
          <a:xfrm>
            <a:off x="395288" y="1844675"/>
            <a:ext cx="8353425" cy="2016125"/>
          </a:xfrm>
        </p:spPr>
        <p:txBody>
          <a:bodyPr/>
          <a:lstStyle/>
          <a:p>
            <a:pPr eaLnBrk="1" hangingPunct="1"/>
            <a:r>
              <a:rPr lang="en-US" altLang="ko-KR" u="sng" dirty="0">
                <a:solidFill>
                  <a:srgbClr val="7882AA"/>
                </a:solidFill>
              </a:rPr>
              <a:t>Search Algorithms</a:t>
            </a:r>
            <a:r>
              <a:rPr lang="en-US" altLang="ko-KR" dirty="0">
                <a:solidFill>
                  <a:srgbClr val="7882AA"/>
                </a:solidFill>
              </a:rPr>
              <a:t>: Object-Oriented Implementation (Part A)</a:t>
            </a:r>
            <a:endParaRPr lang="ko-KR" altLang="en-US" dirty="0">
              <a:solidFill>
                <a:srgbClr val="7882AA"/>
              </a:solidFill>
            </a:endParaRPr>
          </a:p>
        </p:txBody>
      </p:sp>
      <p:sp>
        <p:nvSpPr>
          <p:cNvPr id="15363" name="Rectangle 3">
            <a:extLst>
              <a:ext uri="{FF2B5EF4-FFF2-40B4-BE49-F238E27FC236}">
                <a16:creationId xmlns:a16="http://schemas.microsoft.com/office/drawing/2014/main" id="{BF73D2B0-CDE8-4E13-B4E9-1BF34EB7A572}"/>
              </a:ext>
            </a:extLst>
          </p:cNvPr>
          <p:cNvSpPr>
            <a:spLocks noGrp="1" noChangeArrowheads="1"/>
          </p:cNvSpPr>
          <p:nvPr>
            <p:ph type="subTitle" idx="1"/>
          </p:nvPr>
        </p:nvSpPr>
        <p:spPr>
          <a:xfrm>
            <a:off x="1071563" y="4149725"/>
            <a:ext cx="7143750" cy="1366838"/>
          </a:xfrm>
        </p:spPr>
        <p:txBody>
          <a:bodyPr/>
          <a:lstStyle/>
          <a:p>
            <a:pPr>
              <a:lnSpc>
                <a:spcPct val="100000"/>
              </a:lnSpc>
              <a:defRPr/>
            </a:pPr>
            <a:endParaRPr lang="en-US" altLang="ko-KR" sz="2000" dirty="0">
              <a:solidFill>
                <a:schemeClr val="tx1">
                  <a:lumMod val="50000"/>
                  <a:lumOff val="50000"/>
                </a:schemeClr>
              </a:solidFill>
            </a:endParaRPr>
          </a:p>
        </p:txBody>
      </p:sp>
      <p:sp>
        <p:nvSpPr>
          <p:cNvPr id="2" name="말풍선: 모서리가 둥근 사각형 1">
            <a:extLst>
              <a:ext uri="{FF2B5EF4-FFF2-40B4-BE49-F238E27FC236}">
                <a16:creationId xmlns:a16="http://schemas.microsoft.com/office/drawing/2014/main" id="{3CA0C13D-BBDE-40FF-81A4-B74E922E7D83}"/>
              </a:ext>
            </a:extLst>
          </p:cNvPr>
          <p:cNvSpPr/>
          <p:nvPr/>
        </p:nvSpPr>
        <p:spPr>
          <a:xfrm>
            <a:off x="1763688" y="1555750"/>
            <a:ext cx="2592288" cy="466935"/>
          </a:xfrm>
          <a:prstGeom prst="wedgeRoundRectCallout">
            <a:avLst>
              <a:gd name="adj1" fmla="val -22303"/>
              <a:gd name="adj2" fmla="val 95138"/>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나눔스퀘어_ac" panose="020B0600000101010101" pitchFamily="50" charset="-127"/>
                <a:ea typeface="나눔스퀘어_ac" panose="020B0600000101010101" pitchFamily="50" charset="-127"/>
              </a:rPr>
              <a:t>Search Algo. (= </a:t>
            </a:r>
            <a:r>
              <a:rPr lang="ko-KR" altLang="en-US" sz="1200" dirty="0">
                <a:solidFill>
                  <a:schemeClr val="tx1"/>
                </a:solidFill>
                <a:latin typeface="나눔스퀘어_ac" panose="020B0600000101010101" pitchFamily="50" charset="-127"/>
                <a:ea typeface="나눔스퀘어_ac" panose="020B0600000101010101" pitchFamily="50" charset="-127"/>
              </a:rPr>
              <a:t>탐색</a:t>
            </a:r>
            <a:r>
              <a:rPr lang="en-US" altLang="ko-KR" sz="1200" dirty="0">
                <a:solidFill>
                  <a:schemeClr val="tx1"/>
                </a:solidFill>
                <a:latin typeface="나눔스퀘어_ac" panose="020B0600000101010101" pitchFamily="50" charset="-127"/>
                <a:ea typeface="나눔스퀘어_ac" panose="020B0600000101010101" pitchFamily="50" charset="-127"/>
              </a:rPr>
              <a:t>) is the foundation of AI algorithm!</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grpSp>
        <p:nvGrpSpPr>
          <p:cNvPr id="6" name="그룹 5">
            <a:extLst>
              <a:ext uri="{FF2B5EF4-FFF2-40B4-BE49-F238E27FC236}">
                <a16:creationId xmlns:a16="http://schemas.microsoft.com/office/drawing/2014/main" id="{B6EE6C89-18FE-4260-A4D3-1BF4E6D3FC65}"/>
              </a:ext>
            </a:extLst>
          </p:cNvPr>
          <p:cNvGrpSpPr/>
          <p:nvPr/>
        </p:nvGrpSpPr>
        <p:grpSpPr>
          <a:xfrm>
            <a:off x="4355976" y="4972500"/>
            <a:ext cx="4221965" cy="1665975"/>
            <a:chOff x="2987824" y="4104811"/>
            <a:chExt cx="4221965" cy="1665975"/>
          </a:xfrm>
        </p:grpSpPr>
        <p:sp>
          <p:nvSpPr>
            <p:cNvPr id="5" name="말풍선: 모서리가 둥근 사각형 4">
              <a:extLst>
                <a:ext uri="{FF2B5EF4-FFF2-40B4-BE49-F238E27FC236}">
                  <a16:creationId xmlns:a16="http://schemas.microsoft.com/office/drawing/2014/main" id="{5E0D0ACC-D5F9-49A8-8C6E-C8710D808568}"/>
                </a:ext>
              </a:extLst>
            </p:cNvPr>
            <p:cNvSpPr/>
            <p:nvPr/>
          </p:nvSpPr>
          <p:spPr>
            <a:xfrm>
              <a:off x="2987824" y="4104811"/>
              <a:ext cx="4221965" cy="908365"/>
            </a:xfrm>
            <a:prstGeom prst="wedgeRoundRectCallout">
              <a:avLst>
                <a:gd name="adj1" fmla="val 10410"/>
                <a:gd name="adj2" fmla="val 84652"/>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just"/>
              <a:r>
                <a:rPr lang="en-US" altLang="ko-KR" sz="1200" dirty="0">
                  <a:solidFill>
                    <a:schemeClr val="tx1"/>
                  </a:solidFill>
                  <a:latin typeface="나눔스퀘어_ac" panose="020B0600000101010101" pitchFamily="50" charset="-127"/>
                  <a:ea typeface="나눔스퀘어_ac" panose="020B0600000101010101" pitchFamily="50" charset="-127"/>
                </a:rPr>
                <a:t>In Machine Learning and Deep Learning problems, we perform optimization, and search techniques are used for this. From this lecture onward, we will study the theory of basic search algorithms and how to implement them using OOP.</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pic>
          <p:nvPicPr>
            <p:cNvPr id="4" name="그림 3">
              <a:extLst>
                <a:ext uri="{FF2B5EF4-FFF2-40B4-BE49-F238E27FC236}">
                  <a16:creationId xmlns:a16="http://schemas.microsoft.com/office/drawing/2014/main" id="{71B0E018-9123-4328-9EFC-2982094B6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639" y="5150453"/>
              <a:ext cx="620333" cy="620333"/>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641F8756-D04D-4F50-A56D-33F8A24AF273}"/>
              </a:ext>
            </a:extLst>
          </p:cNvPr>
          <p:cNvSpPr>
            <a:spLocks noGrp="1" noChangeAspect="1" noChangeArrowheads="1"/>
          </p:cNvSpPr>
          <p:nvPr>
            <p:ph idx="1"/>
          </p:nvPr>
        </p:nvSpPr>
        <p:spPr>
          <a:xfrm>
            <a:off x="457200" y="981075"/>
            <a:ext cx="8229600" cy="5256213"/>
          </a:xfrm>
        </p:spPr>
        <p:txBody>
          <a:bodyPr/>
          <a:lstStyle/>
          <a:p>
            <a:pPr marL="287338" indent="-287338"/>
            <a:r>
              <a:rPr lang="en-US" altLang="ko-KR" sz="2400" dirty="0">
                <a:solidFill>
                  <a:srgbClr val="0033CC"/>
                </a:solidFill>
              </a:rPr>
              <a:t>Conventional vs. AI Algorithms</a:t>
            </a:r>
          </a:p>
          <a:p>
            <a:pPr marL="287338" indent="-287338"/>
            <a:r>
              <a:rPr lang="en-US" altLang="ko-KR" sz="2400" dirty="0">
                <a:solidFill>
                  <a:srgbClr val="0033CC"/>
                </a:solidFill>
              </a:rPr>
              <a:t>Local Search Algorithms</a:t>
            </a:r>
          </a:p>
          <a:p>
            <a:pPr marL="287338" indent="-287338"/>
            <a:r>
              <a:rPr lang="en-US" altLang="ko-KR" sz="2400" dirty="0">
                <a:solidFill>
                  <a:srgbClr val="99CCFF"/>
                </a:solidFill>
              </a:rPr>
              <a:t>Implementing Hill-Climbing Algorithms</a:t>
            </a:r>
          </a:p>
          <a:p>
            <a:pPr marL="287338" indent="-287338"/>
            <a:r>
              <a:rPr lang="en-US" altLang="ko-KR" sz="2400" dirty="0">
                <a:solidFill>
                  <a:srgbClr val="99CCFF"/>
                </a:solidFill>
              </a:rPr>
              <a:t>Defining ‘Problem’ Class</a:t>
            </a:r>
          </a:p>
          <a:p>
            <a:pPr marL="287338" indent="-287338"/>
            <a:r>
              <a:rPr lang="en-US" altLang="ko-KR" sz="2400" dirty="0">
                <a:solidFill>
                  <a:srgbClr val="99CCFF"/>
                </a:solidFill>
              </a:rPr>
              <a:t>Adding Gradient Descent</a:t>
            </a:r>
          </a:p>
          <a:p>
            <a:pPr marL="287338" indent="-287338"/>
            <a:r>
              <a:rPr lang="en-US" altLang="ko-KR" sz="2400" dirty="0">
                <a:solidFill>
                  <a:srgbClr val="99CCFF"/>
                </a:solidFill>
              </a:rPr>
              <a:t>Defining ‘</a:t>
            </a:r>
            <a:r>
              <a:rPr lang="en-US" altLang="ko-KR" sz="2400" dirty="0" err="1">
                <a:solidFill>
                  <a:srgbClr val="99CCFF"/>
                </a:solidFill>
              </a:rPr>
              <a:t>HillClimbing</a:t>
            </a:r>
            <a:r>
              <a:rPr lang="en-US" altLang="ko-KR" sz="2400" dirty="0">
                <a:solidFill>
                  <a:srgbClr val="99CCFF"/>
                </a:solidFill>
              </a:rPr>
              <a:t>’ Class</a:t>
            </a:r>
          </a:p>
          <a:p>
            <a:pPr marL="287338" indent="-287338"/>
            <a:r>
              <a:rPr lang="en-US" altLang="ko-KR" sz="2400" dirty="0">
                <a:solidFill>
                  <a:srgbClr val="99CCFF"/>
                </a:solidFill>
              </a:rPr>
              <a:t>Adding More Algorithms and Classes</a:t>
            </a:r>
          </a:p>
          <a:p>
            <a:pPr marL="287338" indent="-287338"/>
            <a:r>
              <a:rPr lang="en-US" altLang="ko-KR" sz="2400" dirty="0">
                <a:solidFill>
                  <a:srgbClr val="99CCFF"/>
                </a:solidFill>
              </a:rPr>
              <a:t>Experiments</a:t>
            </a:r>
          </a:p>
        </p:txBody>
      </p:sp>
      <p:sp>
        <p:nvSpPr>
          <p:cNvPr id="7171" name="Rectangle 2">
            <a:extLst>
              <a:ext uri="{FF2B5EF4-FFF2-40B4-BE49-F238E27FC236}">
                <a16:creationId xmlns:a16="http://schemas.microsoft.com/office/drawing/2014/main" id="{FD91190E-F5DA-4E33-974C-9BE9704B210C}"/>
              </a:ext>
            </a:extLst>
          </p:cNvPr>
          <p:cNvSpPr>
            <a:spLocks noGrp="1" noChangeArrowheads="1"/>
          </p:cNvSpPr>
          <p:nvPr>
            <p:ph type="title"/>
          </p:nvPr>
        </p:nvSpPr>
        <p:spPr>
          <a:xfrm>
            <a:off x="457200" y="274638"/>
            <a:ext cx="8229600" cy="633412"/>
          </a:xfrm>
        </p:spPr>
        <p:txBody>
          <a:bodyPr/>
          <a:lstStyle/>
          <a:p>
            <a:r>
              <a:rPr lang="en-US" altLang="ko-KR">
                <a:solidFill>
                  <a:srgbClr val="7882AA"/>
                </a:solidFill>
              </a:rPr>
              <a:t>Contents</a:t>
            </a:r>
          </a:p>
        </p:txBody>
      </p:sp>
      <p:sp>
        <p:nvSpPr>
          <p:cNvPr id="18434" name="바닥글 개체 틀 4">
            <a:extLst>
              <a:ext uri="{FF2B5EF4-FFF2-40B4-BE49-F238E27FC236}">
                <a16:creationId xmlns:a16="http://schemas.microsoft.com/office/drawing/2014/main" id="{F6BE0416-26C7-42E5-BC06-05711A8958AB}"/>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7173" name="슬라이드 번호 개체 틀 1">
            <a:extLst>
              <a:ext uri="{FF2B5EF4-FFF2-40B4-BE49-F238E27FC236}">
                <a16:creationId xmlns:a16="http://schemas.microsoft.com/office/drawing/2014/main" id="{FD006AC1-0F5B-4759-B73B-FE68E6990BB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A076BBC5-83A1-4523-92F3-1615910D6073}" type="slidenum">
              <a:rPr lang="ko-KR" altLang="en-US" sz="1200">
                <a:solidFill>
                  <a:srgbClr val="898989"/>
                </a:solidFill>
                <a:latin typeface="Book Antiqua" panose="02040602050305030304" pitchFamily="18" charset="0"/>
              </a:rPr>
              <a:pPr>
                <a:lnSpc>
                  <a:spcPct val="100000"/>
                </a:lnSpc>
                <a:spcBef>
                  <a:spcPct val="0"/>
                </a:spcBef>
                <a:buFontTx/>
                <a:buNone/>
              </a:pPr>
              <a:t>2</a:t>
            </a:fld>
            <a:endParaRPr lang="en-US" altLang="ko-KR" sz="1200">
              <a:solidFill>
                <a:srgbClr val="898989"/>
              </a:solidFill>
              <a:latin typeface="Book Antiqua" panose="02040602050305030304" pitchFamily="18" charset="0"/>
            </a:endParaRPr>
          </a:p>
        </p:txBody>
      </p:sp>
      <p:sp>
        <p:nvSpPr>
          <p:cNvPr id="2" name="오른쪽 중괄호 1">
            <a:extLst>
              <a:ext uri="{FF2B5EF4-FFF2-40B4-BE49-F238E27FC236}">
                <a16:creationId xmlns:a16="http://schemas.microsoft.com/office/drawing/2014/main" id="{1A373DC5-B1CA-4F76-A91F-81CD29AC34D5}"/>
              </a:ext>
            </a:extLst>
          </p:cNvPr>
          <p:cNvSpPr/>
          <p:nvPr/>
        </p:nvSpPr>
        <p:spPr>
          <a:xfrm>
            <a:off x="5148064" y="1047750"/>
            <a:ext cx="288032" cy="926926"/>
          </a:xfrm>
          <a:prstGeom prst="rightBrace">
            <a:avLst>
              <a:gd name="adj1" fmla="val 42725"/>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7" name="말풍선: 모서리가 둥근 사각형 6">
            <a:extLst>
              <a:ext uri="{FF2B5EF4-FFF2-40B4-BE49-F238E27FC236}">
                <a16:creationId xmlns:a16="http://schemas.microsoft.com/office/drawing/2014/main" id="{FA696A8B-3C11-4483-9F73-59EFFA95B36C}"/>
              </a:ext>
            </a:extLst>
          </p:cNvPr>
          <p:cNvSpPr/>
          <p:nvPr/>
        </p:nvSpPr>
        <p:spPr>
          <a:xfrm>
            <a:off x="5652120" y="1229444"/>
            <a:ext cx="2304256" cy="576063"/>
          </a:xfrm>
          <a:prstGeom prst="wedgeRoundRectCallout">
            <a:avLst>
              <a:gd name="adj1" fmla="val -17311"/>
              <a:gd name="adj2" fmla="val 16670"/>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나눔스퀘어_ac" panose="020B0600000101010101" pitchFamily="50" charset="-127"/>
                <a:ea typeface="나눔스퀘어_ac" panose="020B0600000101010101" pitchFamily="50" charset="-127"/>
              </a:rPr>
              <a:t>This Part A cover the following topics</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4AAA78F1-1C60-43C2-8BE0-8BA44D313C8D}"/>
              </a:ext>
            </a:extLst>
          </p:cNvPr>
          <p:cNvSpPr>
            <a:spLocks noGrp="1" noChangeAspect="1" noChangeArrowheads="1"/>
          </p:cNvSpPr>
          <p:nvPr>
            <p:ph idx="1"/>
          </p:nvPr>
        </p:nvSpPr>
        <p:spPr>
          <a:xfrm>
            <a:off x="457200" y="981075"/>
            <a:ext cx="8229600" cy="5256213"/>
          </a:xfrm>
        </p:spPr>
        <p:txBody>
          <a:bodyPr/>
          <a:lstStyle/>
          <a:p>
            <a:pPr eaLnBrk="1" hangingPunct="1">
              <a:defRPr/>
            </a:pPr>
            <a:r>
              <a:rPr lang="en-US" altLang="ko-KR" sz="1800" dirty="0">
                <a:solidFill>
                  <a:srgbClr val="A50021"/>
                </a:solidFill>
              </a:rPr>
              <a:t>Intractable problems</a:t>
            </a:r>
            <a:r>
              <a:rPr lang="en-US" altLang="ko-KR" sz="1400" dirty="0">
                <a:latin typeface="+mn-lt"/>
              </a:rPr>
              <a:t> </a:t>
            </a:r>
            <a:r>
              <a:rPr lang="en-US" altLang="ko-KR" sz="1400" dirty="0">
                <a:latin typeface="나눔스퀘어_ac" panose="020B0600000101010101" pitchFamily="50" charset="-127"/>
                <a:ea typeface="나눔스퀘어_ac" panose="020B0600000101010101" pitchFamily="50" charset="-127"/>
              </a:rPr>
              <a:t>(Problems that are difficult to handle in a mathematical sense...)</a:t>
            </a:r>
            <a:endParaRPr lang="en-US" altLang="ko-KR" sz="1800" dirty="0">
              <a:latin typeface="나눔스퀘어_ac" panose="020B0600000101010101" pitchFamily="50" charset="-127"/>
              <a:ea typeface="나눔스퀘어_ac" panose="020B0600000101010101" pitchFamily="50" charset="-127"/>
            </a:endParaRPr>
          </a:p>
          <a:p>
            <a:pPr lvl="1" eaLnBrk="1" hangingPunct="1">
              <a:defRPr/>
            </a:pPr>
            <a:r>
              <a:rPr lang="en-US" altLang="ko-KR" sz="1800" dirty="0"/>
              <a:t>There are many optimization problems</a:t>
            </a:r>
            <a:r>
              <a:rPr lang="en-US" altLang="ko-KR" sz="1400" dirty="0">
                <a:latin typeface="+mn-lt"/>
              </a:rPr>
              <a:t> (</a:t>
            </a:r>
            <a:r>
              <a:rPr lang="ko-KR" altLang="en-US" sz="1400" dirty="0">
                <a:latin typeface="나눔스퀘어_ac" panose="020B0600000101010101" pitchFamily="50" charset="-127"/>
                <a:ea typeface="나눔스퀘어_ac" panose="020B0600000101010101" pitchFamily="50" charset="-127"/>
              </a:rPr>
              <a:t>최적화 문제</a:t>
            </a:r>
            <a:r>
              <a:rPr lang="en-US" altLang="ko-KR" sz="1400" dirty="0">
                <a:latin typeface="+mn-lt"/>
              </a:rPr>
              <a:t>)</a:t>
            </a:r>
            <a:r>
              <a:rPr lang="en-US" altLang="ko-KR" sz="1800" dirty="0"/>
              <a:t> that require </a:t>
            </a:r>
            <a:r>
              <a:rPr lang="en-US" altLang="ko-KR" sz="1800" u="sng" dirty="0"/>
              <a:t>a lot of time</a:t>
            </a:r>
            <a:r>
              <a:rPr lang="en-US" altLang="ko-KR" sz="1800" dirty="0"/>
              <a:t> to solve, but no efficient algorithms have been identified</a:t>
            </a:r>
          </a:p>
          <a:p>
            <a:pPr lvl="1" eaLnBrk="1" hangingPunct="1">
              <a:defRPr/>
            </a:pPr>
            <a:r>
              <a:rPr lang="en-US" altLang="ko-KR" sz="1800" dirty="0"/>
              <a:t>Exponential (time</a:t>
            </a:r>
            <a:r>
              <a:rPr lang="ko-KR" altLang="en-US" sz="1800" dirty="0"/>
              <a:t> </a:t>
            </a:r>
            <a:r>
              <a:rPr lang="en-US" altLang="ko-KR" sz="1800" dirty="0"/>
              <a:t>complexity) algorithms are useless except for very small problems</a:t>
            </a:r>
          </a:p>
          <a:p>
            <a:pPr marL="0" indent="0" eaLnBrk="1" hangingPunct="1">
              <a:buFont typeface="Arial" panose="020B0604020202020204" pitchFamily="34" charset="0"/>
              <a:buNone/>
              <a:defRPr/>
            </a:pPr>
            <a:endParaRPr lang="en-US" altLang="ko-KR" sz="700" dirty="0"/>
          </a:p>
          <a:p>
            <a:pPr marL="0" indent="0" eaLnBrk="1" hangingPunct="1">
              <a:buFont typeface="Arial" panose="020B0604020202020204" pitchFamily="34" charset="0"/>
              <a:buNone/>
              <a:defRPr/>
            </a:pPr>
            <a:r>
              <a:rPr lang="en-US" altLang="ko-KR" sz="1800" dirty="0"/>
              <a:t>  </a:t>
            </a:r>
            <a:r>
              <a:rPr lang="en-US" altLang="ko-KR" sz="1800" u="sng" dirty="0"/>
              <a:t>Example</a:t>
            </a:r>
            <a:r>
              <a:rPr lang="en-US" altLang="ko-KR" sz="1800" dirty="0"/>
              <a:t>. Traveling Salesperson Problem</a:t>
            </a:r>
            <a:r>
              <a:rPr lang="en-US" altLang="ko-KR" sz="1400" dirty="0">
                <a:latin typeface="+mn-lt"/>
              </a:rPr>
              <a:t> </a:t>
            </a:r>
            <a:r>
              <a:rPr lang="en-US" altLang="ko-KR" sz="1400" dirty="0">
                <a:latin typeface="나눔스퀘어_ac" panose="020B0600000101010101" pitchFamily="50" charset="-127"/>
                <a:ea typeface="나눔스퀘어_ac" panose="020B0600000101010101" pitchFamily="50" charset="-127"/>
              </a:rPr>
              <a:t>(</a:t>
            </a:r>
            <a:r>
              <a:rPr lang="ko-KR" altLang="en-US" sz="1400" dirty="0">
                <a:latin typeface="나눔스퀘어_ac" panose="020B0600000101010101" pitchFamily="50" charset="-127"/>
                <a:ea typeface="나눔스퀘어_ac" panose="020B0600000101010101" pitchFamily="50" charset="-127"/>
              </a:rPr>
              <a:t>외판원 문제</a:t>
            </a:r>
            <a:r>
              <a:rPr lang="en-US" altLang="ko-KR" sz="1400" dirty="0">
                <a:latin typeface="나눔스퀘어_ac" panose="020B0600000101010101" pitchFamily="50" charset="-127"/>
                <a:ea typeface="나눔스퀘어_ac" panose="020B0600000101010101" pitchFamily="50" charset="-127"/>
              </a:rPr>
              <a:t>)</a:t>
            </a:r>
            <a:endParaRPr lang="en-US" altLang="ko-KR" sz="1800" dirty="0">
              <a:latin typeface="나눔스퀘어_ac" panose="020B0600000101010101" pitchFamily="50" charset="-127"/>
              <a:ea typeface="나눔스퀘어_ac" panose="020B0600000101010101" pitchFamily="50" charset="-127"/>
            </a:endParaRPr>
          </a:p>
          <a:p>
            <a:pPr marL="441325" lvl="1" indent="0" eaLnBrk="1" hangingPunct="1">
              <a:buFont typeface="Arial" panose="020B0604020202020204" pitchFamily="34" charset="0"/>
              <a:buNone/>
              <a:defRPr/>
            </a:pPr>
            <a:r>
              <a:rPr lang="en-US" altLang="ko-KR" sz="1800" dirty="0"/>
              <a:t>The salesperson wants to </a:t>
            </a:r>
            <a:r>
              <a:rPr lang="en-US" altLang="ko-KR" sz="1800" u="sng" dirty="0"/>
              <a:t>minimize the total traveling cost</a:t>
            </a:r>
            <a:r>
              <a:rPr lang="en-US" altLang="ko-KR" sz="1800" dirty="0"/>
              <a:t> </a:t>
            </a:r>
            <a:r>
              <a:rPr lang="en-US" altLang="ko-KR" sz="1400" dirty="0">
                <a:latin typeface="+mn-lt"/>
              </a:rPr>
              <a:t>(</a:t>
            </a:r>
            <a:r>
              <a:rPr lang="ko-KR" altLang="en-US" sz="1400" dirty="0">
                <a:latin typeface="나눔스퀘어_ac" panose="020B0600000101010101" pitchFamily="50" charset="-127"/>
                <a:ea typeface="나눔스퀘어_ac" panose="020B0600000101010101" pitchFamily="50" charset="-127"/>
              </a:rPr>
              <a:t>예</a:t>
            </a:r>
            <a:r>
              <a:rPr lang="en-US" altLang="ko-KR" sz="1400" dirty="0">
                <a:latin typeface="나눔스퀘어_ac" panose="020B0600000101010101" pitchFamily="50" charset="-127"/>
                <a:ea typeface="나눔스퀘어_ac" panose="020B0600000101010101" pitchFamily="50" charset="-127"/>
              </a:rPr>
              <a:t>: </a:t>
            </a:r>
            <a:r>
              <a:rPr lang="ko-KR" altLang="en-US" sz="1400" dirty="0">
                <a:latin typeface="나눔스퀘어_ac" panose="020B0600000101010101" pitchFamily="50" charset="-127"/>
                <a:ea typeface="나눔스퀘어_ac" panose="020B0600000101010101" pitchFamily="50" charset="-127"/>
              </a:rPr>
              <a:t>이동 시간</a:t>
            </a:r>
            <a:r>
              <a:rPr lang="en-US" altLang="ko-KR" sz="1400" dirty="0">
                <a:latin typeface="나눔스퀘어_ac" panose="020B0600000101010101" pitchFamily="50" charset="-127"/>
                <a:ea typeface="나눔스퀘어_ac" panose="020B0600000101010101" pitchFamily="50" charset="-127"/>
              </a:rPr>
              <a:t>/</a:t>
            </a:r>
            <a:r>
              <a:rPr lang="ko-KR" altLang="en-US" sz="1400" dirty="0">
                <a:latin typeface="나눔스퀘어_ac" panose="020B0600000101010101" pitchFamily="50" charset="-127"/>
                <a:ea typeface="나눔스퀘어_ac" panose="020B0600000101010101" pitchFamily="50" charset="-127"/>
              </a:rPr>
              <a:t>거리</a:t>
            </a:r>
            <a:r>
              <a:rPr lang="en-US" altLang="ko-KR" sz="1400" dirty="0">
                <a:latin typeface="+mn-lt"/>
              </a:rPr>
              <a:t>)</a:t>
            </a:r>
            <a:r>
              <a:rPr lang="en-US" altLang="ko-KR" sz="1800" dirty="0"/>
              <a:t> required to visit </a:t>
            </a:r>
            <a:r>
              <a:rPr lang="en-US" altLang="ko-KR" sz="1800" u="sng" dirty="0"/>
              <a:t>all the cities</a:t>
            </a:r>
            <a:r>
              <a:rPr lang="en-US" altLang="ko-KR" sz="1800" dirty="0"/>
              <a:t> in a territory, and return to the starting point</a:t>
            </a:r>
          </a:p>
        </p:txBody>
      </p:sp>
      <p:sp>
        <p:nvSpPr>
          <p:cNvPr id="9219" name="Rectangle 2">
            <a:extLst>
              <a:ext uri="{FF2B5EF4-FFF2-40B4-BE49-F238E27FC236}">
                <a16:creationId xmlns:a16="http://schemas.microsoft.com/office/drawing/2014/main" id="{2F19035F-844A-4B50-8492-1B0DE162C613}"/>
              </a:ext>
            </a:extLst>
          </p:cNvPr>
          <p:cNvSpPr>
            <a:spLocks noGrp="1" noChangeArrowheads="1"/>
          </p:cNvSpPr>
          <p:nvPr>
            <p:ph type="title"/>
          </p:nvPr>
        </p:nvSpPr>
        <p:spPr>
          <a:xfrm>
            <a:off x="457200" y="274638"/>
            <a:ext cx="8229600" cy="633412"/>
          </a:xfrm>
        </p:spPr>
        <p:txBody>
          <a:bodyPr/>
          <a:lstStyle/>
          <a:p>
            <a:r>
              <a:rPr lang="en-US" altLang="ko-KR">
                <a:solidFill>
                  <a:srgbClr val="0033CC"/>
                </a:solidFill>
              </a:rPr>
              <a:t>Conventional vs. AI Algorithms</a:t>
            </a:r>
          </a:p>
        </p:txBody>
      </p:sp>
      <p:sp>
        <p:nvSpPr>
          <p:cNvPr id="18434" name="바닥글 개체 틀 4">
            <a:extLst>
              <a:ext uri="{FF2B5EF4-FFF2-40B4-BE49-F238E27FC236}">
                <a16:creationId xmlns:a16="http://schemas.microsoft.com/office/drawing/2014/main" id="{34338A44-B365-44D7-9AA2-4E61ACCC1944}"/>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9221" name="슬라이드 번호 개체 틀 8">
            <a:extLst>
              <a:ext uri="{FF2B5EF4-FFF2-40B4-BE49-F238E27FC236}">
                <a16:creationId xmlns:a16="http://schemas.microsoft.com/office/drawing/2014/main" id="{294D3707-317B-4E8B-BC35-628B31DC04B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5145DEC5-6530-45EC-92CD-F48BED39DB9B}" type="slidenum">
              <a:rPr lang="ko-KR" altLang="en-US" sz="1200">
                <a:solidFill>
                  <a:srgbClr val="898989"/>
                </a:solidFill>
                <a:latin typeface="Book Antiqua" panose="02040602050305030304" pitchFamily="18" charset="0"/>
              </a:rPr>
              <a:pPr>
                <a:lnSpc>
                  <a:spcPct val="100000"/>
                </a:lnSpc>
                <a:spcBef>
                  <a:spcPct val="0"/>
                </a:spcBef>
                <a:buFontTx/>
                <a:buNone/>
              </a:pPr>
              <a:t>3</a:t>
            </a:fld>
            <a:endParaRPr lang="en-US" altLang="ko-KR" sz="1200">
              <a:solidFill>
                <a:srgbClr val="898989"/>
              </a:solidFill>
              <a:latin typeface="Book Antiqua" panose="02040602050305030304" pitchFamily="18" charset="0"/>
            </a:endParaRPr>
          </a:p>
        </p:txBody>
      </p:sp>
      <p:grpSp>
        <p:nvGrpSpPr>
          <p:cNvPr id="6" name="그룹 5">
            <a:extLst>
              <a:ext uri="{FF2B5EF4-FFF2-40B4-BE49-F238E27FC236}">
                <a16:creationId xmlns:a16="http://schemas.microsoft.com/office/drawing/2014/main" id="{0AF93748-CC47-47D9-8D81-A8A67513186A}"/>
              </a:ext>
            </a:extLst>
          </p:cNvPr>
          <p:cNvGrpSpPr/>
          <p:nvPr/>
        </p:nvGrpSpPr>
        <p:grpSpPr>
          <a:xfrm>
            <a:off x="827584" y="4100314"/>
            <a:ext cx="6978773" cy="2169106"/>
            <a:chOff x="827584" y="4149080"/>
            <a:chExt cx="6978773" cy="2169106"/>
          </a:xfrm>
        </p:grpSpPr>
        <p:pic>
          <p:nvPicPr>
            <p:cNvPr id="10" name="Picture 2" descr="Slumptur.GIF">
              <a:hlinkClick r:id="rId3"/>
              <a:extLst>
                <a:ext uri="{FF2B5EF4-FFF2-40B4-BE49-F238E27FC236}">
                  <a16:creationId xmlns:a16="http://schemas.microsoft.com/office/drawing/2014/main" id="{3189F45D-E7B5-4F24-A6A6-FC92E9393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4149080"/>
              <a:ext cx="2154237"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descr="File:Kortad-rundtur.GIF">
              <a:hlinkClick r:id="rId5"/>
              <a:extLst>
                <a:ext uri="{FF2B5EF4-FFF2-40B4-BE49-F238E27FC236}">
                  <a16:creationId xmlns:a16="http://schemas.microsoft.com/office/drawing/2014/main" id="{F8BDF4C9-9F9F-4C0C-999F-8BF6249D7E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50036" y="4164955"/>
              <a:ext cx="214630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화살표: 오른쪽 1">
              <a:extLst>
                <a:ext uri="{FF2B5EF4-FFF2-40B4-BE49-F238E27FC236}">
                  <a16:creationId xmlns:a16="http://schemas.microsoft.com/office/drawing/2014/main" id="{8051BCAA-3A77-45A0-BD49-6E27B373CC38}"/>
                </a:ext>
              </a:extLst>
            </p:cNvPr>
            <p:cNvSpPr/>
            <p:nvPr/>
          </p:nvSpPr>
          <p:spPr>
            <a:xfrm>
              <a:off x="3674070" y="4642830"/>
              <a:ext cx="1584176" cy="48463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dirty="0"/>
            </a:p>
          </p:txBody>
        </p:sp>
        <p:sp>
          <p:nvSpPr>
            <p:cNvPr id="12" name="TextBox 11">
              <a:extLst>
                <a:ext uri="{FF2B5EF4-FFF2-40B4-BE49-F238E27FC236}">
                  <a16:creationId xmlns:a16="http://schemas.microsoft.com/office/drawing/2014/main" id="{E48E93E6-7B47-429B-8205-ABB5F19F1CCE}"/>
                </a:ext>
              </a:extLst>
            </p:cNvPr>
            <p:cNvSpPr txBox="1"/>
            <p:nvPr/>
          </p:nvSpPr>
          <p:spPr>
            <a:xfrm>
              <a:off x="827584" y="5856521"/>
              <a:ext cx="2983205" cy="461665"/>
            </a:xfrm>
            <a:prstGeom prst="rect">
              <a:avLst/>
            </a:prstGeom>
            <a:noFill/>
          </p:spPr>
          <p:txBody>
            <a:bodyPr wrap="square">
              <a:spAutoFit/>
            </a:bodyPr>
            <a:lstStyle/>
            <a:p>
              <a:pPr algn="ctr"/>
              <a:r>
                <a:rPr lang="en-US" altLang="ko-KR" sz="1200" dirty="0">
                  <a:latin typeface="나눔스퀘어_ac" panose="020B0600000101010101" pitchFamily="50" charset="-127"/>
                  <a:ea typeface="나눔스퀘어_ac" panose="020B0600000101010101" pitchFamily="50" charset="-127"/>
                </a:rPr>
                <a:t>Visits </a:t>
              </a:r>
              <a:r>
                <a:rPr lang="en-US" altLang="ko-KR" sz="1200" i="1" dirty="0">
                  <a:latin typeface="나눔스퀘어_ac" panose="020B0600000101010101" pitchFamily="50" charset="-127"/>
                  <a:ea typeface="나눔스퀘어_ac" panose="020B0600000101010101" pitchFamily="50" charset="-127"/>
                </a:rPr>
                <a:t>n </a:t>
              </a:r>
              <a:r>
                <a:rPr lang="en-US" altLang="ko-KR" sz="1200" dirty="0">
                  <a:latin typeface="나눔스퀘어_ac" panose="020B0600000101010101" pitchFamily="50" charset="-127"/>
                  <a:ea typeface="나눔스퀘어_ac" panose="020B0600000101010101" pitchFamily="50" charset="-127"/>
                </a:rPr>
                <a:t>cities randomly without a plan</a:t>
              </a:r>
            </a:p>
            <a:p>
              <a:pPr algn="ctr"/>
              <a:r>
                <a:rPr lang="en-US" altLang="ko-KR" sz="1200" dirty="0">
                  <a:latin typeface="나눔스퀘어_ac" panose="020B0600000101010101" pitchFamily="50" charset="-127"/>
                  <a:ea typeface="나눔스퀘어_ac" panose="020B0600000101010101" pitchFamily="50" charset="-127"/>
                  <a:sym typeface="Wingdings" panose="05000000000000000000" pitchFamily="2" charset="2"/>
                </a:rPr>
                <a:t> Travel path is longer (= higher cost)</a:t>
              </a:r>
              <a:endParaRPr lang="ko-KR" altLang="en-US" sz="1200" dirty="0">
                <a:latin typeface="나눔스퀘어_ac" panose="020B0600000101010101" pitchFamily="50" charset="-127"/>
                <a:ea typeface="나눔스퀘어_ac" panose="020B0600000101010101" pitchFamily="50" charset="-127"/>
              </a:endParaRPr>
            </a:p>
          </p:txBody>
        </p:sp>
        <p:sp>
          <p:nvSpPr>
            <p:cNvPr id="13" name="TextBox 12">
              <a:extLst>
                <a:ext uri="{FF2B5EF4-FFF2-40B4-BE49-F238E27FC236}">
                  <a16:creationId xmlns:a16="http://schemas.microsoft.com/office/drawing/2014/main" id="{51B0EED1-347A-4C1E-B231-D63D14248786}"/>
                </a:ext>
              </a:extLst>
            </p:cNvPr>
            <p:cNvSpPr txBox="1"/>
            <p:nvPr/>
          </p:nvSpPr>
          <p:spPr>
            <a:xfrm>
              <a:off x="5652120" y="5856521"/>
              <a:ext cx="2154237" cy="276999"/>
            </a:xfrm>
            <a:prstGeom prst="rect">
              <a:avLst/>
            </a:prstGeom>
            <a:noFill/>
          </p:spPr>
          <p:txBody>
            <a:bodyPr wrap="square">
              <a:spAutoFit/>
            </a:bodyPr>
            <a:lstStyle/>
            <a:p>
              <a:pPr algn="ctr"/>
              <a:r>
                <a:rPr lang="en-US" altLang="ko-KR" sz="1200" dirty="0">
                  <a:latin typeface="나눔스퀘어_ac" panose="020B0600000101010101" pitchFamily="50" charset="-127"/>
                  <a:ea typeface="나눔스퀘어_ac" panose="020B0600000101010101" pitchFamily="50" charset="-127"/>
                </a:rPr>
                <a:t>Optimal travel path</a:t>
              </a:r>
              <a:endParaRPr lang="ko-KR" altLang="en-US" sz="1200" dirty="0">
                <a:latin typeface="나눔스퀘어_ac" panose="020B0600000101010101" pitchFamily="50" charset="-127"/>
                <a:ea typeface="나눔스퀘어_ac" panose="020B0600000101010101" pitchFamily="50" charset="-127"/>
              </a:endParaRPr>
            </a:p>
          </p:txBody>
        </p:sp>
        <p:pic>
          <p:nvPicPr>
            <p:cNvPr id="5" name="그림 4">
              <a:extLst>
                <a:ext uri="{FF2B5EF4-FFF2-40B4-BE49-F238E27FC236}">
                  <a16:creationId xmlns:a16="http://schemas.microsoft.com/office/drawing/2014/main" id="{8977F49C-CA24-4E1F-B154-1AC26E66B639}"/>
                </a:ext>
              </a:extLst>
            </p:cNvPr>
            <p:cNvPicPr>
              <a:picLocks noChangeAspect="1"/>
            </p:cNvPicPr>
            <p:nvPr/>
          </p:nvPicPr>
          <p:blipFill>
            <a:blip r:embed="rId7"/>
            <a:stretch>
              <a:fillRect/>
            </a:stretch>
          </p:blipFill>
          <p:spPr>
            <a:xfrm>
              <a:off x="4183062" y="5103923"/>
              <a:ext cx="566192" cy="56619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19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266" name="Rectangle 3">
                <a:extLst>
                  <a:ext uri="{FF2B5EF4-FFF2-40B4-BE49-F238E27FC236}">
                    <a16:creationId xmlns:a16="http://schemas.microsoft.com/office/drawing/2014/main" id="{DE575571-F66F-4738-B06D-7E9767307BF1}"/>
                  </a:ext>
                </a:extLst>
              </p:cNvPr>
              <p:cNvSpPr>
                <a:spLocks noGrp="1" noChangeAspect="1" noChangeArrowheads="1"/>
              </p:cNvSpPr>
              <p:nvPr>
                <p:ph idx="1"/>
              </p:nvPr>
            </p:nvSpPr>
            <p:spPr>
              <a:xfrm>
                <a:off x="457200" y="981075"/>
                <a:ext cx="8229600" cy="5256213"/>
              </a:xfrm>
            </p:spPr>
            <p:txBody>
              <a:bodyPr/>
              <a:lstStyle/>
              <a:p>
                <a:pPr marL="287338" indent="-287338" eaLnBrk="1" hangingPunct="1"/>
                <a:r>
                  <a:rPr lang="en-US" altLang="ko-KR" sz="1800" dirty="0"/>
                  <a:t>Combinatorial Explosion: there are </a:t>
                </a:r>
                <a14:m>
                  <m:oMath xmlns:m="http://schemas.openxmlformats.org/officeDocument/2006/math">
                    <m:r>
                      <a:rPr lang="en-US" altLang="ko-KR" sz="1800" i="1" dirty="0" smtClean="0">
                        <a:latin typeface="Cambria Math" panose="02040503050406030204" pitchFamily="18" charset="0"/>
                        <a:cs typeface="Times New Roman" panose="02020603050405020304" pitchFamily="18" charset="0"/>
                      </a:rPr>
                      <m:t>𝑛</m:t>
                    </m:r>
                    <m:r>
                      <a:rPr lang="en-US" altLang="ko-KR" sz="1800" i="1" dirty="0" smtClean="0">
                        <a:latin typeface="Cambria Math" panose="02040503050406030204" pitchFamily="18" charset="0"/>
                        <a:cs typeface="Times New Roman" panose="02020603050405020304" pitchFamily="18" charset="0"/>
                      </a:rPr>
                      <m:t>!</m:t>
                    </m:r>
                  </m:oMath>
                </a14:m>
                <a:r>
                  <a:rPr lang="en-US" altLang="ko-KR" sz="1800" dirty="0">
                    <a:cs typeface="Times New Roman" panose="02020603050405020304" pitchFamily="18" charset="0"/>
                  </a:rPr>
                  <a:t> routes to investigate</a:t>
                </a:r>
                <a:endParaRPr lang="en-US" altLang="ko-KR" sz="1800" dirty="0">
                  <a:latin typeface="Times New Roman" panose="02020603050405020304" pitchFamily="18" charset="0"/>
                </a:endParaRPr>
              </a:p>
              <a:p>
                <a:pPr marL="287338" indent="-287338" eaLnBrk="1" hangingPunct="1">
                  <a:buFontTx/>
                  <a:buNone/>
                </a:pPr>
                <a:r>
                  <a:rPr lang="en-US" altLang="ko-KR" sz="1800" dirty="0"/>
                  <a:t>	</a:t>
                </a:r>
                <a:r>
                  <a:rPr lang="en-US" altLang="ko-KR" sz="1800" dirty="0">
                    <a:sym typeface="Symbol" panose="05050102010706020507" pitchFamily="18" charset="2"/>
                  </a:rPr>
                  <a:t> </a:t>
                </a:r>
                <a:r>
                  <a:rPr lang="en-US" altLang="ko-KR" sz="1800" dirty="0">
                    <a:solidFill>
                      <a:srgbClr val="800080"/>
                    </a:solidFill>
                  </a:rPr>
                  <a:t>Efficiency</a:t>
                </a:r>
                <a:r>
                  <a:rPr lang="en-US" altLang="ko-KR" sz="1800" dirty="0"/>
                  <a:t> is the issue! </a:t>
                </a:r>
                <a:r>
                  <a:rPr lang="en-US" altLang="ko-KR" sz="1200" dirty="0">
                    <a:latin typeface="나눔스퀘어_ac" panose="020B0600000101010101" pitchFamily="50" charset="-127"/>
                    <a:ea typeface="나눔스퀘어_ac" panose="020B0600000101010101" pitchFamily="50" charset="-127"/>
                  </a:rPr>
                  <a:t>(= </a:t>
                </a:r>
                <a:r>
                  <a:rPr lang="en-US" sz="1200" dirty="0"/>
                  <a:t>Time to calculate the optimal path and order among all routes is too long.)</a:t>
                </a:r>
              </a:p>
              <a:p>
                <a:pPr marL="287338" indent="-287338" eaLnBrk="1" hangingPunct="1">
                  <a:buFontTx/>
                  <a:buNone/>
                </a:pPr>
                <a:endParaRPr lang="en-US" sz="1200" dirty="0"/>
              </a:p>
              <a:p>
                <a:pPr marL="287338" indent="-287338" eaLnBrk="1" hangingPunct="1">
                  <a:buFontTx/>
                  <a:buNone/>
                </a:pPr>
                <a:r>
                  <a:rPr lang="en-US" altLang="ko-KR" sz="1200" dirty="0">
                    <a:solidFill>
                      <a:srgbClr val="0033CC"/>
                    </a:solidFill>
                  </a:rPr>
                  <a:t>	</a:t>
                </a:r>
                <a:r>
                  <a:rPr lang="en-US" altLang="ko-KR" sz="1800" dirty="0">
                    <a:solidFill>
                      <a:srgbClr val="0033CC"/>
                    </a:solidFill>
                  </a:rPr>
                  <a:t>Nearest neighbor </a:t>
                </a:r>
                <a:r>
                  <a:rPr lang="en-US" altLang="ko-KR" sz="1800" u="sng" dirty="0">
                    <a:solidFill>
                      <a:srgbClr val="990033"/>
                    </a:solidFill>
                  </a:rPr>
                  <a:t>heuristic algo.</a:t>
                </a:r>
                <a:r>
                  <a:rPr lang="en-US" altLang="ko-KR" sz="1800" dirty="0">
                    <a:solidFill>
                      <a:srgbClr val="990033"/>
                    </a:solidFill>
                  </a:rPr>
                  <a:t> </a:t>
                </a:r>
                <a:r>
                  <a:rPr lang="en-US" altLang="ko-KR" sz="1800" dirty="0"/>
                  <a:t>:</a:t>
                </a:r>
                <a:r>
                  <a:rPr lang="en-US" altLang="ko-KR" sz="1800" dirty="0">
                    <a:sym typeface="Symbol" panose="05050102010706020507" pitchFamily="18" charset="2"/>
                  </a:rPr>
                  <a:t> always goes to the </a:t>
                </a:r>
                <a:r>
                  <a:rPr lang="en-US" altLang="ko-KR" sz="1800" dirty="0">
                    <a:solidFill>
                      <a:srgbClr val="0033CC"/>
                    </a:solidFill>
                    <a:sym typeface="Symbol" panose="05050102010706020507" pitchFamily="18" charset="2"/>
                  </a:rPr>
                  <a:t>nearest city</a:t>
                </a:r>
                <a:endParaRPr lang="en-US" altLang="ko-KR" sz="1800" dirty="0">
                  <a:solidFill>
                    <a:srgbClr val="0033CC"/>
                  </a:solidFill>
                  <a:latin typeface="Times New Roman" panose="02020603050405020304" pitchFamily="18" charset="0"/>
                  <a:sym typeface="Symbol" panose="05050102010706020507" pitchFamily="18" charset="2"/>
                </a:endParaRPr>
              </a:p>
              <a:p>
                <a:pPr marL="611188" lvl="1" eaLnBrk="1" hangingPunct="1"/>
                <a:r>
                  <a:rPr lang="en-US" altLang="ko-KR" sz="1800" dirty="0">
                    <a:sym typeface="Symbol" panose="05050102010706020507" pitchFamily="18" charset="2"/>
                  </a:rPr>
                  <a:t>Given a starting city, there are </a:t>
                </a:r>
                <a14:m>
                  <m:oMath xmlns:m="http://schemas.openxmlformats.org/officeDocument/2006/math">
                    <m:r>
                      <a:rPr lang="en-US" altLang="ko-KR" sz="1600" i="1" dirty="0" smtClean="0">
                        <a:latin typeface="Cambria Math" panose="02040503050406030204" pitchFamily="18" charset="0"/>
                        <a:sym typeface="Symbol" panose="05050102010706020507" pitchFamily="18" charset="2"/>
                      </a:rPr>
                      <m:t>(</m:t>
                    </m:r>
                    <m:r>
                      <a:rPr lang="en-US" altLang="ko-KR" sz="1600" i="1" dirty="0" smtClean="0">
                        <a:latin typeface="Cambria Math" panose="02040503050406030204" pitchFamily="18" charset="0"/>
                        <a:sym typeface="Symbol" panose="05050102010706020507" pitchFamily="18" charset="2"/>
                      </a:rPr>
                      <m:t>𝑛</m:t>
                    </m:r>
                    <m:r>
                      <a:rPr lang="en-US" altLang="ko-KR" sz="1600" i="1" dirty="0" smtClean="0">
                        <a:latin typeface="Cambria Math" panose="02040503050406030204" pitchFamily="18" charset="0"/>
                        <a:sym typeface="Symbol" panose="05050102010706020507" pitchFamily="18" charset="2"/>
                      </a:rPr>
                      <m:t> – 1) + (</m:t>
                    </m:r>
                    <m:r>
                      <a:rPr lang="en-US" altLang="ko-KR" sz="1600" i="1" dirty="0" smtClean="0">
                        <a:latin typeface="Cambria Math" panose="02040503050406030204" pitchFamily="18" charset="0"/>
                        <a:sym typeface="Symbol" panose="05050102010706020507" pitchFamily="18" charset="2"/>
                      </a:rPr>
                      <m:t>𝑛</m:t>
                    </m:r>
                    <m:r>
                      <a:rPr lang="en-US" altLang="ko-KR" sz="1600" i="1" dirty="0" smtClean="0">
                        <a:latin typeface="Cambria Math" panose="02040503050406030204" pitchFamily="18" charset="0"/>
                        <a:sym typeface="Symbol" panose="05050102010706020507" pitchFamily="18" charset="2"/>
                      </a:rPr>
                      <m:t> – 2) + ··· + 1 = </m:t>
                    </m:r>
                    <m:r>
                      <a:rPr lang="en-US" altLang="ko-KR" sz="1600" i="1" dirty="0">
                        <a:latin typeface="Cambria Math" panose="02040503050406030204" pitchFamily="18" charset="0"/>
                        <a:sym typeface="Symbol" panose="05050102010706020507" pitchFamily="18" charset="2"/>
                      </a:rPr>
                      <m:t>𝑛</m:t>
                    </m:r>
                    <m:r>
                      <a:rPr lang="en-US" altLang="ko-KR" sz="1600" i="1" dirty="0">
                        <a:latin typeface="Cambria Math" panose="02040503050406030204" pitchFamily="18" charset="0"/>
                        <a:sym typeface="Symbol" panose="05050102010706020507" pitchFamily="18" charset="2"/>
                      </a:rPr>
                      <m:t>(</m:t>
                    </m:r>
                    <m:r>
                      <a:rPr lang="en-US" altLang="ko-KR" sz="1600" i="1" dirty="0">
                        <a:latin typeface="Cambria Math" panose="02040503050406030204" pitchFamily="18" charset="0"/>
                        <a:sym typeface="Symbol" panose="05050102010706020507" pitchFamily="18" charset="2"/>
                      </a:rPr>
                      <m:t>𝑛</m:t>
                    </m:r>
                    <m:r>
                      <a:rPr lang="en-US" altLang="ko-KR" sz="1600" i="1" dirty="0">
                        <a:latin typeface="Cambria Math" panose="02040503050406030204" pitchFamily="18" charset="0"/>
                        <a:sym typeface="Symbol" panose="05050102010706020507" pitchFamily="18" charset="2"/>
                      </a:rPr>
                      <m:t> – 1)/2</m:t>
                    </m:r>
                  </m:oMath>
                </a14:m>
                <a:r>
                  <a:rPr lang="en-US" altLang="ko-KR" sz="1800" dirty="0">
                    <a:sym typeface="Symbol" panose="05050102010706020507" pitchFamily="18" charset="2"/>
                  </a:rPr>
                  <a:t> cases to consider at most</a:t>
                </a:r>
              </a:p>
              <a:p>
                <a:pPr marL="611188" lvl="1" eaLnBrk="1" hangingPunct="1"/>
                <a:r>
                  <a:rPr lang="en-US" altLang="ko-KR" sz="1800" dirty="0">
                    <a:sym typeface="Symbol" panose="05050102010706020507" pitchFamily="18" charset="2"/>
                  </a:rPr>
                  <a:t>Since there are </a:t>
                </a:r>
                <a14:m>
                  <m:oMath xmlns:m="http://schemas.openxmlformats.org/officeDocument/2006/math">
                    <m:r>
                      <a:rPr lang="en-US" altLang="ko-KR" sz="1800" i="1" dirty="0" smtClean="0">
                        <a:latin typeface="Cambria Math" panose="02040503050406030204" pitchFamily="18" charset="0"/>
                        <a:sym typeface="Symbol" panose="05050102010706020507" pitchFamily="18" charset="2"/>
                      </a:rPr>
                      <m:t>𝑛</m:t>
                    </m:r>
                  </m:oMath>
                </a14:m>
                <a:r>
                  <a:rPr lang="en-US" altLang="ko-KR" sz="1800" dirty="0">
                    <a:sym typeface="Symbol" panose="05050102010706020507" pitchFamily="18" charset="2"/>
                  </a:rPr>
                  <a:t> different ways to start, the total number of cases is </a:t>
                </a:r>
                <a:br>
                  <a:rPr lang="en-US" altLang="ko-KR" sz="1800" dirty="0">
                    <a:sym typeface="Symbol" panose="05050102010706020507" pitchFamily="18" charset="2"/>
                  </a:rPr>
                </a:br>
                <a14:m>
                  <m:oMath xmlns:m="http://schemas.openxmlformats.org/officeDocument/2006/math">
                    <m:r>
                      <a:rPr lang="en-US" altLang="ko-KR" sz="1800" b="0" i="1" dirty="0" smtClean="0">
                        <a:latin typeface="Cambria Math" panose="02040503050406030204" pitchFamily="18" charset="0"/>
                        <a:sym typeface="Symbol" panose="05050102010706020507" pitchFamily="18" charset="2"/>
                      </a:rPr>
                      <m:t>𝑛</m:t>
                    </m:r>
                    <m:r>
                      <a:rPr lang="en-US" altLang="ko-KR" sz="1800" b="0" i="1" dirty="0" smtClean="0">
                        <a:latin typeface="Cambria Math" panose="02040503050406030204" pitchFamily="18" charset="0"/>
                        <a:ea typeface="Cambria Math" panose="02040503050406030204" pitchFamily="18" charset="0"/>
                        <a:sym typeface="Symbol" panose="05050102010706020507" pitchFamily="18" charset="2"/>
                      </a:rPr>
                      <m:t>×</m:t>
                    </m:r>
                    <m:r>
                      <a:rPr lang="en-US" altLang="ko-KR" sz="1800" b="0" i="1" dirty="0" smtClean="0">
                        <a:latin typeface="Cambria Math" panose="02040503050406030204" pitchFamily="18" charset="0"/>
                        <a:sym typeface="Symbol" panose="05050102010706020507" pitchFamily="18" charset="2"/>
                      </a:rPr>
                      <m:t>𝑛</m:t>
                    </m:r>
                    <m:r>
                      <a:rPr lang="en-US" altLang="ko-KR" sz="1800" i="1" dirty="0" smtClean="0">
                        <a:latin typeface="Cambria Math" panose="02040503050406030204" pitchFamily="18" charset="0"/>
                        <a:sym typeface="Symbol" panose="05050102010706020507" pitchFamily="18" charset="2"/>
                      </a:rPr>
                      <m:t>(</m:t>
                    </m:r>
                    <m:r>
                      <a:rPr lang="en-US" altLang="ko-KR" sz="1800" i="1" dirty="0">
                        <a:latin typeface="Cambria Math" panose="02040503050406030204" pitchFamily="18" charset="0"/>
                        <a:sym typeface="Symbol" panose="05050102010706020507" pitchFamily="18" charset="2"/>
                      </a:rPr>
                      <m:t>𝑛</m:t>
                    </m:r>
                    <m:r>
                      <a:rPr lang="en-US" altLang="ko-KR" sz="1800" i="1" dirty="0">
                        <a:latin typeface="Cambria Math" panose="02040503050406030204" pitchFamily="18" charset="0"/>
                        <a:sym typeface="Symbol" panose="05050102010706020507" pitchFamily="18" charset="2"/>
                      </a:rPr>
                      <m:t> – 1)/2</m:t>
                    </m:r>
                  </m:oMath>
                </a14:m>
                <a:r>
                  <a:rPr lang="en-US" altLang="ko-KR" sz="1800" dirty="0">
                    <a:sym typeface="Symbol" panose="05050102010706020507" pitchFamily="18" charset="2"/>
                  </a:rPr>
                  <a:t>, which is </a:t>
                </a:r>
                <a:r>
                  <a:rPr lang="en-US" altLang="ko-KR" sz="1800" dirty="0">
                    <a:solidFill>
                      <a:srgbClr val="0033CC"/>
                    </a:solidFill>
                    <a:sym typeface="Symbol" panose="05050102010706020507" pitchFamily="18" charset="2"/>
                  </a:rPr>
                  <a:t>much less than </a:t>
                </a:r>
                <a14:m>
                  <m:oMath xmlns:m="http://schemas.openxmlformats.org/officeDocument/2006/math">
                    <m:r>
                      <a:rPr lang="en-US" altLang="ko-KR" sz="1800" i="1" dirty="0">
                        <a:solidFill>
                          <a:srgbClr val="0033CC"/>
                        </a:solidFill>
                        <a:latin typeface="Cambria Math" panose="02040503050406030204" pitchFamily="18" charset="0"/>
                        <a:cs typeface="Times New Roman" panose="02020603050405020304" pitchFamily="18" charset="0"/>
                      </a:rPr>
                      <m:t>𝑛</m:t>
                    </m:r>
                    <m:r>
                      <a:rPr lang="en-US" altLang="ko-KR" sz="1800" i="1" dirty="0">
                        <a:solidFill>
                          <a:srgbClr val="0033CC"/>
                        </a:solidFill>
                        <a:latin typeface="Cambria Math" panose="02040503050406030204" pitchFamily="18" charset="0"/>
                        <a:cs typeface="Times New Roman" panose="02020603050405020304" pitchFamily="18" charset="0"/>
                      </a:rPr>
                      <m:t>!</m:t>
                    </m:r>
                  </m:oMath>
                </a14:m>
                <a:endParaRPr lang="en-US" altLang="ko-KR" sz="1800" dirty="0">
                  <a:solidFill>
                    <a:srgbClr val="0033CC"/>
                  </a:solidFill>
                  <a:sym typeface="Symbol" panose="05050102010706020507" pitchFamily="18" charset="2"/>
                </a:endParaRPr>
              </a:p>
              <a:p>
                <a:pPr marL="611188" lvl="1" eaLnBrk="1" hangingPunct="1"/>
                <a:r>
                  <a:rPr lang="en-US" altLang="ko-KR" sz="1800" dirty="0">
                    <a:sym typeface="Symbol" panose="05050102010706020507" pitchFamily="18" charset="2"/>
                  </a:rPr>
                  <a:t>One can find a </a:t>
                </a:r>
                <a:r>
                  <a:rPr lang="en-US" altLang="ko-KR" sz="1800" dirty="0">
                    <a:solidFill>
                      <a:srgbClr val="800080"/>
                    </a:solidFill>
                    <a:sym typeface="Symbol" panose="05050102010706020507" pitchFamily="18" charset="2"/>
                  </a:rPr>
                  <a:t>near-optimal</a:t>
                </a:r>
                <a:r>
                  <a:rPr lang="en-US" altLang="ko-KR" sz="1200" dirty="0">
                    <a:solidFill>
                      <a:srgbClr val="800080"/>
                    </a:solidFill>
                    <a:sym typeface="Symbol" panose="05050102010706020507" pitchFamily="18" charset="2"/>
                  </a:rPr>
                  <a:t> (</a:t>
                </a:r>
                <a:r>
                  <a:rPr lang="ko-KR" altLang="en-US" sz="1200" dirty="0">
                    <a:solidFill>
                      <a:srgbClr val="800080"/>
                    </a:solidFill>
                    <a:latin typeface="나눔스퀘어_ac" panose="020B0600000101010101" pitchFamily="50" charset="-127"/>
                    <a:ea typeface="나눔스퀘어_ac" panose="020B0600000101010101" pitchFamily="50" charset="-127"/>
                    <a:sym typeface="Symbol" panose="05050102010706020507" pitchFamily="18" charset="2"/>
                  </a:rPr>
                  <a:t>최적 성능에 근접한</a:t>
                </a:r>
                <a:r>
                  <a:rPr lang="en-US" altLang="ko-KR" sz="1200" dirty="0">
                    <a:solidFill>
                      <a:srgbClr val="800080"/>
                    </a:solidFill>
                    <a:sym typeface="Symbol" panose="05050102010706020507" pitchFamily="18" charset="2"/>
                  </a:rPr>
                  <a:t>)</a:t>
                </a:r>
                <a:r>
                  <a:rPr lang="en-US" altLang="ko-KR" sz="1800" dirty="0">
                    <a:solidFill>
                      <a:srgbClr val="800080"/>
                    </a:solidFill>
                    <a:sym typeface="Symbol" panose="05050102010706020507" pitchFamily="18" charset="2"/>
                  </a:rPr>
                  <a:t> </a:t>
                </a:r>
                <a:r>
                  <a:rPr lang="en-US" altLang="ko-KR" sz="1800" dirty="0">
                    <a:sym typeface="Symbol" panose="05050102010706020507" pitchFamily="18" charset="2"/>
                  </a:rPr>
                  <a:t>soln. in a much </a:t>
                </a:r>
                <a:r>
                  <a:rPr lang="en-US" altLang="ko-KR" sz="1800" dirty="0">
                    <a:solidFill>
                      <a:srgbClr val="0033CC"/>
                    </a:solidFill>
                    <a:sym typeface="Symbol" panose="05050102010706020507" pitchFamily="18" charset="2"/>
                  </a:rPr>
                  <a:t>shorter time</a:t>
                </a:r>
              </a:p>
              <a:p>
                <a:pPr marL="287338" indent="-287338" eaLnBrk="1" hangingPunct="1"/>
                <a:r>
                  <a:rPr lang="en-US" altLang="ko-KR" sz="1800" dirty="0"/>
                  <a:t>Conventional algorithms (e.g., sorting algorithms) are often called </a:t>
                </a:r>
                <a:r>
                  <a:rPr lang="en-US" altLang="ko-KR" sz="1800" dirty="0">
                    <a:solidFill>
                      <a:srgbClr val="990033"/>
                    </a:solidFill>
                  </a:rPr>
                  <a:t>exact algorithms</a:t>
                </a:r>
                <a:r>
                  <a:rPr lang="en-US" altLang="ko-KR" sz="1800" dirty="0"/>
                  <a:t> because they always find a correct or an optimal solution, but</a:t>
                </a:r>
                <a:r>
                  <a:rPr lang="ko-KR" altLang="en-US" sz="1800" dirty="0"/>
                  <a:t> </a:t>
                </a:r>
                <a:r>
                  <a:rPr lang="en-US" altLang="ko-KR" sz="1800" dirty="0"/>
                  <a:t>they </a:t>
                </a:r>
                <a:r>
                  <a:rPr lang="en-US" altLang="ko-KR" sz="1800" dirty="0">
                    <a:solidFill>
                      <a:srgbClr val="990033"/>
                    </a:solidFill>
                  </a:rPr>
                  <a:t>can be inefficient in time</a:t>
                </a:r>
              </a:p>
              <a:p>
                <a:pPr marL="287338" indent="-287338" eaLnBrk="1" hangingPunct="1"/>
                <a:r>
                  <a:rPr lang="en-US" altLang="ko-KR" sz="1800" dirty="0"/>
                  <a:t>AI algorithms use </a:t>
                </a:r>
                <a:r>
                  <a:rPr lang="en-US" altLang="ko-KR" sz="1800" dirty="0">
                    <a:solidFill>
                      <a:srgbClr val="0033CC"/>
                    </a:solidFill>
                  </a:rPr>
                  <a:t>heuristics or randomized strategies</a:t>
                </a:r>
                <a:r>
                  <a:rPr lang="en-US" altLang="ko-KR" sz="1800" dirty="0"/>
                  <a:t> to find a near optimal solution </a:t>
                </a:r>
                <a:r>
                  <a:rPr lang="en-US" altLang="ko-KR" sz="1800" u="sng" dirty="0">
                    <a:solidFill>
                      <a:srgbClr val="FF0000"/>
                    </a:solidFill>
                  </a:rPr>
                  <a:t>quickly</a:t>
                </a:r>
              </a:p>
              <a:p>
                <a:pPr marL="287338" indent="-287338" eaLnBrk="1" hangingPunct="1"/>
                <a:endParaRPr lang="ko-KR" altLang="en-US" sz="1800" dirty="0">
                  <a:sym typeface="Symbol" panose="05050102010706020507" pitchFamily="18" charset="2"/>
                </a:endParaRPr>
              </a:p>
            </p:txBody>
          </p:sp>
        </mc:Choice>
        <mc:Fallback>
          <p:sp>
            <p:nvSpPr>
              <p:cNvPr id="11266" name="Rectangle 3">
                <a:extLst>
                  <a:ext uri="{FF2B5EF4-FFF2-40B4-BE49-F238E27FC236}">
                    <a16:creationId xmlns:a16="http://schemas.microsoft.com/office/drawing/2014/main" id="{DE575571-F66F-4738-B06D-7E9767307BF1}"/>
                  </a:ext>
                </a:extLst>
              </p:cNvPr>
              <p:cNvSpPr>
                <a:spLocks noGrp="1" noRot="1" noChangeAspect="1" noMove="1" noResize="1" noEditPoints="1" noAdjustHandles="1" noChangeArrowheads="1" noChangeShapeType="1" noTextEdit="1"/>
              </p:cNvSpPr>
              <p:nvPr>
                <p:ph idx="1"/>
              </p:nvPr>
            </p:nvSpPr>
            <p:spPr>
              <a:xfrm>
                <a:off x="457200" y="981075"/>
                <a:ext cx="8229600" cy="5256213"/>
              </a:xfrm>
              <a:blipFill>
                <a:blip r:embed="rId3"/>
                <a:stretch>
                  <a:fillRect l="-444" t="-116"/>
                </a:stretch>
              </a:blipFill>
            </p:spPr>
            <p:txBody>
              <a:bodyPr/>
              <a:lstStyle/>
              <a:p>
                <a:r>
                  <a:rPr lang="en-US">
                    <a:noFill/>
                  </a:rPr>
                  <a:t> </a:t>
                </a:r>
              </a:p>
            </p:txBody>
          </p:sp>
        </mc:Fallback>
      </mc:AlternateContent>
      <p:sp>
        <p:nvSpPr>
          <p:cNvPr id="11267" name="Rectangle 2">
            <a:extLst>
              <a:ext uri="{FF2B5EF4-FFF2-40B4-BE49-F238E27FC236}">
                <a16:creationId xmlns:a16="http://schemas.microsoft.com/office/drawing/2014/main" id="{E57744D8-E7E6-45B5-8500-FFAAD9E5ABD2}"/>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Conventional vs. AI Algorithms</a:t>
            </a:r>
          </a:p>
        </p:txBody>
      </p:sp>
      <p:sp>
        <p:nvSpPr>
          <p:cNvPr id="18434" name="바닥글 개체 틀 4">
            <a:extLst>
              <a:ext uri="{FF2B5EF4-FFF2-40B4-BE49-F238E27FC236}">
                <a16:creationId xmlns:a16="http://schemas.microsoft.com/office/drawing/2014/main" id="{87CEA6D0-B0F9-4B1D-B374-937DC203B4DB}"/>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11269" name="슬라이드 번호 개체 틀 8">
            <a:extLst>
              <a:ext uri="{FF2B5EF4-FFF2-40B4-BE49-F238E27FC236}">
                <a16:creationId xmlns:a16="http://schemas.microsoft.com/office/drawing/2014/main" id="{4A7DF3BB-FD34-4C41-A6DC-19B273771D9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7ABBF37-CA37-45AD-9D14-C1BE67A1C1CD}" type="slidenum">
              <a:rPr lang="ko-KR" altLang="en-US" sz="1200">
                <a:solidFill>
                  <a:srgbClr val="898989"/>
                </a:solidFill>
                <a:latin typeface="Book Antiqua" panose="02040602050305030304" pitchFamily="18" charset="0"/>
              </a:rPr>
              <a:pPr>
                <a:lnSpc>
                  <a:spcPct val="100000"/>
                </a:lnSpc>
                <a:spcBef>
                  <a:spcPct val="0"/>
                </a:spcBef>
                <a:buFontTx/>
                <a:buNone/>
              </a:pPr>
              <a:t>4</a:t>
            </a:fld>
            <a:endParaRPr lang="en-US" altLang="ko-KR" sz="1200">
              <a:solidFill>
                <a:srgbClr val="898989"/>
              </a:solidFill>
              <a:latin typeface="Book Antiqua" panose="02040602050305030304" pitchFamily="18" charset="0"/>
            </a:endParaRPr>
          </a:p>
        </p:txBody>
      </p:sp>
      <p:sp>
        <p:nvSpPr>
          <p:cNvPr id="2" name="설명선: 선 1">
            <a:extLst>
              <a:ext uri="{FF2B5EF4-FFF2-40B4-BE49-F238E27FC236}">
                <a16:creationId xmlns:a16="http://schemas.microsoft.com/office/drawing/2014/main" id="{1D9455F3-4901-4CDC-8C2B-CA95D91C2F84}"/>
              </a:ext>
            </a:extLst>
          </p:cNvPr>
          <p:cNvSpPr/>
          <p:nvPr/>
        </p:nvSpPr>
        <p:spPr>
          <a:xfrm>
            <a:off x="3876303" y="2747020"/>
            <a:ext cx="4762872" cy="360040"/>
          </a:xfrm>
          <a:prstGeom prst="borderCallout1">
            <a:avLst>
              <a:gd name="adj1" fmla="val -410"/>
              <a:gd name="adj2" fmla="val 1914"/>
              <a:gd name="adj3" fmla="val 22779"/>
              <a:gd name="adj4" fmla="val 32"/>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000" dirty="0">
                <a:solidFill>
                  <a:schemeClr val="tx1"/>
                </a:solidFill>
                <a:latin typeface="나눔스퀘어_ac" panose="020B0600000101010101" pitchFamily="50" charset="-127"/>
                <a:ea typeface="나눔스퀘어_ac" panose="020B0600000101010101" pitchFamily="50" charset="-127"/>
              </a:rPr>
              <a:t>Starting from a city, visit the nearest among the remaining n-1 cities, then the nearest of n-2, and so on…. </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
        <p:nvSpPr>
          <p:cNvPr id="7" name="설명선: 선 6">
            <a:extLst>
              <a:ext uri="{FF2B5EF4-FFF2-40B4-BE49-F238E27FC236}">
                <a16:creationId xmlns:a16="http://schemas.microsoft.com/office/drawing/2014/main" id="{73590805-0A65-4314-9B69-BD52A36C508B}"/>
              </a:ext>
            </a:extLst>
          </p:cNvPr>
          <p:cNvSpPr/>
          <p:nvPr/>
        </p:nvSpPr>
        <p:spPr>
          <a:xfrm>
            <a:off x="3883434" y="1772816"/>
            <a:ext cx="4144949" cy="288032"/>
          </a:xfrm>
          <a:prstGeom prst="borderCallout1">
            <a:avLst>
              <a:gd name="adj1" fmla="val 582"/>
              <a:gd name="adj2" fmla="val 13"/>
              <a:gd name="adj3" fmla="val 106538"/>
              <a:gd name="adj4" fmla="val -718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Time-efficient algorithms designed to find an approximate solution</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4" name="Rectangle 3">
                <a:extLst>
                  <a:ext uri="{FF2B5EF4-FFF2-40B4-BE49-F238E27FC236}">
                    <a16:creationId xmlns:a16="http://schemas.microsoft.com/office/drawing/2014/main" id="{422D9D8C-1C06-42C9-A12B-26C64C9C3A14}"/>
                  </a:ext>
                </a:extLst>
              </p:cNvPr>
              <p:cNvSpPr>
                <a:spLocks noGrp="1" noChangeAspect="1" noChangeArrowheads="1"/>
              </p:cNvSpPr>
              <p:nvPr>
                <p:ph idx="1"/>
              </p:nvPr>
            </p:nvSpPr>
            <p:spPr>
              <a:xfrm>
                <a:off x="457200" y="981075"/>
                <a:ext cx="8229600" cy="5740400"/>
              </a:xfrm>
            </p:spPr>
            <p:txBody>
              <a:bodyPr/>
              <a:lstStyle/>
              <a:p>
                <a:pPr eaLnBrk="1" latinLnBrk="0" hangingPunct="1">
                  <a:defRPr/>
                </a:pPr>
                <a:r>
                  <a:rPr lang="en-US" altLang="ko-KR" sz="1800" dirty="0"/>
                  <a:t>Local Search Algorithm </a:t>
                </a:r>
                <a:r>
                  <a:rPr lang="en-US" sz="1800" dirty="0"/>
                  <a:t>is a category of search methods.</a:t>
                </a:r>
                <a:endParaRPr lang="en-US" altLang="ko-KR" sz="1800" dirty="0">
                  <a:latin typeface="나눔스퀘어_ac" panose="020B0600000101010101" pitchFamily="50" charset="-127"/>
                  <a:ea typeface="나눔스퀘어_ac" panose="020B0600000101010101" pitchFamily="50" charset="-127"/>
                </a:endParaRPr>
              </a:p>
              <a:p>
                <a:pPr lvl="1" eaLnBrk="1" latinLnBrk="0" hangingPunct="1">
                  <a:defRPr/>
                </a:pPr>
                <a:r>
                  <a:rPr lang="en-US" sz="1400" dirty="0"/>
                  <a:t>Not by checking </a:t>
                </a:r>
                <a:r>
                  <a:rPr lang="en-US" sz="1400" b="1" dirty="0"/>
                  <a:t>all</a:t>
                </a:r>
                <a:r>
                  <a:rPr lang="en-US" sz="1400" dirty="0"/>
                  <a:t> cases at once, but by iteratively improving the solution through </a:t>
                </a:r>
                <a:r>
                  <a:rPr lang="en-US" sz="1400" b="1" dirty="0"/>
                  <a:t>local search</a:t>
                </a:r>
                <a:r>
                  <a:rPr lang="en-US" sz="1400" dirty="0"/>
                  <a:t> of the neighborhood.</a:t>
                </a:r>
                <a:endParaRPr lang="en-US" altLang="ko-KR" sz="1400" dirty="0">
                  <a:latin typeface="나눔스퀘어_ac" panose="020B0600000101010101" pitchFamily="50" charset="-127"/>
                  <a:ea typeface="나눔스퀘어_ac" panose="020B0600000101010101" pitchFamily="50" charset="-127"/>
                </a:endParaRPr>
              </a:p>
              <a:p>
                <a:pPr eaLnBrk="1" latinLnBrk="0" hangingPunct="1">
                  <a:defRPr/>
                </a:pPr>
                <a:r>
                  <a:rPr lang="en-US" altLang="ko-KR" sz="1800" dirty="0"/>
                  <a:t>Iterative improvement algorithms: </a:t>
                </a:r>
                <a:r>
                  <a:rPr lang="en-US" altLang="ko-KR" sz="1600" dirty="0">
                    <a:latin typeface="나눔스퀘어_ac" panose="020B0600000101010101" pitchFamily="50" charset="-127"/>
                    <a:ea typeface="나눔스퀘어_ac" panose="020B0600000101010101" pitchFamily="50" charset="-127"/>
                  </a:rPr>
                  <a:t>(</a:t>
                </a:r>
                <a:r>
                  <a:rPr lang="en-US" sz="1600" dirty="0"/>
                  <a:t>Algorithms that iteratively improve the solution</a:t>
                </a:r>
                <a:r>
                  <a:rPr lang="en-US" altLang="ko-KR" sz="1600" dirty="0">
                    <a:latin typeface="나눔스퀘어_ac" panose="020B0600000101010101" pitchFamily="50" charset="-127"/>
                    <a:ea typeface="나눔스퀘어_ac" panose="020B0600000101010101" pitchFamily="50" charset="-127"/>
                  </a:rPr>
                  <a:t>)</a:t>
                </a:r>
                <a:endParaRPr lang="en-US" altLang="ko-KR" sz="1800" dirty="0">
                  <a:latin typeface="나눔스퀘어_ac" panose="020B0600000101010101" pitchFamily="50" charset="-127"/>
                  <a:ea typeface="나눔스퀘어_ac" panose="020B0600000101010101" pitchFamily="50" charset="-127"/>
                </a:endParaRPr>
              </a:p>
              <a:p>
                <a:pPr marL="611188" lvl="1" latinLnBrk="0">
                  <a:defRPr/>
                </a:pPr>
                <a:r>
                  <a:rPr lang="en-US" altLang="ko-KR" sz="1600" dirty="0">
                    <a:sym typeface="Wingdings 3" pitchFamily="18" charset="2"/>
                  </a:rPr>
                  <a:t>State space</a:t>
                </a:r>
                <a:r>
                  <a:rPr lang="en-US" altLang="ko-KR" sz="1200" dirty="0">
                    <a:latin typeface="+mn-lt"/>
                    <a:sym typeface="Wingdings 3" pitchFamily="18" charset="2"/>
                  </a:rPr>
                  <a:t> </a:t>
                </a:r>
                <a14:m>
                  <m:oMath xmlns:m="http://schemas.openxmlformats.org/officeDocument/2006/math">
                    <m:r>
                      <a:rPr lang="en-US" altLang="ko-KR" sz="1600" i="1" dirty="0" smtClean="0">
                        <a:latin typeface="Cambria Math" panose="02040503050406030204" pitchFamily="18" charset="0"/>
                        <a:sym typeface="Wingdings 3" pitchFamily="18" charset="2"/>
                      </a:rPr>
                      <m:t>:=</m:t>
                    </m:r>
                  </m:oMath>
                </a14:m>
                <a:r>
                  <a:rPr lang="en-US" altLang="ko-KR" sz="1600" dirty="0">
                    <a:sym typeface="Wingdings 3" pitchFamily="18" charset="2"/>
                  </a:rPr>
                  <a:t> </a:t>
                </a:r>
                <a:r>
                  <a:rPr lang="en-US" altLang="ko-KR" sz="1600" u="sng" dirty="0"/>
                  <a:t>set</a:t>
                </a:r>
                <a:r>
                  <a:rPr lang="en-US" altLang="ko-KR" sz="1600" dirty="0"/>
                  <a:t> of “complete” configurations/solutions</a:t>
                </a:r>
                <a:endParaRPr lang="en-US" altLang="ko-KR" sz="1400" dirty="0"/>
              </a:p>
              <a:p>
                <a:pPr marL="899188" lvl="2" latinLnBrk="0">
                  <a:defRPr/>
                </a:pPr>
                <a:r>
                  <a:rPr lang="en-US" altLang="ko-KR" sz="1400" dirty="0"/>
                  <a:t>A </a:t>
                </a:r>
                <a:r>
                  <a:rPr lang="en-US" altLang="ko-KR" sz="1400" u="sng" dirty="0"/>
                  <a:t>complete</a:t>
                </a:r>
                <a:r>
                  <a:rPr lang="en-US" altLang="ko-KR" sz="1400" dirty="0"/>
                  <a:t> configuration : A</a:t>
                </a:r>
                <a:r>
                  <a:rPr lang="en-US" sz="1400" dirty="0"/>
                  <a:t>rbitrary solution that satisfies the conditions.</a:t>
                </a:r>
                <a:endParaRPr lang="en-US" altLang="ko-KR" sz="1400" dirty="0">
                  <a:latin typeface="나눔스퀘어_ac" panose="020B0600000101010101" pitchFamily="50" charset="-127"/>
                  <a:ea typeface="나눔스퀘어_ac" panose="020B0600000101010101" pitchFamily="50" charset="-127"/>
                </a:endParaRPr>
              </a:p>
              <a:p>
                <a:pPr marL="1079188" lvl="3" latinLnBrk="0">
                  <a:defRPr/>
                </a:pPr>
                <a:r>
                  <a:rPr lang="en-US" sz="1200" dirty="0"/>
                  <a:t>An arbitrary solution is valid, but not necessarily optimal (best). </a:t>
                </a:r>
                <a:endParaRPr lang="en-US" altLang="ko-KR" sz="1200" dirty="0">
                  <a:latin typeface="나눔스퀘어_ac" panose="020B0600000101010101" pitchFamily="50" charset="-127"/>
                  <a:ea typeface="나눔스퀘어_ac" panose="020B0600000101010101" pitchFamily="50" charset="-127"/>
                </a:endParaRPr>
              </a:p>
              <a:p>
                <a:pPr marL="1079188" lvl="3" latinLnBrk="0">
                  <a:defRPr/>
                </a:pPr>
                <a:r>
                  <a:rPr lang="en-US" sz="1200" dirty="0"/>
                  <a:t>Ex: In TSP, any tour visiting all cities (satisfies conditions) is a complete </a:t>
                </a:r>
                <a:br>
                  <a:rPr lang="en-US" sz="1200" dirty="0"/>
                </a:br>
                <a:r>
                  <a:rPr lang="en-US" sz="1200" dirty="0"/>
                  <a:t>configuration. </a:t>
                </a:r>
                <a:endParaRPr lang="en-US" altLang="ko-KR" sz="1200" dirty="0">
                  <a:latin typeface="나눔스퀘어_ac" panose="020B0600000101010101" pitchFamily="50" charset="-127"/>
                  <a:ea typeface="나눔스퀘어_ac" panose="020B0600000101010101" pitchFamily="50" charset="-127"/>
                </a:endParaRPr>
              </a:p>
              <a:p>
                <a:pPr marL="899188" lvl="2" latinLnBrk="0">
                  <a:defRPr/>
                </a:pPr>
                <a:r>
                  <a:rPr lang="en-US" altLang="ko-KR" sz="1400" dirty="0">
                    <a:latin typeface="나눔스퀘어_ac" panose="020B0600000101010101" pitchFamily="50" charset="-127"/>
                    <a:ea typeface="나눔스퀘어_ac" panose="020B0600000101010101" pitchFamily="50" charset="-127"/>
                  </a:rPr>
                  <a:t>State space : set of complete configuration</a:t>
                </a:r>
              </a:p>
              <a:p>
                <a:pPr marL="1079188" lvl="3" latinLnBrk="0">
                  <a:defRPr/>
                </a:pPr>
                <a:r>
                  <a:rPr lang="en-US" altLang="ko-KR" sz="1200" dirty="0">
                    <a:latin typeface="나눔스퀘어_ac" panose="020B0600000101010101" pitchFamily="50" charset="-127"/>
                    <a:ea typeface="나눔스퀘어_ac" panose="020B0600000101010101" pitchFamily="50" charset="-127"/>
                  </a:rPr>
                  <a:t>Ex: in TSP, complete tour</a:t>
                </a:r>
                <a:r>
                  <a:rPr lang="ko-KR" altLang="en-US" sz="1200" dirty="0">
                    <a:latin typeface="나눔스퀘어_ac" panose="020B0600000101010101" pitchFamily="50" charset="-127"/>
                    <a:ea typeface="나눔스퀘어_ac" panose="020B0600000101010101" pitchFamily="50" charset="-127"/>
                  </a:rPr>
                  <a:t> </a:t>
                </a:r>
                <a:r>
                  <a:rPr lang="en-US" altLang="ko-KR" sz="1200" dirty="0">
                    <a:latin typeface="나눔스퀘어_ac" panose="020B0600000101010101" pitchFamily="50" charset="-127"/>
                    <a:ea typeface="나눔스퀘어_ac" panose="020B0600000101010101" pitchFamily="50" charset="-127"/>
                  </a:rPr>
                  <a:t>=</a:t>
                </a:r>
                <a:r>
                  <a:rPr lang="ko-KR" altLang="en-US" sz="1200" dirty="0">
                    <a:latin typeface="나눔스퀘어_ac" panose="020B0600000101010101" pitchFamily="50" charset="-127"/>
                    <a:ea typeface="나눔스퀘어_ac" panose="020B0600000101010101" pitchFamily="50" charset="-127"/>
                  </a:rPr>
                  <a:t> </a:t>
                </a:r>
                <a:r>
                  <a:rPr lang="en-US" altLang="ko-KR" sz="1200" dirty="0">
                    <a:latin typeface="나눔스퀘어_ac" panose="020B0600000101010101" pitchFamily="50" charset="-127"/>
                    <a:ea typeface="나눔스퀘어_ac" panose="020B0600000101010101" pitchFamily="50" charset="-127"/>
                  </a:rPr>
                  <a:t>state space</a:t>
                </a:r>
              </a:p>
              <a:p>
                <a:pPr lvl="1" eaLnBrk="1" latinLnBrk="0" hangingPunct="1">
                  <a:defRPr/>
                </a:pPr>
                <a:r>
                  <a:rPr lang="en-US" altLang="ko-KR" sz="1600" dirty="0"/>
                  <a:t>Among state space, find </a:t>
                </a:r>
                <a:r>
                  <a:rPr lang="en-US" altLang="ko-KR" sz="1600" dirty="0">
                    <a:solidFill>
                      <a:srgbClr val="0033CC"/>
                    </a:solidFill>
                  </a:rPr>
                  <a:t>optimal configuration </a:t>
                </a:r>
                <a:r>
                  <a:rPr lang="en-US" altLang="ko-KR" sz="1600" dirty="0"/>
                  <a:t>according to the </a:t>
                </a:r>
                <a:r>
                  <a:rPr lang="en-US" altLang="ko-KR" sz="1600" dirty="0">
                    <a:solidFill>
                      <a:srgbClr val="990033"/>
                    </a:solidFill>
                  </a:rPr>
                  <a:t>objective function</a:t>
                </a:r>
                <a:r>
                  <a:rPr lang="en-US" altLang="ko-KR" sz="1400" dirty="0">
                    <a:solidFill>
                      <a:srgbClr val="990033"/>
                    </a:solidFill>
                  </a:rPr>
                  <a:t>  (</a:t>
                </a:r>
                <a:r>
                  <a:rPr lang="ko-KR" altLang="en-US" sz="1400" dirty="0">
                    <a:solidFill>
                      <a:srgbClr val="990033"/>
                    </a:solidFill>
                    <a:latin typeface="나눔스퀘어_ac" panose="020B0600000101010101" pitchFamily="50" charset="-127"/>
                    <a:ea typeface="나눔스퀘어_ac" panose="020B0600000101010101" pitchFamily="50" charset="-127"/>
                  </a:rPr>
                  <a:t>목적 함수</a:t>
                </a:r>
                <a:r>
                  <a:rPr lang="en-US" altLang="ko-KR" sz="1400" dirty="0">
                    <a:solidFill>
                      <a:srgbClr val="990033"/>
                    </a:solidFill>
                  </a:rPr>
                  <a:t>)</a:t>
                </a:r>
                <a:endParaRPr lang="en-US" altLang="ko-KR" sz="1600" dirty="0">
                  <a:solidFill>
                    <a:srgbClr val="990033"/>
                  </a:solidFill>
                </a:endParaRPr>
              </a:p>
              <a:p>
                <a:pPr lvl="2" eaLnBrk="1" latinLnBrk="0" hangingPunct="1">
                  <a:defRPr/>
                </a:pPr>
                <a:r>
                  <a:rPr lang="en-US" sz="1400" dirty="0"/>
                  <a:t>Ex: Optimal complete tour minimizing total path length (Objective/Goal function)</a:t>
                </a:r>
                <a:r>
                  <a:rPr lang="en-US" altLang="ko-KR" sz="1400" dirty="0">
                    <a:latin typeface="나눔스퀘어_ac" panose="020B0600000101010101" pitchFamily="50" charset="-127"/>
                    <a:ea typeface="나눔스퀘어_ac" panose="020B0600000101010101" pitchFamily="50" charset="-127"/>
                  </a:rPr>
                  <a:t>?</a:t>
                </a:r>
              </a:p>
              <a:p>
                <a:pPr lvl="1" eaLnBrk="1" latinLnBrk="0" hangingPunct="1">
                  <a:defRPr/>
                </a:pPr>
                <a:r>
                  <a:rPr lang="en-US" altLang="ko-KR" sz="1600" dirty="0"/>
                  <a:t>Configurations should satisfy </a:t>
                </a:r>
                <a:r>
                  <a:rPr lang="en-US" altLang="ko-KR" sz="1600" dirty="0">
                    <a:solidFill>
                      <a:srgbClr val="0033CC"/>
                    </a:solidFill>
                  </a:rPr>
                  <a:t>constraints</a:t>
                </a:r>
                <a:endParaRPr lang="en-US" altLang="ko-KR" sz="1600" dirty="0"/>
              </a:p>
              <a:p>
                <a:pPr lvl="2" eaLnBrk="1" latinLnBrk="0" hangingPunct="1">
                  <a:defRPr/>
                </a:pPr>
                <a:r>
                  <a:rPr lang="en-US" sz="1400" dirty="0"/>
                  <a:t>Constraints may exist (Ex: Must go via C to visit A).</a:t>
                </a:r>
                <a:endParaRPr lang="en-US" altLang="ko-KR" sz="1400" dirty="0">
                  <a:latin typeface="나눔스퀘어_ac" panose="020B0600000101010101" pitchFamily="50" charset="-127"/>
                  <a:ea typeface="나눔스퀘어_ac" panose="020B0600000101010101" pitchFamily="50" charset="-127"/>
                </a:endParaRPr>
              </a:p>
              <a:p>
                <a:pPr lvl="1" eaLnBrk="1" latinLnBrk="0" hangingPunct="1">
                  <a:defRPr/>
                </a:pPr>
                <a:r>
                  <a:rPr lang="en-US" altLang="ko-KR" sz="1600" dirty="0">
                    <a:solidFill>
                      <a:srgbClr val="990033"/>
                    </a:solidFill>
                  </a:rPr>
                  <a:t>Start with a complete configuration</a:t>
                </a:r>
                <a:r>
                  <a:rPr lang="en-US" altLang="ko-KR" sz="1600" dirty="0"/>
                  <a:t> and make modifications to improve its quality</a:t>
                </a:r>
              </a:p>
              <a:p>
                <a:pPr lvl="2" eaLnBrk="1" latinLnBrk="0" hangingPunct="1">
                  <a:defRPr/>
                </a:pPr>
                <a:r>
                  <a:rPr lang="en-US" sz="1400" dirty="0"/>
                  <a:t>Local Search starts with an arbitrary config, selects a neighbor, and iteratively improves (to reduce complexity)</a:t>
                </a:r>
                <a:endParaRPr lang="en-US" altLang="ko-KR" sz="1400" dirty="0">
                  <a:latin typeface="나눔스퀘어_ac" panose="020B0600000101010101" pitchFamily="50" charset="-127"/>
                  <a:ea typeface="나눔스퀘어_ac" panose="020B0600000101010101" pitchFamily="50" charset="-127"/>
                </a:endParaRPr>
              </a:p>
            </p:txBody>
          </p:sp>
        </mc:Choice>
        <mc:Fallback>
          <p:sp>
            <p:nvSpPr>
              <p:cNvPr id="8194" name="Rectangle 3">
                <a:extLst>
                  <a:ext uri="{FF2B5EF4-FFF2-40B4-BE49-F238E27FC236}">
                    <a16:creationId xmlns:a16="http://schemas.microsoft.com/office/drawing/2014/main" id="{422D9D8C-1C06-42C9-A12B-26C64C9C3A14}"/>
                  </a:ext>
                </a:extLst>
              </p:cNvPr>
              <p:cNvSpPr>
                <a:spLocks noGrp="1" noRot="1" noChangeAspect="1" noMove="1" noResize="1" noEditPoints="1" noAdjustHandles="1" noChangeArrowheads="1" noChangeShapeType="1" noTextEdit="1"/>
              </p:cNvSpPr>
              <p:nvPr>
                <p:ph idx="1"/>
              </p:nvPr>
            </p:nvSpPr>
            <p:spPr>
              <a:xfrm>
                <a:off x="457200" y="981075"/>
                <a:ext cx="8229600" cy="5740400"/>
              </a:xfrm>
              <a:blipFill>
                <a:blip r:embed="rId3"/>
                <a:stretch>
                  <a:fillRect l="-444" t="-106" r="-222" b="-318"/>
                </a:stretch>
              </a:blipFill>
            </p:spPr>
            <p:txBody>
              <a:bodyPr/>
              <a:lstStyle/>
              <a:p>
                <a:r>
                  <a:rPr lang="en-US">
                    <a:noFill/>
                  </a:rPr>
                  <a:t> </a:t>
                </a:r>
              </a:p>
            </p:txBody>
          </p:sp>
        </mc:Fallback>
      </mc:AlternateContent>
      <p:sp>
        <p:nvSpPr>
          <p:cNvPr id="13315" name="Rectangle 2">
            <a:extLst>
              <a:ext uri="{FF2B5EF4-FFF2-40B4-BE49-F238E27FC236}">
                <a16:creationId xmlns:a16="http://schemas.microsoft.com/office/drawing/2014/main" id="{6BC1FB74-BBCE-45D8-A272-FA99F796C43C}"/>
              </a:ext>
            </a:extLst>
          </p:cNvPr>
          <p:cNvSpPr>
            <a:spLocks noGrp="1" noChangeArrowheads="1"/>
          </p:cNvSpPr>
          <p:nvPr>
            <p:ph type="title"/>
          </p:nvPr>
        </p:nvSpPr>
        <p:spPr>
          <a:xfrm>
            <a:off x="457200" y="274638"/>
            <a:ext cx="8229600" cy="633412"/>
          </a:xfrm>
        </p:spPr>
        <p:txBody>
          <a:bodyPr/>
          <a:lstStyle/>
          <a:p>
            <a:r>
              <a:rPr lang="en-US" altLang="ko-KR" dirty="0">
                <a:solidFill>
                  <a:srgbClr val="0033CC"/>
                </a:solidFill>
              </a:rPr>
              <a:t>Local Search Algorithms</a:t>
            </a:r>
          </a:p>
        </p:txBody>
      </p:sp>
      <p:sp>
        <p:nvSpPr>
          <p:cNvPr id="13321" name="슬라이드 번호 개체 틀 8">
            <a:extLst>
              <a:ext uri="{FF2B5EF4-FFF2-40B4-BE49-F238E27FC236}">
                <a16:creationId xmlns:a16="http://schemas.microsoft.com/office/drawing/2014/main" id="{6986C205-1E4F-4FCE-9569-C21C1408DA40}"/>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9B98F9D4-CB7B-4D86-B7B1-0AF48E6735E5}" type="slidenum">
              <a:rPr lang="ko-KR" altLang="en-US" sz="1200">
                <a:solidFill>
                  <a:srgbClr val="898989"/>
                </a:solidFill>
                <a:latin typeface="Book Antiqua" panose="02040602050305030304" pitchFamily="18" charset="0"/>
              </a:rPr>
              <a:pPr>
                <a:lnSpc>
                  <a:spcPct val="100000"/>
                </a:lnSpc>
                <a:spcBef>
                  <a:spcPct val="0"/>
                </a:spcBef>
                <a:buFontTx/>
                <a:buNone/>
              </a:pPr>
              <a:t>5</a:t>
            </a:fld>
            <a:endParaRPr lang="en-US" altLang="ko-KR" sz="1200">
              <a:solidFill>
                <a:srgbClr val="898989"/>
              </a:solidFill>
              <a:latin typeface="Book Antiqua" panose="02040602050305030304" pitchFamily="18" charset="0"/>
            </a:endParaRPr>
          </a:p>
        </p:txBody>
      </p:sp>
      <p:sp>
        <p:nvSpPr>
          <p:cNvPr id="2" name="말풍선: 모서리가 둥근 사각형 1">
            <a:extLst>
              <a:ext uri="{FF2B5EF4-FFF2-40B4-BE49-F238E27FC236}">
                <a16:creationId xmlns:a16="http://schemas.microsoft.com/office/drawing/2014/main" id="{0F65A87C-D53F-ACC0-1161-68F517AA447D}"/>
              </a:ext>
            </a:extLst>
          </p:cNvPr>
          <p:cNvSpPr/>
          <p:nvPr/>
        </p:nvSpPr>
        <p:spPr>
          <a:xfrm>
            <a:off x="7211981" y="2420888"/>
            <a:ext cx="1859025" cy="1656184"/>
          </a:xfrm>
          <a:prstGeom prst="wedgeRoundRectCallout">
            <a:avLst>
              <a:gd name="adj1" fmla="val -17311"/>
              <a:gd name="adj2" fmla="val 16670"/>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r>
              <a:rPr lang="en-US" sz="1000" dirty="0"/>
              <a:t>CAUTION! Search aims for the optimal solution among many/infinite complete configurations. A "solution" is just a valid state, not necessarily the most optimal one.</a:t>
            </a:r>
            <a:endParaRPr lang="en-US" altLang="ko-KR" sz="10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194">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19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94">
                                            <p:txEl>
                                              <p:pRg st="10" end="1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819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9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194">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19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3F26046A-0FC9-495A-A9CB-97353D15A93A}"/>
              </a:ext>
            </a:extLst>
          </p:cNvPr>
          <p:cNvSpPr>
            <a:spLocks noGrp="1" noChangeAspect="1" noChangeArrowheads="1"/>
          </p:cNvSpPr>
          <p:nvPr>
            <p:ph idx="1"/>
          </p:nvPr>
        </p:nvSpPr>
        <p:spPr>
          <a:xfrm>
            <a:off x="457200" y="981075"/>
            <a:ext cx="8229600" cy="5256213"/>
          </a:xfrm>
        </p:spPr>
        <p:txBody>
          <a:bodyPr/>
          <a:lstStyle/>
          <a:p>
            <a:pPr marL="0" indent="0" eaLnBrk="1" latinLnBrk="0" hangingPunct="1">
              <a:buFont typeface="Arial" panose="020B0604020202020204" pitchFamily="34" charset="0"/>
              <a:buNone/>
              <a:defRPr/>
            </a:pPr>
            <a:r>
              <a:rPr lang="en-US" altLang="ko-KR" sz="1800" dirty="0"/>
              <a:t>  </a:t>
            </a:r>
            <a:r>
              <a:rPr lang="en-US" altLang="ko-KR" sz="1800" u="sng" dirty="0"/>
              <a:t>Example</a:t>
            </a:r>
            <a:r>
              <a:rPr lang="en-US" altLang="ko-KR" sz="1800" dirty="0"/>
              <a:t>: TSP </a:t>
            </a:r>
            <a:r>
              <a:rPr lang="en-US" altLang="ko-KR" sz="1600" dirty="0"/>
              <a:t>(</a:t>
            </a:r>
            <a:r>
              <a:rPr lang="en-US" altLang="ko-KR" sz="1600" dirty="0">
                <a:latin typeface="나눔스퀘어_ac" panose="020B0600000101010101" pitchFamily="50" charset="-127"/>
                <a:ea typeface="나눔스퀘어_ac" panose="020B0600000101010101" pitchFamily="50" charset="-127"/>
              </a:rPr>
              <a:t>Visiting 5 cities, A-B-C-D-E</a:t>
            </a:r>
            <a:r>
              <a:rPr lang="en-US" altLang="ko-KR" sz="1600" dirty="0"/>
              <a:t>)</a:t>
            </a:r>
            <a:endParaRPr lang="en-US" altLang="ko-KR" sz="1800" dirty="0"/>
          </a:p>
          <a:p>
            <a:pPr marL="611188" lvl="1" latinLnBrk="0">
              <a:defRPr/>
            </a:pPr>
            <a:r>
              <a:rPr lang="en-US" altLang="ko-KR" sz="1600" dirty="0"/>
              <a:t>[Step 1] Current configuration: </a:t>
            </a:r>
            <a:r>
              <a:rPr lang="en-US" sz="1600" dirty="0"/>
              <a:t>(Select an arbitrary complete tour and calculate cost.</a:t>
            </a:r>
            <a:r>
              <a:rPr lang="en-US" altLang="ko-KR" sz="1600" dirty="0"/>
              <a:t>)</a:t>
            </a:r>
          </a:p>
          <a:p>
            <a:pPr marL="287188" latinLnBrk="0">
              <a:defRPr/>
            </a:pPr>
            <a:endParaRPr lang="en-US" altLang="ko-KR" dirty="0"/>
          </a:p>
          <a:p>
            <a:pPr marL="611188" lvl="1" latinLnBrk="0">
              <a:defRPr/>
            </a:pPr>
            <a:r>
              <a:rPr lang="en-US" altLang="ko-KR" sz="1600" dirty="0">
                <a:latin typeface="Arial" charset="0"/>
              </a:rPr>
              <a:t>[Step 2] </a:t>
            </a:r>
            <a:r>
              <a:rPr lang="en-US" sz="1600" dirty="0"/>
              <a:t>Find a slightly different (neighbor) configuration, and if valid, select the one with the minimum cost. </a:t>
            </a:r>
            <a:endParaRPr lang="en-US" altLang="ko-KR" sz="1800" dirty="0">
              <a:latin typeface="나눔스퀘어_ac" panose="020B0600000101010101" pitchFamily="50" charset="-127"/>
              <a:ea typeface="나눔스퀘어_ac" panose="020B0600000101010101" pitchFamily="50" charset="-127"/>
            </a:endParaRPr>
          </a:p>
          <a:p>
            <a:pPr marL="899188" lvl="2" latinLnBrk="0">
              <a:defRPr/>
            </a:pPr>
            <a:r>
              <a:rPr lang="en-US" altLang="ko-KR" sz="1400" dirty="0">
                <a:latin typeface="나눔스퀘어_ac" panose="020B0600000101010101" pitchFamily="50" charset="-127"/>
                <a:ea typeface="나눔스퀘어_ac" panose="020B0600000101010101" pitchFamily="50" charset="-127"/>
              </a:rPr>
              <a:t>Candidate neighborhood configurations (of the </a:t>
            </a:r>
            <a:r>
              <a:rPr lang="en-US" altLang="ko-KR" sz="1400" b="1" dirty="0">
                <a:latin typeface="나눔스퀘어_ac" panose="020B0600000101010101" pitchFamily="50" charset="-127"/>
                <a:ea typeface="나눔스퀘어_ac" panose="020B0600000101010101" pitchFamily="50" charset="-127"/>
              </a:rPr>
              <a:t>current</a:t>
            </a:r>
            <a:r>
              <a:rPr lang="en-US" altLang="ko-KR" sz="1400" dirty="0">
                <a:latin typeface="나눔스퀘어_ac" panose="020B0600000101010101" pitchFamily="50" charset="-127"/>
                <a:ea typeface="나눔스퀘어_ac" panose="020B0600000101010101" pitchFamily="50" charset="-127"/>
              </a:rPr>
              <a:t> configuration): </a:t>
            </a:r>
            <a:endParaRPr lang="en-US" altLang="ko-KR" sz="1600" dirty="0">
              <a:latin typeface="나눔스퀘어_ac" panose="020B0600000101010101" pitchFamily="50" charset="-127"/>
              <a:ea typeface="나눔스퀘어_ac" panose="020B0600000101010101" pitchFamily="50" charset="-127"/>
            </a:endParaRPr>
          </a:p>
          <a:p>
            <a:pPr marL="899188" lvl="2" latinLnBrk="0">
              <a:defRPr/>
            </a:pPr>
            <a:endParaRPr lang="en-US" altLang="ko-KR" sz="1600" dirty="0"/>
          </a:p>
        </p:txBody>
      </p:sp>
      <p:sp>
        <p:nvSpPr>
          <p:cNvPr id="15363" name="Rectangle 2">
            <a:extLst>
              <a:ext uri="{FF2B5EF4-FFF2-40B4-BE49-F238E27FC236}">
                <a16:creationId xmlns:a16="http://schemas.microsoft.com/office/drawing/2014/main" id="{3645C422-705B-4968-A835-D2BB876228EA}"/>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Local Search Algorithms</a:t>
            </a:r>
          </a:p>
        </p:txBody>
      </p:sp>
      <p:sp>
        <p:nvSpPr>
          <p:cNvPr id="18434" name="바닥글 개체 틀 4">
            <a:extLst>
              <a:ext uri="{FF2B5EF4-FFF2-40B4-BE49-F238E27FC236}">
                <a16:creationId xmlns:a16="http://schemas.microsoft.com/office/drawing/2014/main" id="{55FBD3BF-3B08-4060-8CF5-97693F241659}"/>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graphicFrame>
        <p:nvGraphicFramePr>
          <p:cNvPr id="9" name="Group 66">
            <a:extLst>
              <a:ext uri="{FF2B5EF4-FFF2-40B4-BE49-F238E27FC236}">
                <a16:creationId xmlns:a16="http://schemas.microsoft.com/office/drawing/2014/main" id="{0CB1CD77-E98E-49A0-A1D5-72185335A3B7}"/>
              </a:ext>
            </a:extLst>
          </p:cNvPr>
          <p:cNvGraphicFramePr>
            <a:graphicFrameLocks noGrp="1"/>
          </p:cNvGraphicFramePr>
          <p:nvPr>
            <p:extLst>
              <p:ext uri="{D42A27DB-BD31-4B8C-83A1-F6EECF244321}">
                <p14:modId xmlns:p14="http://schemas.microsoft.com/office/powerpoint/2010/main" val="2653862718"/>
              </p:ext>
            </p:extLst>
          </p:nvPr>
        </p:nvGraphicFramePr>
        <p:xfrm>
          <a:off x="2052913" y="1935271"/>
          <a:ext cx="2760663" cy="33744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552450">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B</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C</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D</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10">
            <a:extLst>
              <a:ext uri="{FF2B5EF4-FFF2-40B4-BE49-F238E27FC236}">
                <a16:creationId xmlns:a16="http://schemas.microsoft.com/office/drawing/2014/main" id="{CAE9F995-7005-4F0C-88B0-DC82A897DCF9}"/>
              </a:ext>
            </a:extLst>
          </p:cNvPr>
          <p:cNvGraphicFramePr>
            <a:graphicFrameLocks noGrp="1"/>
          </p:cNvGraphicFramePr>
          <p:nvPr>
            <p:extLst>
              <p:ext uri="{D42A27DB-BD31-4B8C-83A1-F6EECF244321}">
                <p14:modId xmlns:p14="http://schemas.microsoft.com/office/powerpoint/2010/main" val="940166757"/>
              </p:ext>
            </p:extLst>
          </p:nvPr>
        </p:nvGraphicFramePr>
        <p:xfrm>
          <a:off x="672582" y="3452393"/>
          <a:ext cx="2760663" cy="33744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552450">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B</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C</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D</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24">
            <a:extLst>
              <a:ext uri="{FF2B5EF4-FFF2-40B4-BE49-F238E27FC236}">
                <a16:creationId xmlns:a16="http://schemas.microsoft.com/office/drawing/2014/main" id="{EB06B721-1E08-407C-BD69-E791D29D3EF8}"/>
              </a:ext>
            </a:extLst>
          </p:cNvPr>
          <p:cNvGraphicFramePr>
            <a:graphicFrameLocks noGrp="1"/>
          </p:cNvGraphicFramePr>
          <p:nvPr>
            <p:extLst>
              <p:ext uri="{D42A27DB-BD31-4B8C-83A1-F6EECF244321}">
                <p14:modId xmlns:p14="http://schemas.microsoft.com/office/powerpoint/2010/main" val="4243029228"/>
              </p:ext>
            </p:extLst>
          </p:nvPr>
        </p:nvGraphicFramePr>
        <p:xfrm>
          <a:off x="672582" y="4028656"/>
          <a:ext cx="2760663" cy="33744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552450">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B</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C</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D</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Group 38">
            <a:extLst>
              <a:ext uri="{FF2B5EF4-FFF2-40B4-BE49-F238E27FC236}">
                <a16:creationId xmlns:a16="http://schemas.microsoft.com/office/drawing/2014/main" id="{241AF30F-F9C1-476E-BB42-88220826575D}"/>
              </a:ext>
            </a:extLst>
          </p:cNvPr>
          <p:cNvGraphicFramePr>
            <a:graphicFrameLocks noGrp="1"/>
          </p:cNvGraphicFramePr>
          <p:nvPr>
            <p:extLst>
              <p:ext uri="{D42A27DB-BD31-4B8C-83A1-F6EECF244321}">
                <p14:modId xmlns:p14="http://schemas.microsoft.com/office/powerpoint/2010/main" val="227815978"/>
              </p:ext>
            </p:extLst>
          </p:nvPr>
        </p:nvGraphicFramePr>
        <p:xfrm>
          <a:off x="672582" y="4604918"/>
          <a:ext cx="2760663" cy="33744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552450">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C</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D</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Group 52">
            <a:extLst>
              <a:ext uri="{FF2B5EF4-FFF2-40B4-BE49-F238E27FC236}">
                <a16:creationId xmlns:a16="http://schemas.microsoft.com/office/drawing/2014/main" id="{37E82B47-1AD3-49F5-98DA-48483B3EDD28}"/>
              </a:ext>
            </a:extLst>
          </p:cNvPr>
          <p:cNvGraphicFramePr>
            <a:graphicFrameLocks noGrp="1"/>
          </p:cNvGraphicFramePr>
          <p:nvPr>
            <p:extLst>
              <p:ext uri="{D42A27DB-BD31-4B8C-83A1-F6EECF244321}">
                <p14:modId xmlns:p14="http://schemas.microsoft.com/office/powerpoint/2010/main" val="1548151551"/>
              </p:ext>
            </p:extLst>
          </p:nvPr>
        </p:nvGraphicFramePr>
        <p:xfrm>
          <a:off x="672582" y="5181181"/>
          <a:ext cx="2760663" cy="33744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552450">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B</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C</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D</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5" name="Group 52">
            <a:extLst>
              <a:ext uri="{FF2B5EF4-FFF2-40B4-BE49-F238E27FC236}">
                <a16:creationId xmlns:a16="http://schemas.microsoft.com/office/drawing/2014/main" id="{B4D335F4-CEFD-4D25-A540-CC52DEED5FDC}"/>
              </a:ext>
            </a:extLst>
          </p:cNvPr>
          <p:cNvGraphicFramePr>
            <a:graphicFrameLocks noGrp="1"/>
          </p:cNvGraphicFramePr>
          <p:nvPr>
            <p:extLst>
              <p:ext uri="{D42A27DB-BD31-4B8C-83A1-F6EECF244321}">
                <p14:modId xmlns:p14="http://schemas.microsoft.com/office/powerpoint/2010/main" val="3785794330"/>
              </p:ext>
            </p:extLst>
          </p:nvPr>
        </p:nvGraphicFramePr>
        <p:xfrm>
          <a:off x="672582" y="5755856"/>
          <a:ext cx="2760663" cy="33744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gridCol w="552450">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C</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rgbClr val="0033CC"/>
                          </a:solidFill>
                          <a:effectLst/>
                          <a:latin typeface="Arial" charset="0"/>
                          <a:ea typeface="굴림" pitchFamily="50" charset="-127"/>
                          <a:cs typeface="Arial" charset="0"/>
                        </a:rPr>
                        <a:t>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
                          <a:schemeClr val="accent1"/>
                        </a:buClr>
                        <a:buSzPct val="70000"/>
                        <a:buFont typeface="Wingdings 2" pitchFamily="18" charset="2"/>
                        <a:buNone/>
                        <a:tabLst/>
                      </a:pPr>
                      <a:r>
                        <a:rPr kumimoji="1" lang="en-US" altLang="ko-KR" sz="1600" b="0" i="0" u="none" strike="noStrike" cap="none" normalizeH="0" baseline="0" dirty="0">
                          <a:ln>
                            <a:noFill/>
                          </a:ln>
                          <a:solidFill>
                            <a:schemeClr val="tx1"/>
                          </a:solidFill>
                          <a:effectLst/>
                          <a:latin typeface="Arial" charset="0"/>
                          <a:ea typeface="굴림" pitchFamily="50" charset="-127"/>
                          <a:cs typeface="Arial" charset="0"/>
                        </a:rPr>
                        <a:t>D</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 name="TextBox 15">
            <a:extLst>
              <a:ext uri="{FF2B5EF4-FFF2-40B4-BE49-F238E27FC236}">
                <a16:creationId xmlns:a16="http://schemas.microsoft.com/office/drawing/2014/main" id="{702FF99E-645C-4805-B1DF-B7A2415F9943}"/>
              </a:ext>
            </a:extLst>
          </p:cNvPr>
          <p:cNvSpPr txBox="1"/>
          <p:nvPr/>
        </p:nvSpPr>
        <p:spPr>
          <a:xfrm>
            <a:off x="3841505" y="5354632"/>
            <a:ext cx="4845295" cy="738664"/>
          </a:xfrm>
          <a:prstGeom prst="rect">
            <a:avLst/>
          </a:prstGeom>
          <a:noFill/>
        </p:spPr>
        <p:txBody>
          <a:bodyPr wrap="square">
            <a:spAutoFit/>
          </a:bodyPr>
          <a:lstStyle/>
          <a:p>
            <a:pPr>
              <a:defRPr/>
            </a:pPr>
            <a:r>
              <a:rPr lang="en-US" altLang="ko-KR" sz="1400" u="sng" dirty="0">
                <a:latin typeface="나눔스퀘어_ac" panose="020B0600000101010101" pitchFamily="50" charset="-127"/>
                <a:ea typeface="나눔스퀘어_ac" panose="020B0600000101010101" pitchFamily="50" charset="-127"/>
              </a:rPr>
              <a:t>Performance:</a:t>
            </a:r>
          </a:p>
          <a:p>
            <a:pPr>
              <a:defRPr/>
            </a:pPr>
            <a:r>
              <a:rPr lang="en-US" altLang="ko-KR" sz="1400" dirty="0">
                <a:latin typeface="나눔스퀘어_ac" panose="020B0600000101010101" pitchFamily="50" charset="-127"/>
                <a:ea typeface="나눔스퀘어_ac" panose="020B0600000101010101" pitchFamily="50" charset="-127"/>
              </a:rPr>
              <a:t>Variants of this approach get within 1% of optimal very quickly with thousands of cities</a:t>
            </a:r>
            <a:endParaRPr lang="ko-KR" altLang="en-US" sz="1400" dirty="0">
              <a:latin typeface="나눔스퀘어_ac" panose="020B0600000101010101" pitchFamily="50" charset="-127"/>
              <a:ea typeface="나눔스퀘어_ac" panose="020B0600000101010101" pitchFamily="50" charset="-127"/>
            </a:endParaRPr>
          </a:p>
        </p:txBody>
      </p:sp>
      <p:sp>
        <p:nvSpPr>
          <p:cNvPr id="17" name="TextBox 16">
            <a:extLst>
              <a:ext uri="{FF2B5EF4-FFF2-40B4-BE49-F238E27FC236}">
                <a16:creationId xmlns:a16="http://schemas.microsoft.com/office/drawing/2014/main" id="{1F1B1F90-2A5E-4E85-AB7C-0501CDE653AC}"/>
              </a:ext>
            </a:extLst>
          </p:cNvPr>
          <p:cNvSpPr txBox="1"/>
          <p:nvPr/>
        </p:nvSpPr>
        <p:spPr>
          <a:xfrm>
            <a:off x="3841504" y="3557504"/>
            <a:ext cx="5009620" cy="1569660"/>
          </a:xfrm>
          <a:prstGeom prst="rect">
            <a:avLst/>
          </a:prstGeom>
          <a:noFill/>
        </p:spPr>
        <p:txBody>
          <a:bodyPr wrap="square">
            <a:spAutoFit/>
          </a:bodyPr>
          <a:lstStyle/>
          <a:p>
            <a:pPr>
              <a:defRPr/>
            </a:pPr>
            <a:r>
              <a:rPr lang="en-US" altLang="ko-KR" sz="1400" b="1" u="sng" dirty="0">
                <a:solidFill>
                  <a:srgbClr val="FF0000"/>
                </a:solidFill>
                <a:latin typeface="나눔스퀘어_ac" panose="020B0600000101010101" pitchFamily="50" charset="-127"/>
                <a:ea typeface="나눔스퀘어_ac" panose="020B0600000101010101" pitchFamily="50" charset="-127"/>
              </a:rPr>
              <a:t>Mutation by inversion</a:t>
            </a:r>
            <a:r>
              <a:rPr lang="en-US" altLang="ko-KR" sz="1400" dirty="0">
                <a:latin typeface="나눔스퀘어_ac" panose="020B0600000101010101" pitchFamily="50" charset="-127"/>
                <a:ea typeface="나눔스퀘어_ac" panose="020B0600000101010101" pitchFamily="50" charset="-127"/>
              </a:rPr>
              <a:t>: </a:t>
            </a:r>
            <a:r>
              <a:rPr lang="en-US" altLang="ko-KR" sz="1200" dirty="0">
                <a:latin typeface="나눔스퀘어_ac" panose="020B0600000101010101" pitchFamily="50" charset="-127"/>
                <a:ea typeface="나눔스퀘어_ac" panose="020B0600000101010101" pitchFamily="50" charset="-127"/>
              </a:rPr>
              <a:t>// </a:t>
            </a:r>
            <a:r>
              <a:rPr lang="en-US" sz="1200" dirty="0">
                <a:latin typeface="Arial" panose="020B0604020202020204" pitchFamily="34" charset="0"/>
                <a:cs typeface="Arial" panose="020B0604020202020204" pitchFamily="34" charset="0"/>
              </a:rPr>
              <a:t>One of the techniques for selecting candidates (neighbors) </a:t>
            </a:r>
            <a:endParaRPr lang="en-US" altLang="ko-KR" sz="1400" dirty="0">
              <a:latin typeface="Arial" panose="020B0604020202020204" pitchFamily="34" charset="0"/>
              <a:ea typeface="나눔스퀘어_ac" panose="020B0600000101010101" pitchFamily="50" charset="-127"/>
              <a:cs typeface="Arial" panose="020B0604020202020204" pitchFamily="34" charset="0"/>
            </a:endParaRPr>
          </a:p>
          <a:p>
            <a:pPr marL="285750" indent="-285750">
              <a:buFont typeface="Arial" panose="020B0604020202020204" pitchFamily="34" charset="0"/>
              <a:buChar char="•"/>
              <a:defRPr/>
            </a:pPr>
            <a:r>
              <a:rPr lang="en-US" altLang="ko-KR" sz="1400" dirty="0">
                <a:latin typeface="나눔스퀘어_ac" panose="020B0600000101010101" pitchFamily="50" charset="-127"/>
                <a:ea typeface="나눔스퀘어_ac" panose="020B0600000101010101" pitchFamily="50" charset="-127"/>
              </a:rPr>
              <a:t>A random subsequence is inverted (Select a random range and reverse the values within that range.)</a:t>
            </a:r>
          </a:p>
          <a:p>
            <a:pPr marL="285750" indent="-285750">
              <a:buFont typeface="Arial" panose="020B0604020202020204" pitchFamily="34" charset="0"/>
              <a:buChar char="•"/>
              <a:defRPr/>
            </a:pPr>
            <a:r>
              <a:rPr lang="en-US" altLang="ko-KR" sz="1400" dirty="0">
                <a:latin typeface="나눔스퀘어_ac" panose="020B0600000101010101" pitchFamily="50" charset="-127"/>
                <a:ea typeface="나눔스퀘어_ac" panose="020B0600000101010101" pitchFamily="50" charset="-127"/>
              </a:rPr>
              <a:t>Select the best complete tour among candidates and repeat the inversion process to gradually find a better tour.</a:t>
            </a:r>
            <a:endParaRPr lang="ko-KR" altLang="en-US" sz="1400" dirty="0">
              <a:latin typeface="나눔스퀘어_ac" panose="020B0600000101010101" pitchFamily="50" charset="-127"/>
              <a:ea typeface="나눔스퀘어_ac" panose="020B0600000101010101" pitchFamily="50" charset="-127"/>
            </a:endParaRPr>
          </a:p>
        </p:txBody>
      </p:sp>
      <p:sp>
        <p:nvSpPr>
          <p:cNvPr id="15451" name="슬라이드 번호 개체 틀 1">
            <a:extLst>
              <a:ext uri="{FF2B5EF4-FFF2-40B4-BE49-F238E27FC236}">
                <a16:creationId xmlns:a16="http://schemas.microsoft.com/office/drawing/2014/main" id="{BC0920B2-5B50-4197-837C-647430E11E18}"/>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77FF85EF-C5D6-4B2D-86D6-95F321E076E9}" type="slidenum">
              <a:rPr lang="ko-KR" altLang="en-US" sz="1200">
                <a:solidFill>
                  <a:srgbClr val="898989"/>
                </a:solidFill>
                <a:latin typeface="Book Antiqua" panose="02040602050305030304" pitchFamily="18" charset="0"/>
              </a:rPr>
              <a:pPr>
                <a:lnSpc>
                  <a:spcPct val="100000"/>
                </a:lnSpc>
                <a:spcBef>
                  <a:spcPct val="0"/>
                </a:spcBef>
                <a:buFontTx/>
                <a:buNone/>
              </a:pPr>
              <a:t>6</a:t>
            </a:fld>
            <a:endParaRPr lang="en-US" altLang="ko-KR" sz="1200">
              <a:solidFill>
                <a:srgbClr val="898989"/>
              </a:solidFill>
              <a:latin typeface="Book Antiqua" panose="02040602050305030304" pitchFamily="18" charset="0"/>
            </a:endParaRPr>
          </a:p>
        </p:txBody>
      </p:sp>
      <p:sp>
        <p:nvSpPr>
          <p:cNvPr id="3" name="직사각형 2">
            <a:extLst>
              <a:ext uri="{FF2B5EF4-FFF2-40B4-BE49-F238E27FC236}">
                <a16:creationId xmlns:a16="http://schemas.microsoft.com/office/drawing/2014/main" id="{BC6B810D-B3A3-44F0-80D0-A7128215BDCC}"/>
              </a:ext>
            </a:extLst>
          </p:cNvPr>
          <p:cNvSpPr/>
          <p:nvPr/>
        </p:nvSpPr>
        <p:spPr>
          <a:xfrm>
            <a:off x="1170164" y="3397424"/>
            <a:ext cx="1736938" cy="44305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A6628004-01AC-4299-A53C-306067BCC725}"/>
              </a:ext>
            </a:extLst>
          </p:cNvPr>
          <p:cNvSpPr/>
          <p:nvPr/>
        </p:nvSpPr>
        <p:spPr>
          <a:xfrm>
            <a:off x="1726424" y="3976544"/>
            <a:ext cx="1195918" cy="44305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0AA9DF7B-6886-492B-9FE3-221F684279DC}"/>
              </a:ext>
            </a:extLst>
          </p:cNvPr>
          <p:cNvSpPr/>
          <p:nvPr/>
        </p:nvSpPr>
        <p:spPr>
          <a:xfrm>
            <a:off x="621524" y="4563284"/>
            <a:ext cx="2300818" cy="44305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A2FE0C2E-1CF9-4933-AA1F-4462B6BF59D1}"/>
              </a:ext>
            </a:extLst>
          </p:cNvPr>
          <p:cNvSpPr/>
          <p:nvPr/>
        </p:nvSpPr>
        <p:spPr>
          <a:xfrm>
            <a:off x="2267444" y="5127164"/>
            <a:ext cx="1241638" cy="44305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7CD1CEAD-9BD6-4A64-9ADD-8FAF239F261E}"/>
              </a:ext>
            </a:extLst>
          </p:cNvPr>
          <p:cNvSpPr/>
          <p:nvPr/>
        </p:nvSpPr>
        <p:spPr>
          <a:xfrm>
            <a:off x="611560" y="5696320"/>
            <a:ext cx="1752178" cy="44305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194">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4" name="Rectangle 3">
                <a:extLst>
                  <a:ext uri="{FF2B5EF4-FFF2-40B4-BE49-F238E27FC236}">
                    <a16:creationId xmlns:a16="http://schemas.microsoft.com/office/drawing/2014/main" id="{953DFF63-226F-4584-8EA2-AB7FC94D4B37}"/>
                  </a:ext>
                </a:extLst>
              </p:cNvPr>
              <p:cNvSpPr>
                <a:spLocks noGrp="1" noChangeAspect="1" noChangeArrowheads="1"/>
              </p:cNvSpPr>
              <p:nvPr>
                <p:ph idx="1"/>
              </p:nvPr>
            </p:nvSpPr>
            <p:spPr>
              <a:xfrm>
                <a:off x="457200" y="981075"/>
                <a:ext cx="8229600" cy="5256213"/>
              </a:xfrm>
            </p:spPr>
            <p:txBody>
              <a:bodyPr/>
              <a:lstStyle/>
              <a:p>
                <a:pPr marL="0" indent="0" eaLnBrk="1" hangingPunct="1">
                  <a:buFont typeface="Arial" panose="020B0604020202020204" pitchFamily="34" charset="0"/>
                  <a:buNone/>
                  <a:defRPr/>
                </a:pPr>
                <a:r>
                  <a:rPr lang="en-US" altLang="ko-KR" sz="1800" dirty="0"/>
                  <a:t>  </a:t>
                </a:r>
                <a:r>
                  <a:rPr lang="en-US" altLang="ko-KR" sz="1800" u="sng" dirty="0"/>
                  <a:t>Example</a:t>
                </a:r>
                <a:r>
                  <a:rPr lang="en-US" altLang="ko-KR" sz="1800" dirty="0"/>
                  <a:t>: </a:t>
                </a:r>
                <a:r>
                  <a:rPr lang="en-US" altLang="ko-KR" sz="1800" i="1" dirty="0">
                    <a:latin typeface="Times New Roman" pitchFamily="18" charset="0"/>
                    <a:cs typeface="Times New Roman" pitchFamily="18" charset="0"/>
                  </a:rPr>
                  <a:t>n</a:t>
                </a:r>
                <a:r>
                  <a:rPr lang="en-US" altLang="ko-KR" sz="1800" dirty="0"/>
                  <a:t>-queens</a:t>
                </a:r>
              </a:p>
              <a:p>
                <a:pPr marL="611188" lvl="1">
                  <a:defRPr/>
                </a:pPr>
                <a:r>
                  <a:rPr lang="en-US" altLang="ko-KR" sz="1600" dirty="0"/>
                  <a:t>Move a queen each time to reduce number of conflicts</a:t>
                </a:r>
                <a:r>
                  <a:rPr lang="en-US" altLang="ko-KR" sz="1600" dirty="0">
                    <a:latin typeface="나눔스퀘어_ac" panose="020B0600000101010101" pitchFamily="50" charset="-127"/>
                    <a:ea typeface="나눔스퀘어_ac" panose="020B0600000101010101" pitchFamily="50" charset="-127"/>
                  </a:rPr>
                  <a:t> </a:t>
                </a:r>
                <a:r>
                  <a:rPr lang="en-US" altLang="ko-KR" sz="1200" dirty="0">
                    <a:latin typeface="나눔스퀘어_ac" panose="020B0600000101010101" pitchFamily="50" charset="-127"/>
                    <a:ea typeface="나눔스퀘어_ac" panose="020B0600000101010101" pitchFamily="50" charset="-127"/>
                  </a:rPr>
                  <a:t>(</a:t>
                </a:r>
                <a:r>
                  <a:rPr lang="ko-KR" altLang="en-US" sz="1200" dirty="0">
                    <a:latin typeface="나눔스퀘어_ac" panose="020B0600000101010101" pitchFamily="50" charset="-127"/>
                    <a:ea typeface="나눔스퀘어_ac" panose="020B0600000101010101" pitchFamily="50" charset="-127"/>
                  </a:rPr>
                  <a:t>서로 공격 또는 대치하는 </a:t>
                </a:r>
                <a:r>
                  <a:rPr lang="en-US" altLang="ko-KR" sz="1200" dirty="0">
                    <a:latin typeface="나눔스퀘어_ac" panose="020B0600000101010101" pitchFamily="50" charset="-127"/>
                    <a:ea typeface="나눔스퀘어_ac" panose="020B0600000101010101" pitchFamily="50" charset="-127"/>
                  </a:rPr>
                  <a:t>queen</a:t>
                </a:r>
                <a:r>
                  <a:rPr lang="ko-KR" altLang="en-US" sz="1200" dirty="0">
                    <a:latin typeface="나눔스퀘어_ac" panose="020B0600000101010101" pitchFamily="50" charset="-127"/>
                    <a:ea typeface="나눔스퀘어_ac" panose="020B0600000101010101" pitchFamily="50" charset="-127"/>
                  </a:rPr>
                  <a:t>의 쌍을 최소화 하기위해</a:t>
                </a:r>
                <a:r>
                  <a:rPr lang="en-US" altLang="ko-KR" sz="1200" dirty="0">
                    <a:latin typeface="나눔스퀘어_ac" panose="020B0600000101010101" pitchFamily="50" charset="-127"/>
                    <a:ea typeface="나눔스퀘어_ac" panose="020B0600000101010101" pitchFamily="50" charset="-127"/>
                  </a:rPr>
                  <a:t>,</a:t>
                </a:r>
                <a:r>
                  <a:rPr lang="ko-KR" altLang="en-US" sz="1200" dirty="0">
                    <a:latin typeface="나눔스퀘어_ac" panose="020B0600000101010101" pitchFamily="50" charset="-127"/>
                    <a:ea typeface="나눔스퀘어_ac" panose="020B0600000101010101" pitchFamily="50" charset="-127"/>
                  </a:rPr>
                  <a:t> 퀸</a:t>
                </a:r>
                <a:r>
                  <a:rPr lang="en-US" altLang="ko-KR" sz="1200" dirty="0">
                    <a:latin typeface="나눔스퀘어_ac" panose="020B0600000101010101" pitchFamily="50" charset="-127"/>
                    <a:ea typeface="나눔스퀘어_ac" panose="020B0600000101010101" pitchFamily="50" charset="-127"/>
                  </a:rPr>
                  <a:t> </a:t>
                </a:r>
                <a:r>
                  <a:rPr lang="ko-KR" altLang="en-US" sz="1200" dirty="0">
                    <a:latin typeface="나눔스퀘어_ac" panose="020B0600000101010101" pitchFamily="50" charset="-127"/>
                    <a:ea typeface="나눔스퀘어_ac" panose="020B0600000101010101" pitchFamily="50" charset="-127"/>
                  </a:rPr>
                  <a:t>의 위치를 하나씩 이동시키기</a:t>
                </a:r>
                <a:r>
                  <a:rPr lang="en-US" altLang="ko-KR" sz="1200" dirty="0">
                    <a:latin typeface="나눔스퀘어_ac" panose="020B0600000101010101" pitchFamily="50" charset="-127"/>
                    <a:ea typeface="나눔스퀘어_ac" panose="020B0600000101010101" pitchFamily="50" charset="-127"/>
                  </a:rPr>
                  <a:t>)</a:t>
                </a:r>
                <a:endParaRPr lang="en-US" altLang="ko-KR" sz="1600" dirty="0">
                  <a:latin typeface="나눔스퀘어_ac" panose="020B0600000101010101" pitchFamily="50" charset="-127"/>
                  <a:ea typeface="나눔스퀘어_ac" panose="020B0600000101010101" pitchFamily="50" charset="-127"/>
                </a:endParaRPr>
              </a:p>
              <a:p>
                <a:pPr marL="899188" lvl="2">
                  <a:defRPr/>
                </a:pPr>
                <a:r>
                  <a:rPr lang="en-US" altLang="ko-KR" sz="1400" dirty="0">
                    <a:latin typeface="나눔스퀘어_ac" panose="020B0600000101010101" pitchFamily="50" charset="-127"/>
                    <a:ea typeface="나눔스퀘어_ac" panose="020B0600000101010101" pitchFamily="50" charset="-127"/>
                  </a:rPr>
                  <a:t>Queens connected by a solid line are in an attacking position. </a:t>
                </a:r>
                <a:r>
                  <a:rPr lang="en-US" altLang="ko-KR" sz="1400" dirty="0"/>
                  <a:t>(</a:t>
                </a:r>
                <a14:m>
                  <m:oMath xmlns:m="http://schemas.openxmlformats.org/officeDocument/2006/math">
                    <m:r>
                      <a:rPr lang="en-US" altLang="ko-KR" sz="1400" i="1" dirty="0" smtClean="0">
                        <a:latin typeface="Cambria Math" panose="02040503050406030204" pitchFamily="18" charset="0"/>
                      </a:rPr>
                      <m:t>h</m:t>
                    </m:r>
                  </m:oMath>
                </a14:m>
                <a:r>
                  <a:rPr lang="en-US" altLang="ko-KR" sz="1400" dirty="0"/>
                  <a:t> </a:t>
                </a:r>
                <a:r>
                  <a:rPr lang="en-US" altLang="ko-KR" sz="1400" dirty="0">
                    <a:latin typeface="나눔스퀘어_ac" panose="020B0600000101010101" pitchFamily="50" charset="-127"/>
                    <a:ea typeface="나눔스퀘어_ac" panose="020B0600000101010101" pitchFamily="50" charset="-127"/>
                  </a:rPr>
                  <a:t>= #lines</a:t>
                </a:r>
                <a:r>
                  <a:rPr lang="ko-KR" altLang="en-US" sz="1400" dirty="0">
                    <a:latin typeface="나눔스퀘어_ac" panose="020B0600000101010101" pitchFamily="50" charset="-127"/>
                    <a:ea typeface="나눔스퀘어_ac" panose="020B0600000101010101" pitchFamily="50" charset="-127"/>
                  </a:rPr>
                  <a:t> </a:t>
                </a:r>
                <a:r>
                  <a:rPr lang="en-US" altLang="ko-KR" sz="1400" dirty="0">
                    <a:latin typeface="나눔스퀘어_ac" panose="020B0600000101010101" pitchFamily="50" charset="-127"/>
                    <a:ea typeface="나눔스퀘어_ac" panose="020B0600000101010101" pitchFamily="50" charset="-127"/>
                  </a:rPr>
                  <a:t>= #conflicts</a:t>
                </a:r>
                <a:r>
                  <a:rPr lang="en-US" altLang="ko-KR" sz="1400" dirty="0"/>
                  <a:t>)</a:t>
                </a:r>
              </a:p>
              <a:p>
                <a:pPr marL="611188" lvl="1">
                  <a:defRPr/>
                </a:pPr>
                <a:endParaRPr lang="en-US" altLang="ko-KR" sz="1800" dirty="0"/>
              </a:p>
              <a:p>
                <a:pPr marL="611188" lvl="1">
                  <a:defRPr/>
                </a:pPr>
                <a:endParaRPr lang="en-US" altLang="ko-KR" sz="1800" dirty="0"/>
              </a:p>
              <a:p>
                <a:pPr marL="611188" lvl="1">
                  <a:defRPr/>
                </a:pPr>
                <a:endParaRPr lang="en-US" altLang="ko-KR" sz="1800" dirty="0"/>
              </a:p>
              <a:p>
                <a:pPr marL="611188" lvl="1">
                  <a:defRPr/>
                </a:pPr>
                <a:endParaRPr lang="en-US" altLang="ko-KR" sz="1800" dirty="0"/>
              </a:p>
              <a:p>
                <a:pPr marL="899188" lvl="2">
                  <a:defRPr/>
                </a:pPr>
                <a:endParaRPr lang="en-US" altLang="ko-KR" sz="1800" dirty="0"/>
              </a:p>
              <a:p>
                <a:pPr marL="611188" lvl="1">
                  <a:defRPr/>
                </a:pPr>
                <a:r>
                  <a:rPr lang="en-US" altLang="ko-KR" sz="1600" dirty="0">
                    <a:latin typeface="나눔스퀘어_ac" panose="020B0600000101010101" pitchFamily="50" charset="-127"/>
                    <a:ea typeface="나눔스퀘어_ac" panose="020B0600000101010101" pitchFamily="50" charset="-127"/>
                  </a:rPr>
                  <a:t>Applying the Local Search algorithm allows us to gradually move the queens to minimize conflicts.</a:t>
                </a:r>
              </a:p>
              <a:p>
                <a:pPr marL="899188" lvl="2">
                  <a:defRPr/>
                </a:pPr>
                <a:r>
                  <a:rPr lang="en-US" altLang="ko-KR" sz="1400" dirty="0"/>
                  <a:t>Almost always solves </a:t>
                </a:r>
                <a14:m>
                  <m:oMath xmlns:m="http://schemas.openxmlformats.org/officeDocument/2006/math">
                    <m:r>
                      <a:rPr lang="en-US" altLang="ko-KR" sz="1400" i="1" dirty="0" smtClean="0">
                        <a:latin typeface="Cambria Math" panose="02040503050406030204" pitchFamily="18" charset="0"/>
                        <a:cs typeface="Times New Roman" pitchFamily="18" charset="0"/>
                      </a:rPr>
                      <m:t>𝑛</m:t>
                    </m:r>
                  </m:oMath>
                </a14:m>
                <a:r>
                  <a:rPr lang="en-US" altLang="ko-KR" sz="1400" dirty="0"/>
                  <a:t>-queens problems almost instantaneously (= </a:t>
                </a:r>
                <a:r>
                  <a:rPr lang="en-US" sz="1400" dirty="0"/>
                  <a:t>Good time efficiency</a:t>
                </a:r>
                <a:r>
                  <a:rPr lang="en-US" altLang="ko-KR" sz="1400" dirty="0"/>
                  <a:t>) for very large </a:t>
                </a:r>
                <a14:m>
                  <m:oMath xmlns:m="http://schemas.openxmlformats.org/officeDocument/2006/math">
                    <m:r>
                      <a:rPr lang="en-US" altLang="ko-KR" sz="1400" i="1" dirty="0" smtClean="0">
                        <a:latin typeface="Cambria Math" panose="02040503050406030204" pitchFamily="18" charset="0"/>
                        <a:cs typeface="Times New Roman" pitchFamily="18" charset="0"/>
                      </a:rPr>
                      <m:t>𝑛</m:t>
                    </m:r>
                  </m:oMath>
                </a14:m>
                <a:r>
                  <a:rPr lang="en-US" altLang="ko-KR" sz="1400" dirty="0"/>
                  <a:t>, e.g., </a:t>
                </a:r>
                <a14:m>
                  <m:oMath xmlns:m="http://schemas.openxmlformats.org/officeDocument/2006/math">
                    <m:r>
                      <a:rPr lang="en-US" altLang="ko-KR" sz="1400" i="1" dirty="0" smtClean="0">
                        <a:latin typeface="Cambria Math" panose="02040503050406030204" pitchFamily="18" charset="0"/>
                        <a:cs typeface="Times New Roman" pitchFamily="18" charset="0"/>
                      </a:rPr>
                      <m:t>𝑛</m:t>
                    </m:r>
                    <m:r>
                      <a:rPr lang="en-US" altLang="ko-KR" sz="1400" i="1" dirty="0" smtClean="0">
                        <a:latin typeface="Cambria Math" panose="02040503050406030204" pitchFamily="18" charset="0"/>
                        <a:cs typeface="Times New Roman" pitchFamily="18" charset="0"/>
                      </a:rPr>
                      <m:t> = 1 </m:t>
                    </m:r>
                    <m:r>
                      <a:rPr lang="en-US" altLang="ko-KR" sz="1400" i="1" dirty="0">
                        <a:latin typeface="Cambria Math" panose="02040503050406030204" pitchFamily="18" charset="0"/>
                      </a:rPr>
                      <m:t>𝑚𝑖𝑙𝑙𝑖𝑜𝑛</m:t>
                    </m:r>
                  </m:oMath>
                </a14:m>
                <a:endParaRPr lang="en-US" altLang="ko-KR" sz="1400" dirty="0"/>
              </a:p>
              <a:p>
                <a:pPr marL="287188">
                  <a:defRPr/>
                </a:pPr>
                <a:endParaRPr lang="en-US" altLang="ko-KR" sz="1800" dirty="0"/>
              </a:p>
            </p:txBody>
          </p:sp>
        </mc:Choice>
        <mc:Fallback>
          <p:sp>
            <p:nvSpPr>
              <p:cNvPr id="8194" name="Rectangle 3">
                <a:extLst>
                  <a:ext uri="{FF2B5EF4-FFF2-40B4-BE49-F238E27FC236}">
                    <a16:creationId xmlns:a16="http://schemas.microsoft.com/office/drawing/2014/main" id="{953DFF63-226F-4584-8EA2-AB7FC94D4B37}"/>
                  </a:ext>
                </a:extLst>
              </p:cNvPr>
              <p:cNvSpPr>
                <a:spLocks noGrp="1" noRot="1" noChangeAspect="1" noMove="1" noResize="1" noEditPoints="1" noAdjustHandles="1" noChangeArrowheads="1" noChangeShapeType="1" noTextEdit="1"/>
              </p:cNvSpPr>
              <p:nvPr>
                <p:ph idx="1"/>
              </p:nvPr>
            </p:nvSpPr>
            <p:spPr>
              <a:xfrm>
                <a:off x="457200" y="981075"/>
                <a:ext cx="8229600" cy="5256213"/>
              </a:xfrm>
              <a:blipFill>
                <a:blip r:embed="rId2"/>
                <a:stretch>
                  <a:fillRect t="-116" r="-963"/>
                </a:stretch>
              </a:blipFill>
            </p:spPr>
            <p:txBody>
              <a:bodyPr/>
              <a:lstStyle/>
              <a:p>
                <a:r>
                  <a:rPr lang="en-US">
                    <a:noFill/>
                  </a:rPr>
                  <a:t> </a:t>
                </a:r>
              </a:p>
            </p:txBody>
          </p:sp>
        </mc:Fallback>
      </mc:AlternateContent>
      <p:sp>
        <p:nvSpPr>
          <p:cNvPr id="16387" name="Rectangle 2">
            <a:extLst>
              <a:ext uri="{FF2B5EF4-FFF2-40B4-BE49-F238E27FC236}">
                <a16:creationId xmlns:a16="http://schemas.microsoft.com/office/drawing/2014/main" id="{6C1C92C6-55AD-4318-8124-7B46E348FA32}"/>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Local Search Algorithms</a:t>
            </a:r>
          </a:p>
        </p:txBody>
      </p:sp>
      <p:sp>
        <p:nvSpPr>
          <p:cNvPr id="18434" name="바닥글 개체 틀 4">
            <a:extLst>
              <a:ext uri="{FF2B5EF4-FFF2-40B4-BE49-F238E27FC236}">
                <a16:creationId xmlns:a16="http://schemas.microsoft.com/office/drawing/2014/main" id="{99662790-6BB1-4C89-A633-B59DB41F8E5B}"/>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pic>
        <p:nvPicPr>
          <p:cNvPr id="18" name="Picture 2">
            <a:extLst>
              <a:ext uri="{FF2B5EF4-FFF2-40B4-BE49-F238E27FC236}">
                <a16:creationId xmlns:a16="http://schemas.microsoft.com/office/drawing/2014/main" id="{F865052C-FB73-457B-BF5D-7C5858F08E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2348880"/>
            <a:ext cx="5624735" cy="1700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슬라이드 번호 개체 틀 1">
            <a:extLst>
              <a:ext uri="{FF2B5EF4-FFF2-40B4-BE49-F238E27FC236}">
                <a16:creationId xmlns:a16="http://schemas.microsoft.com/office/drawing/2014/main" id="{6227B17D-5254-4911-9FB7-5DFAB91B934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D31525B8-282B-4516-B783-8BEE36745609}" type="slidenum">
              <a:rPr lang="ko-KR" altLang="en-US" sz="1200">
                <a:solidFill>
                  <a:srgbClr val="898989"/>
                </a:solidFill>
                <a:latin typeface="Book Antiqua" panose="02040602050305030304" pitchFamily="18" charset="0"/>
              </a:rPr>
              <a:pPr>
                <a:lnSpc>
                  <a:spcPct val="100000"/>
                </a:lnSpc>
                <a:spcBef>
                  <a:spcPct val="0"/>
                </a:spcBef>
                <a:buFontTx/>
                <a:buNone/>
              </a:pPr>
              <a:t>7</a:t>
            </a:fld>
            <a:endParaRPr lang="en-US" altLang="ko-KR" sz="1200">
              <a:solidFill>
                <a:srgbClr val="898989"/>
              </a:solidFill>
              <a:latin typeface="Book Antiqua" panose="0204060205030503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819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AF54BE2C-1F74-4AC0-B6A8-CC86B6E49587}"/>
              </a:ext>
            </a:extLst>
          </p:cNvPr>
          <p:cNvSpPr>
            <a:spLocks noGrp="1" noChangeAspect="1" noChangeArrowheads="1"/>
          </p:cNvSpPr>
          <p:nvPr>
            <p:ph idx="1"/>
          </p:nvPr>
        </p:nvSpPr>
        <p:spPr>
          <a:xfrm>
            <a:off x="457200" y="981075"/>
            <a:ext cx="8229600" cy="5256213"/>
          </a:xfrm>
        </p:spPr>
        <p:txBody>
          <a:bodyPr/>
          <a:lstStyle/>
          <a:p>
            <a:pPr eaLnBrk="1" hangingPunct="1">
              <a:defRPr/>
            </a:pPr>
            <a:r>
              <a:rPr lang="en-US" altLang="ko-KR" sz="1800" dirty="0">
                <a:solidFill>
                  <a:srgbClr val="990033"/>
                </a:solidFill>
                <a:latin typeface="나눔스퀘어_ac" panose="020B0600000101010101" pitchFamily="50" charset="-127"/>
                <a:ea typeface="나눔스퀘어_ac" panose="020B0600000101010101" pitchFamily="50" charset="-127"/>
              </a:rPr>
              <a:t>State space landscape</a:t>
            </a:r>
            <a:r>
              <a:rPr lang="en-US" altLang="ko-KR" sz="1400" dirty="0">
                <a:solidFill>
                  <a:srgbClr val="990033"/>
                </a:solidFill>
                <a:latin typeface="나눔스퀘어_ac" panose="020B0600000101010101" pitchFamily="50" charset="-127"/>
                <a:ea typeface="나눔스퀘어_ac" panose="020B0600000101010101" pitchFamily="50" charset="-127"/>
              </a:rPr>
              <a:t> (</a:t>
            </a:r>
            <a:r>
              <a:rPr lang="en-US" sz="1400" dirty="0"/>
              <a:t>The overall shape of the state space distribution</a:t>
            </a:r>
            <a:r>
              <a:rPr lang="en-US" altLang="ko-KR" sz="1400" dirty="0">
                <a:solidFill>
                  <a:srgbClr val="990033"/>
                </a:solidFill>
                <a:latin typeface="나눔스퀘어_ac" panose="020B0600000101010101" pitchFamily="50" charset="-127"/>
                <a:ea typeface="나눔스퀘어_ac" panose="020B0600000101010101" pitchFamily="50" charset="-127"/>
              </a:rPr>
              <a:t>)</a:t>
            </a:r>
            <a:endParaRPr lang="en-US" altLang="ko-KR" sz="1800" dirty="0">
              <a:solidFill>
                <a:srgbClr val="990033"/>
              </a:solidFill>
              <a:latin typeface="나눔스퀘어_ac" panose="020B0600000101010101" pitchFamily="50" charset="-127"/>
              <a:ea typeface="나눔스퀘어_ac" panose="020B0600000101010101" pitchFamily="50" charset="-127"/>
            </a:endParaRPr>
          </a:p>
          <a:p>
            <a:pPr lvl="1" eaLnBrk="1" hangingPunct="1">
              <a:defRPr/>
            </a:pPr>
            <a:r>
              <a:rPr lang="en-US" altLang="ko-KR" sz="1600" dirty="0">
                <a:latin typeface="나눔스퀘어_ac" panose="020B0600000101010101" pitchFamily="50" charset="-127"/>
                <a:ea typeface="나눔스퀘어_ac" panose="020B0600000101010101" pitchFamily="50" charset="-127"/>
              </a:rPr>
              <a:t>x-axis: state (= configuration = solution)</a:t>
            </a:r>
          </a:p>
          <a:p>
            <a:pPr marL="611188" lvl="1">
              <a:defRPr/>
            </a:pPr>
            <a:r>
              <a:rPr lang="en-US" altLang="ko-KR" sz="1600" dirty="0">
                <a:latin typeface="나눔스퀘어_ac" panose="020B0600000101010101" pitchFamily="50" charset="-127"/>
                <a:ea typeface="나눔스퀘어_ac" panose="020B0600000101010101" pitchFamily="50" charset="-127"/>
              </a:rPr>
              <a:t>y-axis: objective function (OF) or</a:t>
            </a:r>
            <a:r>
              <a:rPr lang="ko-KR" altLang="en-US" sz="1600" dirty="0">
                <a:latin typeface="나눔스퀘어_ac" panose="020B0600000101010101" pitchFamily="50" charset="-127"/>
                <a:ea typeface="나눔스퀘어_ac" panose="020B0600000101010101" pitchFamily="50" charset="-127"/>
              </a:rPr>
              <a:t> </a:t>
            </a:r>
            <a:r>
              <a:rPr lang="en-US" altLang="ko-KR" sz="1600" dirty="0">
                <a:latin typeface="나눔스퀘어_ac" panose="020B0600000101010101" pitchFamily="50" charset="-127"/>
                <a:ea typeface="나눔스퀘어_ac" panose="020B0600000101010101" pitchFamily="50" charset="-127"/>
              </a:rPr>
              <a:t>cost function</a:t>
            </a:r>
          </a:p>
          <a:p>
            <a:pPr marL="611188" lvl="1">
              <a:defRPr/>
            </a:pPr>
            <a:r>
              <a:rPr lang="en-US" altLang="ko-KR" sz="1600" dirty="0">
                <a:latin typeface="나눔스퀘어_ac" panose="020B0600000101010101" pitchFamily="50" charset="-127"/>
                <a:ea typeface="나눔스퀘어_ac" panose="020B0600000101010101" pitchFamily="50" charset="-127"/>
              </a:rPr>
              <a:t>CAUTION! Local search generally reaches a local maximum, not the </a:t>
            </a:r>
            <a:r>
              <a:rPr lang="en-US" altLang="ko-KR" sz="1600" b="1" dirty="0">
                <a:latin typeface="나눔스퀘어_ac" panose="020B0600000101010101" pitchFamily="50" charset="-127"/>
                <a:ea typeface="나눔스퀘어_ac" panose="020B0600000101010101" pitchFamily="50" charset="-127"/>
              </a:rPr>
              <a:t>optimal</a:t>
            </a:r>
            <a:r>
              <a:rPr lang="en-US" altLang="ko-KR" sz="1600" dirty="0">
                <a:latin typeface="나눔스퀘어_ac" panose="020B0600000101010101" pitchFamily="50" charset="-127"/>
                <a:ea typeface="나눔스퀘어_ac" panose="020B0600000101010101" pitchFamily="50" charset="-127"/>
              </a:rPr>
              <a:t> global maximum, despite its best efforts.</a:t>
            </a:r>
          </a:p>
          <a:p>
            <a:pPr marL="611188" lvl="1">
              <a:defRPr/>
            </a:pPr>
            <a:endParaRPr lang="en-US" altLang="ko-KR" sz="1800" dirty="0"/>
          </a:p>
        </p:txBody>
      </p:sp>
      <p:sp>
        <p:nvSpPr>
          <p:cNvPr id="17411" name="Rectangle 2">
            <a:extLst>
              <a:ext uri="{FF2B5EF4-FFF2-40B4-BE49-F238E27FC236}">
                <a16:creationId xmlns:a16="http://schemas.microsoft.com/office/drawing/2014/main" id="{DCB399BD-5267-4DCC-AF0D-72C85616255A}"/>
              </a:ext>
            </a:extLst>
          </p:cNvPr>
          <p:cNvSpPr>
            <a:spLocks noGrp="1" noChangeArrowheads="1"/>
          </p:cNvSpPr>
          <p:nvPr>
            <p:ph type="title"/>
          </p:nvPr>
        </p:nvSpPr>
        <p:spPr>
          <a:xfrm>
            <a:off x="457200" y="274638"/>
            <a:ext cx="8229600" cy="633412"/>
          </a:xfrm>
        </p:spPr>
        <p:txBody>
          <a:bodyPr/>
          <a:lstStyle/>
          <a:p>
            <a:r>
              <a:rPr lang="en-US" altLang="ko-KR">
                <a:solidFill>
                  <a:srgbClr val="99CCFF"/>
                </a:solidFill>
              </a:rPr>
              <a:t>Local Search Algorithms</a:t>
            </a:r>
          </a:p>
        </p:txBody>
      </p:sp>
      <p:sp>
        <p:nvSpPr>
          <p:cNvPr id="17414" name="슬라이드 번호 개체 틀 1">
            <a:extLst>
              <a:ext uri="{FF2B5EF4-FFF2-40B4-BE49-F238E27FC236}">
                <a16:creationId xmlns:a16="http://schemas.microsoft.com/office/drawing/2014/main" id="{37F700C0-AA7E-4BE0-A689-75CC1E926C8E}"/>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D76964AF-7844-4C4A-AB26-C10725C520FE}" type="slidenum">
              <a:rPr lang="ko-KR" altLang="en-US" sz="1200">
                <a:solidFill>
                  <a:srgbClr val="898989"/>
                </a:solidFill>
                <a:latin typeface="Book Antiqua" panose="02040602050305030304" pitchFamily="18" charset="0"/>
              </a:rPr>
              <a:pPr>
                <a:lnSpc>
                  <a:spcPct val="100000"/>
                </a:lnSpc>
                <a:spcBef>
                  <a:spcPct val="0"/>
                </a:spcBef>
                <a:buFontTx/>
                <a:buNone/>
              </a:pPr>
              <a:t>8</a:t>
            </a:fld>
            <a:endParaRPr lang="en-US" altLang="ko-KR" sz="1200">
              <a:solidFill>
                <a:srgbClr val="898989"/>
              </a:solidFill>
              <a:latin typeface="Book Antiqua" panose="02040602050305030304" pitchFamily="18" charset="0"/>
            </a:endParaRPr>
          </a:p>
        </p:txBody>
      </p:sp>
      <p:grpSp>
        <p:nvGrpSpPr>
          <p:cNvPr id="2" name="그룹 1">
            <a:extLst>
              <a:ext uri="{FF2B5EF4-FFF2-40B4-BE49-F238E27FC236}">
                <a16:creationId xmlns:a16="http://schemas.microsoft.com/office/drawing/2014/main" id="{078F9693-7A84-4EF1-8EB0-45094CB8B139}"/>
              </a:ext>
            </a:extLst>
          </p:cNvPr>
          <p:cNvGrpSpPr/>
          <p:nvPr/>
        </p:nvGrpSpPr>
        <p:grpSpPr>
          <a:xfrm>
            <a:off x="107504" y="2583776"/>
            <a:ext cx="8856984" cy="4085584"/>
            <a:chOff x="107504" y="2204092"/>
            <a:chExt cx="8856984" cy="4085584"/>
          </a:xfrm>
        </p:grpSpPr>
        <p:pic>
          <p:nvPicPr>
            <p:cNvPr id="17413" name="Picture 2">
              <a:extLst>
                <a:ext uri="{FF2B5EF4-FFF2-40B4-BE49-F238E27FC236}">
                  <a16:creationId xmlns:a16="http://schemas.microsoft.com/office/drawing/2014/main" id="{EE5C3D2D-AD2B-4CA0-83CD-122481C1E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9244" y="2565400"/>
              <a:ext cx="6318250" cy="356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말풍선: 모서리가 둥근 사각형 6">
              <a:extLst>
                <a:ext uri="{FF2B5EF4-FFF2-40B4-BE49-F238E27FC236}">
                  <a16:creationId xmlns:a16="http://schemas.microsoft.com/office/drawing/2014/main" id="{71F65732-A4C1-44F9-9679-CFA8F38C2330}"/>
                </a:ext>
              </a:extLst>
            </p:cNvPr>
            <p:cNvSpPr/>
            <p:nvPr/>
          </p:nvSpPr>
          <p:spPr>
            <a:xfrm>
              <a:off x="5796136" y="5875090"/>
              <a:ext cx="3168352" cy="414586"/>
            </a:xfrm>
            <a:prstGeom prst="wedgeRoundRectCallout">
              <a:avLst>
                <a:gd name="adj1" fmla="val -54830"/>
                <a:gd name="adj2" fmla="val -29892"/>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나눔스퀘어_ac" panose="020B0600000101010101" pitchFamily="50" charset="-127"/>
                  <a:ea typeface="나눔스퀘어_ac" panose="020B0600000101010101" pitchFamily="50" charset="-127"/>
                </a:rPr>
                <a:t>current state = current configuration = the best solution found so far.</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
          <p:nvSpPr>
            <p:cNvPr id="8" name="말풍선: 모서리가 둥근 사각형 7">
              <a:extLst>
                <a:ext uri="{FF2B5EF4-FFF2-40B4-BE49-F238E27FC236}">
                  <a16:creationId xmlns:a16="http://schemas.microsoft.com/office/drawing/2014/main" id="{6BBEDFEF-70B7-4CB0-9B49-6C4F0C281ED4}"/>
                </a:ext>
              </a:extLst>
            </p:cNvPr>
            <p:cNvSpPr/>
            <p:nvPr/>
          </p:nvSpPr>
          <p:spPr>
            <a:xfrm>
              <a:off x="107504" y="2972767"/>
              <a:ext cx="2592288" cy="2706674"/>
            </a:xfrm>
            <a:prstGeom prst="wedgeRoundRectCallout">
              <a:avLst>
                <a:gd name="adj1" fmla="val -21159"/>
                <a:gd name="adj2" fmla="val 3114"/>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US" altLang="ko-KR" sz="1200" dirty="0">
                  <a:solidFill>
                    <a:schemeClr val="tx1"/>
                  </a:solidFill>
                  <a:latin typeface="나눔스퀘어_ac" panose="020B0600000101010101" pitchFamily="50" charset="-127"/>
                  <a:ea typeface="나눔스퀘어_ac" panose="020B0600000101010101" pitchFamily="50" charset="-127"/>
                </a:rPr>
                <a:t>OF changes when the state changes (Ex: choosing a different TSP route), thus the OF value (total path length) changes.</a:t>
              </a:r>
            </a:p>
            <a:p>
              <a:pPr marL="171450" indent="-171450">
                <a:buFont typeface="Arial" panose="020B0604020202020204" pitchFamily="34" charset="0"/>
                <a:buChar char="•"/>
              </a:pPr>
              <a:r>
                <a:rPr lang="en-US" altLang="ko-KR" sz="1200" dirty="0">
                  <a:solidFill>
                    <a:schemeClr val="tx1"/>
                  </a:solidFill>
                  <a:latin typeface="나눔스퀘어_ac" panose="020B0600000101010101" pitchFamily="50" charset="-127"/>
                  <a:ea typeface="나눔스퀘어_ac" panose="020B0600000101010101" pitchFamily="50" charset="-127"/>
                </a:rPr>
                <a:t>CAUTION! OF value can be better when high (Ex: Maximize profit) or better when low (Ex: Minimized TSP distance).</a:t>
              </a:r>
            </a:p>
            <a:p>
              <a:pPr marL="171450" indent="-171450">
                <a:buFont typeface="Arial" panose="020B0604020202020204" pitchFamily="34" charset="0"/>
                <a:buChar char="•"/>
              </a:pPr>
              <a:r>
                <a:rPr lang="en-US" altLang="ko-KR" sz="1200" dirty="0">
                  <a:solidFill>
                    <a:schemeClr val="tx1"/>
                  </a:solidFill>
                  <a:latin typeface="나눔스퀘어_ac" panose="020B0600000101010101" pitchFamily="50" charset="-127"/>
                  <a:ea typeface="나눔스퀘어_ac" panose="020B0600000101010101" pitchFamily="50" charset="-127"/>
                </a:rPr>
                <a:t>The right figure is an example where a higher OF value is better.</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
          <p:nvSpPr>
            <p:cNvPr id="9" name="말풍선: 모서리가 둥근 사각형 8">
              <a:extLst>
                <a:ext uri="{FF2B5EF4-FFF2-40B4-BE49-F238E27FC236}">
                  <a16:creationId xmlns:a16="http://schemas.microsoft.com/office/drawing/2014/main" id="{1C9AD3F6-8799-4714-9FF6-976490BB4A17}"/>
                </a:ext>
              </a:extLst>
            </p:cNvPr>
            <p:cNvSpPr/>
            <p:nvPr/>
          </p:nvSpPr>
          <p:spPr>
            <a:xfrm>
              <a:off x="7151689" y="3137847"/>
              <a:ext cx="1585134" cy="721599"/>
            </a:xfrm>
            <a:prstGeom prst="wedgeRoundRectCallout">
              <a:avLst>
                <a:gd name="adj1" fmla="val -36883"/>
                <a:gd name="adj2" fmla="val 67259"/>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The point that looks best when searched locally.</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
          <p:nvSpPr>
            <p:cNvPr id="10" name="말풍선: 모서리가 둥근 사각형 9">
              <a:extLst>
                <a:ext uri="{FF2B5EF4-FFF2-40B4-BE49-F238E27FC236}">
                  <a16:creationId xmlns:a16="http://schemas.microsoft.com/office/drawing/2014/main" id="{20B8471F-CCDD-4621-8830-6E41EE7D536D}"/>
                </a:ext>
              </a:extLst>
            </p:cNvPr>
            <p:cNvSpPr/>
            <p:nvPr/>
          </p:nvSpPr>
          <p:spPr>
            <a:xfrm>
              <a:off x="6162818" y="2204092"/>
              <a:ext cx="1793558" cy="649591"/>
            </a:xfrm>
            <a:prstGeom prst="wedgeRoundRectCallout">
              <a:avLst>
                <a:gd name="adj1" fmla="val -57394"/>
                <a:gd name="adj2" fmla="val 39106"/>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The best point (</a:t>
              </a:r>
              <a:r>
                <a:rPr lang="en-US" sz="1200" b="1" dirty="0"/>
                <a:t>optimal</a:t>
              </a:r>
              <a:r>
                <a:rPr lang="en-US" sz="1200" dirty="0"/>
                <a:t>) when all states are considered.</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grpSp>
      <p:sp>
        <p:nvSpPr>
          <p:cNvPr id="3" name="말풍선: 모서리가 둥근 사각형 2">
            <a:extLst>
              <a:ext uri="{FF2B5EF4-FFF2-40B4-BE49-F238E27FC236}">
                <a16:creationId xmlns:a16="http://schemas.microsoft.com/office/drawing/2014/main" id="{614005A3-7EAA-B56D-8727-1800774695E0}"/>
              </a:ext>
            </a:extLst>
          </p:cNvPr>
          <p:cNvSpPr/>
          <p:nvPr/>
        </p:nvSpPr>
        <p:spPr>
          <a:xfrm>
            <a:off x="5796137" y="1428419"/>
            <a:ext cx="3168352" cy="508843"/>
          </a:xfrm>
          <a:prstGeom prst="wedgeRoundRectCallout">
            <a:avLst>
              <a:gd name="adj1" fmla="val -41863"/>
              <a:gd name="adj2" fmla="val 7975"/>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r>
              <a:rPr lang="en-US" sz="1000" dirty="0"/>
              <a:t>CAUTION! A "solution" is just a valid state satisfying conditions. A problem can have many solutions, but finding the optimal one is key.</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434" name="Rectangle 3">
                <a:extLst>
                  <a:ext uri="{FF2B5EF4-FFF2-40B4-BE49-F238E27FC236}">
                    <a16:creationId xmlns:a16="http://schemas.microsoft.com/office/drawing/2014/main" id="{75CEBC55-4DD8-48EB-94D9-7BE604AFED95}"/>
                  </a:ext>
                </a:extLst>
              </p:cNvPr>
              <p:cNvSpPr>
                <a:spLocks noGrp="1" noChangeAspect="1" noChangeArrowheads="1"/>
              </p:cNvSpPr>
              <p:nvPr>
                <p:ph idx="1"/>
              </p:nvPr>
            </p:nvSpPr>
            <p:spPr>
              <a:xfrm>
                <a:off x="457200" y="981075"/>
                <a:ext cx="8229600" cy="5256213"/>
              </a:xfrm>
            </p:spPr>
            <p:txBody>
              <a:bodyPr/>
              <a:lstStyle/>
              <a:p>
                <a:pPr marL="287338" indent="-287338"/>
                <a:r>
                  <a:rPr lang="en-US" altLang="ko-KR" sz="1800" dirty="0"/>
                  <a:t>“Like climbing Everest in thick fog with amnesia”</a:t>
                </a:r>
              </a:p>
              <a:p>
                <a:pPr marL="611188" lvl="1" eaLnBrk="1" hangingPunct="1"/>
                <a:r>
                  <a:rPr lang="en-US" altLang="ko-KR" sz="1400" dirty="0">
                    <a:latin typeface="나눔스퀘어_ac" panose="020B0600000101010101" pitchFamily="50" charset="-127"/>
                    <a:ea typeface="나눔스퀘어_ac" panose="020B0600000101010101" pitchFamily="50" charset="-127"/>
                  </a:rPr>
                  <a:t>(Fog) ➡ Cannot see far (i.e., doesn't consider all possibilities) and only inspects the vicinity (local search) ➡ Limits search scope, reducing computational complexity.</a:t>
                </a:r>
                <a:endParaRPr lang="en-US" altLang="ko-KR" sz="1400" u="sng" dirty="0">
                  <a:latin typeface="나눔스퀘어_ac" panose="020B0600000101010101" pitchFamily="50" charset="-127"/>
                  <a:ea typeface="나눔스퀘어_ac" panose="020B0600000101010101" pitchFamily="50" charset="-127"/>
                </a:endParaRPr>
              </a:p>
              <a:p>
                <a:pPr marL="611188" lvl="1" eaLnBrk="1" hangingPunct="1"/>
                <a:r>
                  <a:rPr lang="en-US" altLang="ko-KR" sz="1400" dirty="0">
                    <a:latin typeface="나눔스퀘어_ac" panose="020B0600000101010101" pitchFamily="50" charset="-127"/>
                    <a:ea typeface="나눔스퀘어_ac" panose="020B0600000101010101" pitchFamily="50" charset="-127"/>
                  </a:rPr>
                  <a:t>(Amnesia) ➡ Does not remember the path taken so far ➡ Reduces memory usage.</a:t>
                </a:r>
                <a:endParaRPr lang="en-US" altLang="ko-KR" sz="1800" u="sng" dirty="0">
                  <a:latin typeface="나눔스퀘어_ac" panose="020B0600000101010101" pitchFamily="50" charset="-127"/>
                  <a:ea typeface="나눔스퀘어_ac" panose="020B0600000101010101" pitchFamily="50" charset="-127"/>
                </a:endParaRPr>
              </a:p>
              <a:p>
                <a:pPr marL="611188" lvl="1" eaLnBrk="1" hangingPunct="1"/>
                <a:r>
                  <a:rPr lang="en-US" altLang="ko-KR" sz="1600" dirty="0"/>
                  <a:t>Continually moves in the </a:t>
                </a:r>
                <a:r>
                  <a:rPr lang="en-US" altLang="ko-KR" sz="1600" dirty="0">
                    <a:solidFill>
                      <a:srgbClr val="FF0000"/>
                    </a:solidFill>
                  </a:rPr>
                  <a:t>increasing direction</a:t>
                </a:r>
              </a:p>
              <a:p>
                <a:pPr marL="899188" lvl="2" eaLnBrk="1" hangingPunct="1"/>
                <a:r>
                  <a:rPr lang="en-US" sz="1400" dirty="0"/>
                  <a:t>A strategy of repeatedly moving in the direction of increasing altitude toward the mountain peak.</a:t>
                </a:r>
                <a:endParaRPr lang="en-US" altLang="ko-KR" sz="1400" dirty="0">
                  <a:latin typeface="나눔스퀘어_ac" panose="020B0600000101010101" pitchFamily="50" charset="-127"/>
                  <a:ea typeface="나눔스퀘어_ac" panose="020B0600000101010101" pitchFamily="50" charset="-127"/>
                </a:endParaRPr>
              </a:p>
              <a:p>
                <a:pPr marL="899188" lvl="2" eaLnBrk="1" hangingPunct="1"/>
                <a:r>
                  <a:rPr lang="en-US" sz="1400" dirty="0"/>
                  <a:t>The strategy of slightly changing the configuration (solution) in a direction that improves the target value</a:t>
                </a:r>
                <a:r>
                  <a:rPr lang="ko-KR" altLang="en-US" sz="1400" dirty="0">
                    <a:latin typeface="나눔스퀘어_ac" panose="020B0600000101010101" pitchFamily="50" charset="-127"/>
                    <a:ea typeface="나눔스퀘어_ac" panose="020B0600000101010101" pitchFamily="50" charset="-127"/>
                  </a:rPr>
                  <a:t> </a:t>
                </a:r>
                <a:endParaRPr lang="en-US" altLang="ko-KR" sz="1400" dirty="0">
                  <a:latin typeface="나눔스퀘어_ac" panose="020B0600000101010101" pitchFamily="50" charset="-127"/>
                  <a:ea typeface="나눔스퀘어_ac" panose="020B0600000101010101" pitchFamily="50" charset="-127"/>
                </a:endParaRPr>
              </a:p>
              <a:p>
                <a:pPr marL="1079188" lvl="3" eaLnBrk="1" hangingPunct="1"/>
                <a:r>
                  <a:rPr lang="en-US" sz="1200" dirty="0"/>
                  <a:t>Ex: The strategy of slightly adjusting a stock portfolio to maximize profit.</a:t>
                </a:r>
                <a:endParaRPr lang="en-US" altLang="ko-KR" sz="1200" dirty="0">
                  <a:latin typeface="나눔스퀘어_ac" panose="020B0600000101010101" pitchFamily="50" charset="-127"/>
                  <a:ea typeface="나눔스퀘어_ac" panose="020B0600000101010101" pitchFamily="50" charset="-127"/>
                </a:endParaRPr>
              </a:p>
              <a:p>
                <a:pPr marL="1079188" lvl="3" eaLnBrk="1" hangingPunct="1"/>
                <a:r>
                  <a:rPr lang="en-US" altLang="ko-KR" sz="1200" dirty="0">
                    <a:latin typeface="나눔스퀘어_ac" panose="020B0600000101010101" pitchFamily="50" charset="-127"/>
                    <a:ea typeface="나눔스퀘어_ac" panose="020B0600000101010101" pitchFamily="50" charset="-127"/>
                  </a:rPr>
                  <a:t>Ex: </a:t>
                </a:r>
                <a:r>
                  <a:rPr lang="en-US" sz="1200" dirty="0"/>
                  <a:t>On the graph </a:t>
                </a:r>
                <a14:m>
                  <m:oMath xmlns:m="http://schemas.openxmlformats.org/officeDocument/2006/math">
                    <m:r>
                      <a:rPr lang="en-US" altLang="ko-KR" sz="1200" i="1" dirty="0" smtClean="0">
                        <a:latin typeface="Cambria Math" panose="02040503050406030204" pitchFamily="18" charset="0"/>
                      </a:rPr>
                      <m:t>𝑦</m:t>
                    </m:r>
                    <m:r>
                      <a:rPr lang="en-US" altLang="ko-KR" sz="1200" i="1" dirty="0" smtClean="0">
                        <a:latin typeface="Cambria Math" panose="02040503050406030204" pitchFamily="18" charset="0"/>
                      </a:rPr>
                      <m:t>=−</m:t>
                    </m:r>
                    <m:r>
                      <a:rPr lang="en-US" altLang="ko-KR" sz="1200" i="1" dirty="0">
                        <a:latin typeface="Cambria Math" panose="02040503050406030204" pitchFamily="18" charset="0"/>
                      </a:rPr>
                      <m:t>𝑥</m:t>
                    </m:r>
                    <m:r>
                      <a:rPr lang="en-US" altLang="ko-KR" sz="1200" i="1" dirty="0">
                        <a:latin typeface="Cambria Math" panose="02040503050406030204" pitchFamily="18" charset="0"/>
                      </a:rPr>
                      <m:t>^2</m:t>
                    </m:r>
                  </m:oMath>
                </a14:m>
                <a:r>
                  <a:rPr lang="en-US" altLang="ko-KR" sz="1200" dirty="0">
                    <a:latin typeface="나눔스퀘어_ac" panose="020B0600000101010101" pitchFamily="50" charset="-127"/>
                    <a:ea typeface="나눔스퀘어_ac" panose="020B0600000101010101" pitchFamily="50" charset="-127"/>
                  </a:rPr>
                  <a:t>, </a:t>
                </a:r>
                <a:r>
                  <a:rPr lang="en-US" sz="1200" dirty="0"/>
                  <a:t>the strategy of moving </a:t>
                </a:r>
                <a14:m>
                  <m:oMath xmlns:m="http://schemas.openxmlformats.org/officeDocument/2006/math">
                    <m:r>
                      <a:rPr lang="en-US" altLang="ko-KR" sz="1200" i="1" dirty="0" smtClean="0">
                        <a:latin typeface="Cambria Math" panose="02040503050406030204" pitchFamily="18" charset="0"/>
                      </a:rPr>
                      <m:t>𝑥</m:t>
                    </m:r>
                  </m:oMath>
                </a14:m>
                <a:r>
                  <a:rPr lang="en-US" altLang="ko-KR" sz="1200" dirty="0">
                    <a:latin typeface="나눔스퀘어_ac" panose="020B0600000101010101" pitchFamily="50" charset="-127"/>
                    <a:ea typeface="나눔스퀘어_ac" panose="020B0600000101010101" pitchFamily="50" charset="-127"/>
                  </a:rPr>
                  <a:t> </a:t>
                </a:r>
                <a:r>
                  <a:rPr lang="en-US" sz="1200" dirty="0"/>
                  <a:t>slightly left or right to maximize</a:t>
                </a:r>
                <a:r>
                  <a:rPr lang="en-US" altLang="ko-KR" sz="1200" dirty="0">
                    <a:latin typeface="나눔스퀘어_ac" panose="020B0600000101010101" pitchFamily="50" charset="-127"/>
                    <a:ea typeface="나눔스퀘어_ac" panose="020B0600000101010101" pitchFamily="50" charset="-127"/>
                  </a:rPr>
                  <a:t> </a:t>
                </a:r>
                <a14:m>
                  <m:oMath xmlns:m="http://schemas.openxmlformats.org/officeDocument/2006/math">
                    <m:r>
                      <a:rPr lang="en-US" altLang="ko-KR" sz="1200" i="1" dirty="0">
                        <a:latin typeface="Cambria Math" panose="02040503050406030204" pitchFamily="18" charset="0"/>
                      </a:rPr>
                      <m:t>𝑦</m:t>
                    </m:r>
                    <m:r>
                      <a:rPr lang="en-US" altLang="ko-KR" sz="1200" i="1" dirty="0">
                        <a:latin typeface="Cambria Math" panose="02040503050406030204" pitchFamily="18" charset="0"/>
                      </a:rPr>
                      <m:t> </m:t>
                    </m:r>
                  </m:oMath>
                </a14:m>
                <a:r>
                  <a:rPr lang="en-US" altLang="ko-KR" sz="1200" dirty="0">
                    <a:latin typeface="나눔스퀘어_ac" panose="020B0600000101010101" pitchFamily="50" charset="-127"/>
                    <a:ea typeface="나눔스퀘어_ac" panose="020B0600000101010101" pitchFamily="50" charset="-127"/>
                  </a:rPr>
                  <a:t>value.</a:t>
                </a:r>
              </a:p>
              <a:p>
                <a:pPr marL="1079188" lvl="3" eaLnBrk="1" hangingPunct="1"/>
                <a:r>
                  <a:rPr lang="en-US" altLang="ko-KR" sz="1200" dirty="0">
                    <a:latin typeface="나눔스퀘어_ac" panose="020B0600000101010101" pitchFamily="50" charset="-127"/>
                    <a:ea typeface="나눔스퀘어_ac" panose="020B0600000101010101" pitchFamily="50" charset="-127"/>
                  </a:rPr>
                  <a:t>Note: </a:t>
                </a:r>
                <a:r>
                  <a:rPr lang="en-US" sz="1200" dirty="0"/>
                  <a:t>For some problems, it may be better to move in the direction of </a:t>
                </a:r>
                <a:r>
                  <a:rPr lang="en-US" sz="1200" i="1" dirty="0"/>
                  <a:t>lowering</a:t>
                </a:r>
                <a:r>
                  <a:rPr lang="en-US" sz="1200" dirty="0"/>
                  <a:t> the target value (Ex: Gradually changing city order in TSP to minimize total path length</a:t>
                </a:r>
                <a:r>
                  <a:rPr lang="en-US" altLang="ko-KR" sz="1200" dirty="0">
                    <a:latin typeface="나눔스퀘어_ac" panose="020B0600000101010101" pitchFamily="50" charset="-127"/>
                    <a:ea typeface="나눔스퀘어_ac" panose="020B0600000101010101" pitchFamily="50" charset="-127"/>
                  </a:rPr>
                  <a:t>)</a:t>
                </a:r>
              </a:p>
            </p:txBody>
          </p:sp>
        </mc:Choice>
        <mc:Fallback>
          <p:sp>
            <p:nvSpPr>
              <p:cNvPr id="18434" name="Rectangle 3">
                <a:extLst>
                  <a:ext uri="{FF2B5EF4-FFF2-40B4-BE49-F238E27FC236}">
                    <a16:creationId xmlns:a16="http://schemas.microsoft.com/office/drawing/2014/main" id="{75CEBC55-4DD8-48EB-94D9-7BE604AFED95}"/>
                  </a:ext>
                </a:extLst>
              </p:cNvPr>
              <p:cNvSpPr>
                <a:spLocks noGrp="1" noRot="1" noChangeAspect="1" noMove="1" noResize="1" noEditPoints="1" noAdjustHandles="1" noChangeArrowheads="1" noChangeShapeType="1" noTextEdit="1"/>
              </p:cNvSpPr>
              <p:nvPr>
                <p:ph idx="1"/>
              </p:nvPr>
            </p:nvSpPr>
            <p:spPr>
              <a:xfrm>
                <a:off x="457200" y="981075"/>
                <a:ext cx="8229600" cy="5256213"/>
              </a:xfrm>
              <a:blipFill>
                <a:blip r:embed="rId2"/>
                <a:stretch>
                  <a:fillRect l="-444" t="-116" r="-741"/>
                </a:stretch>
              </a:blipFill>
            </p:spPr>
            <p:txBody>
              <a:bodyPr/>
              <a:lstStyle/>
              <a:p>
                <a:r>
                  <a:rPr lang="en-US">
                    <a:noFill/>
                  </a:rPr>
                  <a:t> </a:t>
                </a:r>
              </a:p>
            </p:txBody>
          </p:sp>
        </mc:Fallback>
      </mc:AlternateContent>
      <p:sp>
        <p:nvSpPr>
          <p:cNvPr id="18435" name="Rectangle 2">
            <a:extLst>
              <a:ext uri="{FF2B5EF4-FFF2-40B4-BE49-F238E27FC236}">
                <a16:creationId xmlns:a16="http://schemas.microsoft.com/office/drawing/2014/main" id="{23C3D0F9-209E-4AEC-8777-5D57EE71C39A}"/>
              </a:ext>
            </a:extLst>
          </p:cNvPr>
          <p:cNvSpPr>
            <a:spLocks noGrp="1" noChangeArrowheads="1"/>
          </p:cNvSpPr>
          <p:nvPr>
            <p:ph type="title"/>
          </p:nvPr>
        </p:nvSpPr>
        <p:spPr>
          <a:xfrm>
            <a:off x="457200" y="274638"/>
            <a:ext cx="8229600" cy="633412"/>
          </a:xfrm>
        </p:spPr>
        <p:txBody>
          <a:bodyPr/>
          <a:lstStyle/>
          <a:p>
            <a:r>
              <a:rPr lang="en-US" altLang="en-US" sz="2400">
                <a:solidFill>
                  <a:srgbClr val="800080"/>
                </a:solidFill>
              </a:rPr>
              <a:t>Hill-Climbing Search</a:t>
            </a:r>
            <a:endParaRPr lang="en-US" altLang="ko-KR" sz="2400">
              <a:solidFill>
                <a:srgbClr val="800080"/>
              </a:solidFill>
            </a:endParaRPr>
          </a:p>
        </p:txBody>
      </p:sp>
      <p:sp>
        <p:nvSpPr>
          <p:cNvPr id="2" name="바닥글 개체 틀 4">
            <a:extLst>
              <a:ext uri="{FF2B5EF4-FFF2-40B4-BE49-F238E27FC236}">
                <a16:creationId xmlns:a16="http://schemas.microsoft.com/office/drawing/2014/main" id="{67F81D3E-53CA-49BE-8243-97488EC35F40}"/>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18439" name="슬라이드 번호 개체 틀 1">
            <a:extLst>
              <a:ext uri="{FF2B5EF4-FFF2-40B4-BE49-F238E27FC236}">
                <a16:creationId xmlns:a16="http://schemas.microsoft.com/office/drawing/2014/main" id="{89186F9A-FB48-4592-B617-3EDF5B57536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0173D19-C794-4CF9-9341-EC9F4CA125FD}" type="slidenum">
              <a:rPr lang="ko-KR" altLang="en-US" sz="1200">
                <a:solidFill>
                  <a:srgbClr val="898989"/>
                </a:solidFill>
                <a:latin typeface="Book Antiqua" panose="02040602050305030304" pitchFamily="18" charset="0"/>
              </a:rPr>
              <a:pPr>
                <a:lnSpc>
                  <a:spcPct val="100000"/>
                </a:lnSpc>
                <a:spcBef>
                  <a:spcPct val="0"/>
                </a:spcBef>
                <a:buFontTx/>
                <a:buNone/>
              </a:pPr>
              <a:t>9</a:t>
            </a:fld>
            <a:endParaRPr lang="en-US" altLang="ko-KR" sz="1200">
              <a:solidFill>
                <a:srgbClr val="898989"/>
              </a:solidFill>
              <a:latin typeface="Book Antiqua" panose="02040602050305030304" pitchFamily="18" charset="0"/>
            </a:endParaRPr>
          </a:p>
        </p:txBody>
      </p:sp>
      <p:pic>
        <p:nvPicPr>
          <p:cNvPr id="1026" name="Picture 2" descr="Most Important AI Model: Hill Climbing Method | Towards AI">
            <a:extLst>
              <a:ext uri="{FF2B5EF4-FFF2-40B4-BE49-F238E27FC236}">
                <a16:creationId xmlns:a16="http://schemas.microsoft.com/office/drawing/2014/main" id="{8F9DA1D1-4CD2-49C6-9D81-2E3B4C06E7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425" y="4694250"/>
            <a:ext cx="2493150" cy="1662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75CEBC55-4DD8-48EB-94D9-7BE604AFED95}"/>
              </a:ext>
            </a:extLst>
          </p:cNvPr>
          <p:cNvSpPr>
            <a:spLocks noGrp="1" noChangeAspect="1" noChangeArrowheads="1"/>
          </p:cNvSpPr>
          <p:nvPr>
            <p:ph idx="1"/>
          </p:nvPr>
        </p:nvSpPr>
        <p:spPr>
          <a:xfrm>
            <a:off x="457200" y="981075"/>
            <a:ext cx="8229600" cy="5256213"/>
          </a:xfrm>
        </p:spPr>
        <p:txBody>
          <a:bodyPr/>
          <a:lstStyle/>
          <a:p>
            <a:pPr marL="287338" indent="-287338"/>
            <a:r>
              <a:rPr lang="en-US" altLang="ko-KR" sz="1800" dirty="0"/>
              <a:t>“Like climbing Everest in thick fog with amnesia”</a:t>
            </a:r>
          </a:p>
          <a:p>
            <a:pPr marL="611188" lvl="1" eaLnBrk="1" hangingPunct="1"/>
            <a:r>
              <a:rPr lang="en-US" altLang="ko-KR" sz="1600" dirty="0"/>
              <a:t>Also called </a:t>
            </a:r>
            <a:r>
              <a:rPr lang="en-US" altLang="ko-KR" sz="1600" u="sng" dirty="0">
                <a:solidFill>
                  <a:srgbClr val="990033"/>
                </a:solidFill>
              </a:rPr>
              <a:t>gradient ascent/descent</a:t>
            </a:r>
            <a:r>
              <a:rPr lang="en-US" altLang="ko-KR" sz="1600" u="sng" dirty="0"/>
              <a:t> search (in case of continuous</a:t>
            </a:r>
            <a:r>
              <a:rPr lang="ko-KR" altLang="en-US" sz="1600" u="sng" dirty="0"/>
              <a:t> </a:t>
            </a:r>
            <a:r>
              <a:rPr lang="en-US" altLang="ko-KR" sz="1600" u="sng" dirty="0"/>
              <a:t>space)</a:t>
            </a:r>
          </a:p>
          <a:p>
            <a:pPr marL="899188" lvl="2" eaLnBrk="1" hangingPunct="1"/>
            <a:r>
              <a:rPr lang="en-US" sz="1400" dirty="0"/>
              <a:t>Maximize value using ascent, minimize value using descent.</a:t>
            </a:r>
            <a:endParaRPr lang="en-US" altLang="ko-KR" sz="1400" dirty="0">
              <a:latin typeface="나눔스퀘어_ac" panose="020B0600000101010101" pitchFamily="50" charset="-127"/>
              <a:ea typeface="나눔스퀘어_ac" panose="020B0600000101010101" pitchFamily="50" charset="-127"/>
            </a:endParaRPr>
          </a:p>
          <a:p>
            <a:pPr marL="899188" lvl="2" eaLnBrk="1" hangingPunct="1"/>
            <a:r>
              <a:rPr lang="en-US" sz="1400" dirty="0"/>
              <a:t>However, for minimization problems, you can solve it as a maximization problem by setting the</a:t>
            </a:r>
            <a:r>
              <a:rPr lang="en-US" altLang="ko-KR" sz="1400" dirty="0">
                <a:latin typeface="나눔스퀘어_ac" panose="020B0600000101010101" pitchFamily="50" charset="-127"/>
                <a:ea typeface="나눔스퀘어_ac" panose="020B0600000101010101" pitchFamily="50" charset="-127"/>
              </a:rPr>
              <a:t> </a:t>
            </a:r>
            <a:r>
              <a:rPr lang="en-US" altLang="ko-KR" sz="1400" dirty="0">
                <a:highlight>
                  <a:srgbClr val="C0C0C0"/>
                </a:highlight>
                <a:latin typeface="나눔스퀘어_ac" panose="020B0600000101010101" pitchFamily="50" charset="-127"/>
                <a:ea typeface="나눔스퀘어_ac" panose="020B0600000101010101" pitchFamily="50" charset="-127"/>
              </a:rPr>
              <a:t>goal value</a:t>
            </a:r>
            <a:r>
              <a:rPr lang="ko-KR" altLang="en-US" sz="1400" dirty="0">
                <a:highlight>
                  <a:srgbClr val="C0C0C0"/>
                </a:highlight>
                <a:latin typeface="나눔스퀘어_ac" panose="020B0600000101010101" pitchFamily="50" charset="-127"/>
                <a:ea typeface="나눔스퀘어_ac" panose="020B0600000101010101" pitchFamily="50" charset="-127"/>
              </a:rPr>
              <a:t> </a:t>
            </a:r>
            <a:r>
              <a:rPr lang="en-US" altLang="ko-KR" sz="1400" dirty="0">
                <a:highlight>
                  <a:srgbClr val="C0C0C0"/>
                </a:highlight>
                <a:latin typeface="나눔스퀘어_ac" panose="020B0600000101010101" pitchFamily="50" charset="-127"/>
                <a:ea typeface="나눔스퀘어_ac" panose="020B0600000101010101" pitchFamily="50" charset="-127"/>
              </a:rPr>
              <a:t>= goal value</a:t>
            </a:r>
            <a:r>
              <a:rPr lang="ko-KR" altLang="en-US" sz="1400" dirty="0">
                <a:highlight>
                  <a:srgbClr val="C0C0C0"/>
                </a:highlight>
                <a:latin typeface="나눔스퀘어_ac" panose="020B0600000101010101" pitchFamily="50" charset="-127"/>
                <a:ea typeface="나눔스퀘어_ac" panose="020B0600000101010101" pitchFamily="50" charset="-127"/>
              </a:rPr>
              <a:t> *</a:t>
            </a:r>
            <a:r>
              <a:rPr lang="en-US" altLang="ko-KR" sz="1400" dirty="0">
                <a:highlight>
                  <a:srgbClr val="C0C0C0"/>
                </a:highlight>
                <a:latin typeface="나눔스퀘어_ac" panose="020B0600000101010101" pitchFamily="50" charset="-127"/>
                <a:ea typeface="나눔스퀘어_ac" panose="020B0600000101010101" pitchFamily="50" charset="-127"/>
              </a:rPr>
              <a:t> -1</a:t>
            </a:r>
            <a:endParaRPr lang="en-US" altLang="ko-KR" sz="1400" dirty="0">
              <a:latin typeface="나눔스퀘어_ac" panose="020B0600000101010101" pitchFamily="50" charset="-127"/>
              <a:ea typeface="나눔스퀘어_ac" panose="020B0600000101010101" pitchFamily="50" charset="-127"/>
            </a:endParaRPr>
          </a:p>
        </p:txBody>
      </p:sp>
      <p:sp>
        <p:nvSpPr>
          <p:cNvPr id="18435" name="Rectangle 2">
            <a:extLst>
              <a:ext uri="{FF2B5EF4-FFF2-40B4-BE49-F238E27FC236}">
                <a16:creationId xmlns:a16="http://schemas.microsoft.com/office/drawing/2014/main" id="{23C3D0F9-209E-4AEC-8777-5D57EE71C39A}"/>
              </a:ext>
            </a:extLst>
          </p:cNvPr>
          <p:cNvSpPr>
            <a:spLocks noGrp="1" noChangeArrowheads="1"/>
          </p:cNvSpPr>
          <p:nvPr>
            <p:ph type="title"/>
          </p:nvPr>
        </p:nvSpPr>
        <p:spPr>
          <a:xfrm>
            <a:off x="457200" y="274638"/>
            <a:ext cx="8229600" cy="633412"/>
          </a:xfrm>
        </p:spPr>
        <p:txBody>
          <a:bodyPr/>
          <a:lstStyle/>
          <a:p>
            <a:r>
              <a:rPr lang="en-US" altLang="en-US" sz="2400">
                <a:solidFill>
                  <a:srgbClr val="800080"/>
                </a:solidFill>
              </a:rPr>
              <a:t>Hill-Climbing Search</a:t>
            </a:r>
            <a:endParaRPr lang="en-US" altLang="ko-KR" sz="2400">
              <a:solidFill>
                <a:srgbClr val="800080"/>
              </a:solidFill>
            </a:endParaRPr>
          </a:p>
        </p:txBody>
      </p:sp>
      <p:sp>
        <p:nvSpPr>
          <p:cNvPr id="2" name="바닥글 개체 틀 4">
            <a:extLst>
              <a:ext uri="{FF2B5EF4-FFF2-40B4-BE49-F238E27FC236}">
                <a16:creationId xmlns:a16="http://schemas.microsoft.com/office/drawing/2014/main" id="{67F81D3E-53CA-49BE-8243-97488EC35F40}"/>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grpSp>
        <p:nvGrpSpPr>
          <p:cNvPr id="3" name="그룹 2">
            <a:extLst>
              <a:ext uri="{FF2B5EF4-FFF2-40B4-BE49-F238E27FC236}">
                <a16:creationId xmlns:a16="http://schemas.microsoft.com/office/drawing/2014/main" id="{596EC254-54FE-46B7-BD1D-043E9E5FAD49}"/>
              </a:ext>
            </a:extLst>
          </p:cNvPr>
          <p:cNvGrpSpPr/>
          <p:nvPr/>
        </p:nvGrpSpPr>
        <p:grpSpPr>
          <a:xfrm>
            <a:off x="684213" y="2852936"/>
            <a:ext cx="7775575" cy="2838072"/>
            <a:chOff x="684213" y="2822953"/>
            <a:chExt cx="7775575" cy="2838072"/>
          </a:xfrm>
        </p:grpSpPr>
        <p:sp>
          <p:nvSpPr>
            <p:cNvPr id="6" name="Rectangle 4">
              <a:extLst>
                <a:ext uri="{FF2B5EF4-FFF2-40B4-BE49-F238E27FC236}">
                  <a16:creationId xmlns:a16="http://schemas.microsoft.com/office/drawing/2014/main" id="{4BA855F8-6AF6-4147-8807-0DB03060C9EC}"/>
                </a:ext>
              </a:extLst>
            </p:cNvPr>
            <p:cNvSpPr>
              <a:spLocks noChangeArrowheads="1"/>
            </p:cNvSpPr>
            <p:nvPr/>
          </p:nvSpPr>
          <p:spPr bwMode="auto">
            <a:xfrm>
              <a:off x="684213" y="3221038"/>
              <a:ext cx="7775575" cy="24399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latinLnBrk="0">
                <a:lnSpc>
                  <a:spcPct val="110000"/>
                </a:lnSpc>
                <a:spcBef>
                  <a:spcPct val="0"/>
                </a:spcBef>
                <a:buFontTx/>
                <a:buNone/>
              </a:pPr>
              <a:r>
                <a:rPr lang="en-US" altLang="ko-KR" sz="1600" b="1" dirty="0">
                  <a:latin typeface="Times New Roman" panose="02020603050405020304" pitchFamily="18" charset="0"/>
                  <a:ea typeface="돋움체" panose="020B0609000101010101" pitchFamily="49" charset="-127"/>
                  <a:cs typeface="Times New Roman" panose="02020603050405020304" pitchFamily="18" charset="0"/>
                </a:rPr>
                <a:t>1: function</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HILL-CLIMBING( </a:t>
              </a:r>
              <a:r>
                <a:rPr lang="en-US" altLang="ko-KR" sz="1600" i="1" dirty="0">
                  <a:latin typeface="Times New Roman" panose="02020603050405020304" pitchFamily="18" charset="0"/>
                  <a:ea typeface="돋움체" panose="020B0609000101010101" pitchFamily="49" charset="-127"/>
                  <a:cs typeface="Times New Roman" panose="02020603050405020304" pitchFamily="18" charset="0"/>
                </a:rPr>
                <a:t>problem </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a:t>
              </a:r>
              <a:r>
                <a:rPr lang="en-US" altLang="ko-KR" sz="1600" b="1" dirty="0">
                  <a:latin typeface="Times New Roman" panose="02020603050405020304" pitchFamily="18" charset="0"/>
                  <a:ea typeface="돋움체" panose="020B0609000101010101" pitchFamily="49" charset="-127"/>
                  <a:cs typeface="Times New Roman" panose="02020603050405020304" pitchFamily="18" charset="0"/>
                </a:rPr>
                <a:t>returns</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a state that is a </a:t>
              </a:r>
              <a:r>
                <a:rPr lang="en-US" altLang="ko-KR" sz="1600" dirty="0">
                  <a:solidFill>
                    <a:srgbClr val="FF0000"/>
                  </a:solidFill>
                  <a:latin typeface="Times New Roman" panose="02020603050405020304" pitchFamily="18" charset="0"/>
                  <a:ea typeface="돋움체" panose="020B0609000101010101" pitchFamily="49" charset="-127"/>
                  <a:cs typeface="Times New Roman" panose="02020603050405020304" pitchFamily="18" charset="0"/>
                </a:rPr>
                <a:t>local maximum</a:t>
              </a:r>
            </a:p>
            <a:p>
              <a:pPr latinLnBrk="0">
                <a:spcBef>
                  <a:spcPct val="0"/>
                </a:spcBef>
                <a:buFontTx/>
                <a:buNone/>
              </a:pP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2: </a:t>
              </a:r>
            </a:p>
            <a:p>
              <a:pPr latinLnBrk="0">
                <a:spcBef>
                  <a:spcPct val="0"/>
                </a:spcBef>
                <a:buFontTx/>
                <a:buNone/>
              </a:pPr>
              <a:r>
                <a:rPr lang="en-US" altLang="ko-KR" sz="1600" i="1" dirty="0">
                  <a:latin typeface="Times New Roman" panose="02020603050405020304" pitchFamily="18" charset="0"/>
                  <a:ea typeface="돋움체" panose="020B0609000101010101" pitchFamily="49" charset="-127"/>
                  <a:cs typeface="Times New Roman" panose="02020603050405020304" pitchFamily="18" charset="0"/>
                </a:rPr>
                <a:t>3: current</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a:t>
              </a:r>
              <a:r>
                <a:rPr lang="ko-KR" altLang="ko-KR" sz="1600" dirty="0">
                  <a:latin typeface="굴림" panose="020B0600000101010101" pitchFamily="50" charset="-127"/>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MAKE-NODE(</a:t>
              </a:r>
              <a:r>
                <a:rPr lang="en-US" altLang="ko-KR" sz="1600" i="1" dirty="0" err="1">
                  <a:latin typeface="Times New Roman" panose="02020603050405020304" pitchFamily="18" charset="0"/>
                  <a:cs typeface="Times New Roman" panose="02020603050405020304" pitchFamily="18" charset="0"/>
                </a:rPr>
                <a:t>problem</a:t>
              </a:r>
              <a:r>
                <a:rPr lang="en-US" altLang="ko-KR" sz="1600" dirty="0" err="1">
                  <a:latin typeface="Times New Roman" panose="02020603050405020304" pitchFamily="18" charset="0"/>
                  <a:cs typeface="Times New Roman" panose="02020603050405020304" pitchFamily="18" charset="0"/>
                </a:rPr>
                <a:t>.INITIAL</a:t>
              </a:r>
              <a:r>
                <a:rPr lang="en-US" altLang="ko-KR" sz="1600" dirty="0">
                  <a:latin typeface="Times New Roman" panose="02020603050405020304" pitchFamily="18" charset="0"/>
                  <a:cs typeface="Times New Roman" panose="02020603050405020304" pitchFamily="18" charset="0"/>
                </a:rPr>
                <a:t>-STATE)</a:t>
              </a:r>
            </a:p>
            <a:p>
              <a:pPr latinLnBrk="0">
                <a:spcBef>
                  <a:spcPct val="0"/>
                </a:spcBef>
                <a:buFontTx/>
                <a:buNone/>
              </a:pPr>
              <a:r>
                <a:rPr lang="en-US" altLang="ko-KR" sz="1600" b="1" dirty="0">
                  <a:latin typeface="Times New Roman" panose="02020603050405020304" pitchFamily="18" charset="0"/>
                  <a:cs typeface="Times New Roman" panose="02020603050405020304" pitchFamily="18" charset="0"/>
                </a:rPr>
                <a:t>4: loop do</a:t>
              </a:r>
              <a:endParaRPr lang="en-US" altLang="ko-KR" sz="16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600" dirty="0">
                  <a:latin typeface="Times New Roman" panose="02020603050405020304" pitchFamily="18" charset="0"/>
                  <a:cs typeface="Times New Roman" panose="02020603050405020304" pitchFamily="18" charset="0"/>
                </a:rPr>
                <a:t>5:     </a:t>
              </a:r>
              <a:r>
                <a:rPr lang="en-US" altLang="ko-KR" sz="1600" i="1" dirty="0">
                  <a:latin typeface="Times New Roman" panose="02020603050405020304" pitchFamily="18" charset="0"/>
                  <a:cs typeface="Times New Roman" panose="02020603050405020304" pitchFamily="18" charset="0"/>
                </a:rPr>
                <a:t>neighbor</a:t>
              </a:r>
              <a:r>
                <a:rPr lang="en-US" altLang="ko-KR" sz="1600" dirty="0">
                  <a:latin typeface="Times New Roman" panose="02020603050405020304" pitchFamily="18" charset="0"/>
                  <a:cs typeface="Times New Roman" panose="02020603050405020304" pitchFamily="18" charset="0"/>
                </a:rPr>
                <a:t> </a:t>
              </a:r>
              <a:r>
                <a:rPr lang="ko-KR" altLang="ko-KR" sz="1600" dirty="0">
                  <a:latin typeface="굴림" panose="020B0600000101010101" pitchFamily="50" charset="-127"/>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a highest-valued successor of </a:t>
              </a:r>
              <a:r>
                <a:rPr lang="en-US" altLang="ko-KR" sz="1600" i="1" dirty="0">
                  <a:latin typeface="Times New Roman" panose="02020603050405020304" pitchFamily="18" charset="0"/>
                  <a:cs typeface="Times New Roman" panose="02020603050405020304" pitchFamily="18" charset="0"/>
                </a:rPr>
                <a:t>current</a:t>
              </a:r>
              <a:endParaRPr lang="en-US" altLang="ko-KR" sz="16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600" dirty="0">
                  <a:latin typeface="Times New Roman" panose="02020603050405020304" pitchFamily="18" charset="0"/>
                  <a:cs typeface="Times New Roman" panose="02020603050405020304" pitchFamily="18" charset="0"/>
                </a:rPr>
                <a:t>6:     </a:t>
              </a:r>
              <a:r>
                <a:rPr lang="en-US" altLang="ko-KR" sz="1600" b="1" dirty="0">
                  <a:latin typeface="Times New Roman" panose="02020603050405020304" pitchFamily="18" charset="0"/>
                  <a:cs typeface="Times New Roman" panose="02020603050405020304" pitchFamily="18" charset="0"/>
                </a:rPr>
                <a:t>if</a:t>
              </a:r>
              <a:r>
                <a:rPr lang="en-US" altLang="ko-KR" sz="1600" dirty="0">
                  <a:latin typeface="Times New Roman" panose="02020603050405020304" pitchFamily="18" charset="0"/>
                  <a:cs typeface="Times New Roman" panose="02020603050405020304" pitchFamily="18" charset="0"/>
                </a:rPr>
                <a:t> </a:t>
              </a:r>
              <a:r>
                <a:rPr lang="en-US" altLang="ko-KR" sz="1600" i="1" dirty="0" err="1">
                  <a:latin typeface="Times New Roman" panose="02020603050405020304" pitchFamily="18" charset="0"/>
                  <a:cs typeface="Times New Roman" panose="02020603050405020304" pitchFamily="18" charset="0"/>
                </a:rPr>
                <a:t>neighbor</a:t>
              </a:r>
              <a:r>
                <a:rPr lang="en-US" altLang="ko-KR" sz="1600" dirty="0" err="1">
                  <a:latin typeface="Times New Roman" panose="02020603050405020304" pitchFamily="18" charset="0"/>
                  <a:cs typeface="Times New Roman" panose="02020603050405020304" pitchFamily="18" charset="0"/>
                </a:rPr>
                <a:t>.VALUE</a:t>
              </a:r>
              <a:r>
                <a:rPr lang="en-US" altLang="ko-KR" sz="1600" dirty="0">
                  <a:latin typeface="Times New Roman" panose="02020603050405020304" pitchFamily="18" charset="0"/>
                  <a:cs typeface="Times New Roman" panose="02020603050405020304" pitchFamily="18" charset="0"/>
                </a:rPr>
                <a:t> </a:t>
              </a:r>
              <a:r>
                <a:rPr lang="ko-KR" altLang="ko-KR" sz="1600" dirty="0">
                  <a:latin typeface="Times New Roman" panose="02020603050405020304" pitchFamily="18" charset="0"/>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a:t>
              </a:r>
              <a:r>
                <a:rPr lang="en-US" altLang="ko-KR" sz="1600" i="1" dirty="0" err="1">
                  <a:latin typeface="Times New Roman" panose="02020603050405020304" pitchFamily="18" charset="0"/>
                  <a:cs typeface="Times New Roman" panose="02020603050405020304" pitchFamily="18" charset="0"/>
                </a:rPr>
                <a:t>current</a:t>
              </a:r>
              <a:r>
                <a:rPr lang="en-US" altLang="ko-KR" sz="1600" dirty="0" err="1">
                  <a:latin typeface="Times New Roman" panose="02020603050405020304" pitchFamily="18" charset="0"/>
                  <a:cs typeface="Times New Roman" panose="02020603050405020304" pitchFamily="18" charset="0"/>
                </a:rPr>
                <a:t>.VALUE</a:t>
              </a:r>
              <a:r>
                <a:rPr lang="en-US" altLang="ko-KR" sz="1600" dirty="0">
                  <a:latin typeface="Times New Roman" panose="02020603050405020304" pitchFamily="18" charset="0"/>
                  <a:cs typeface="Times New Roman" panose="02020603050405020304" pitchFamily="18" charset="0"/>
                </a:rPr>
                <a:t> </a:t>
              </a:r>
              <a:r>
                <a:rPr lang="en-US" altLang="ko-KR" sz="1600" b="1" dirty="0">
                  <a:latin typeface="Times New Roman" panose="02020603050405020304" pitchFamily="18" charset="0"/>
                  <a:cs typeface="Times New Roman" panose="02020603050405020304" pitchFamily="18" charset="0"/>
                </a:rPr>
                <a:t>then return</a:t>
              </a:r>
              <a:r>
                <a:rPr lang="en-US" altLang="ko-KR" sz="1600" dirty="0">
                  <a:latin typeface="Times New Roman" panose="02020603050405020304" pitchFamily="18" charset="0"/>
                  <a:cs typeface="Times New Roman" panose="02020603050405020304" pitchFamily="18" charset="0"/>
                </a:rPr>
                <a:t> </a:t>
              </a:r>
              <a:r>
                <a:rPr lang="en-US" altLang="ko-KR" sz="1600" i="1" dirty="0" err="1">
                  <a:latin typeface="Times New Roman" panose="02020603050405020304" pitchFamily="18" charset="0"/>
                  <a:cs typeface="Times New Roman" panose="02020603050405020304" pitchFamily="18" charset="0"/>
                </a:rPr>
                <a:t>current</a:t>
              </a:r>
              <a:r>
                <a:rPr lang="en-US" altLang="ko-KR" sz="1600" dirty="0" err="1">
                  <a:latin typeface="Times New Roman" panose="02020603050405020304" pitchFamily="18" charset="0"/>
                  <a:cs typeface="Times New Roman" panose="02020603050405020304" pitchFamily="18" charset="0"/>
                </a:rPr>
                <a:t>.STATE</a:t>
              </a:r>
              <a:endParaRPr lang="en-US" altLang="ko-KR" sz="16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600" dirty="0">
                  <a:latin typeface="Times New Roman" panose="02020603050405020304" pitchFamily="18" charset="0"/>
                  <a:cs typeface="Times New Roman" panose="02020603050405020304" pitchFamily="18" charset="0"/>
                </a:rPr>
                <a:t>7:     </a:t>
              </a:r>
              <a:r>
                <a:rPr lang="en-US" altLang="ko-KR" sz="1600" b="1" dirty="0">
                  <a:latin typeface="Times New Roman" panose="02020603050405020304" pitchFamily="18" charset="0"/>
                  <a:cs typeface="Times New Roman" panose="02020603050405020304" pitchFamily="18" charset="0"/>
                </a:rPr>
                <a:t>else</a:t>
              </a:r>
              <a:r>
                <a:rPr lang="en-US" altLang="ko-KR" sz="1600" dirty="0">
                  <a:latin typeface="Times New Roman" panose="02020603050405020304" pitchFamily="18" charset="0"/>
                  <a:cs typeface="Times New Roman" panose="02020603050405020304" pitchFamily="18" charset="0"/>
                </a:rPr>
                <a:t> </a:t>
              </a:r>
              <a:r>
                <a:rPr lang="en-US" altLang="ko-KR" sz="1600" i="1" dirty="0">
                  <a:latin typeface="Times New Roman" panose="02020603050405020304" pitchFamily="18" charset="0"/>
                  <a:cs typeface="Times New Roman" panose="02020603050405020304" pitchFamily="18" charset="0"/>
                </a:rPr>
                <a:t>current</a:t>
              </a:r>
              <a:r>
                <a:rPr lang="en-US" altLang="ko-KR" sz="1600" dirty="0">
                  <a:latin typeface="Times New Roman" panose="02020603050405020304" pitchFamily="18" charset="0"/>
                  <a:cs typeface="Times New Roman" panose="02020603050405020304" pitchFamily="18" charset="0"/>
                </a:rPr>
                <a:t> </a:t>
              </a:r>
              <a:r>
                <a:rPr lang="ko-KR" altLang="ko-KR" sz="1600" dirty="0">
                  <a:latin typeface="굴림" panose="020B0600000101010101" pitchFamily="50" charset="-127"/>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a:t>
              </a:r>
              <a:r>
                <a:rPr lang="en-US" altLang="ko-KR" sz="1600" i="1" dirty="0">
                  <a:latin typeface="Times New Roman" panose="02020603050405020304" pitchFamily="18" charset="0"/>
                  <a:cs typeface="Times New Roman" panose="02020603050405020304" pitchFamily="18" charset="0"/>
                </a:rPr>
                <a:t>neighbor</a:t>
              </a:r>
              <a:endParaRPr lang="en-US" altLang="ko-KR" sz="1600" dirty="0">
                <a:latin typeface="Times New Roman" panose="02020603050405020304" pitchFamily="18" charset="0"/>
                <a:cs typeface="Times New Roman" panose="02020603050405020304" pitchFamily="18" charset="0"/>
              </a:endParaRPr>
            </a:p>
          </p:txBody>
        </p:sp>
        <p:sp>
          <p:nvSpPr>
            <p:cNvPr id="8" name="Text Box 6">
              <a:extLst>
                <a:ext uri="{FF2B5EF4-FFF2-40B4-BE49-F238E27FC236}">
                  <a16:creationId xmlns:a16="http://schemas.microsoft.com/office/drawing/2014/main" id="{14BA8AF8-58F2-4A6D-8CCB-A1BED7BBC6BD}"/>
                </a:ext>
              </a:extLst>
            </p:cNvPr>
            <p:cNvSpPr txBox="1">
              <a:spLocks noChangeArrowheads="1"/>
            </p:cNvSpPr>
            <p:nvPr/>
          </p:nvSpPr>
          <p:spPr bwMode="auto">
            <a:xfrm>
              <a:off x="3023393" y="2822953"/>
              <a:ext cx="30972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latinLnBrk="0">
                <a:lnSpc>
                  <a:spcPct val="100000"/>
                </a:lnSpc>
                <a:spcBef>
                  <a:spcPct val="50000"/>
                </a:spcBef>
                <a:buFontTx/>
                <a:buNone/>
              </a:pPr>
              <a:r>
                <a:rPr lang="en-US" altLang="ko-KR" sz="1600" dirty="0"/>
                <a:t>[Steepest </a:t>
              </a:r>
              <a:r>
                <a:rPr lang="en-US" altLang="ko-KR" sz="1600" dirty="0">
                  <a:solidFill>
                    <a:srgbClr val="FF0000"/>
                  </a:solidFill>
                </a:rPr>
                <a:t>ascent</a:t>
              </a:r>
              <a:r>
                <a:rPr lang="en-US" altLang="ko-KR" sz="1600" dirty="0"/>
                <a:t> version]</a:t>
              </a:r>
            </a:p>
          </p:txBody>
        </p:sp>
      </p:grpSp>
      <p:sp>
        <p:nvSpPr>
          <p:cNvPr id="18439" name="슬라이드 번호 개체 틀 1">
            <a:extLst>
              <a:ext uri="{FF2B5EF4-FFF2-40B4-BE49-F238E27FC236}">
                <a16:creationId xmlns:a16="http://schemas.microsoft.com/office/drawing/2014/main" id="{89186F9A-FB48-4592-B617-3EDF5B57536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0173D19-C794-4CF9-9341-EC9F4CA125FD}" type="slidenum">
              <a:rPr lang="ko-KR" altLang="en-US" sz="1200">
                <a:solidFill>
                  <a:srgbClr val="898989"/>
                </a:solidFill>
                <a:latin typeface="Book Antiqua" panose="02040602050305030304" pitchFamily="18" charset="0"/>
              </a:rPr>
              <a:pPr>
                <a:lnSpc>
                  <a:spcPct val="100000"/>
                </a:lnSpc>
                <a:spcBef>
                  <a:spcPct val="0"/>
                </a:spcBef>
                <a:buFontTx/>
                <a:buNone/>
              </a:pPr>
              <a:t>10</a:t>
            </a:fld>
            <a:endParaRPr lang="en-US" altLang="ko-KR" sz="1200">
              <a:solidFill>
                <a:srgbClr val="898989"/>
              </a:solidFill>
              <a:latin typeface="Book Antiqua" panose="02040602050305030304" pitchFamily="18" charset="0"/>
            </a:endParaRPr>
          </a:p>
        </p:txBody>
      </p:sp>
      <p:sp>
        <p:nvSpPr>
          <p:cNvPr id="9" name="말풍선: 모서리가 둥근 사각형 8">
            <a:extLst>
              <a:ext uri="{FF2B5EF4-FFF2-40B4-BE49-F238E27FC236}">
                <a16:creationId xmlns:a16="http://schemas.microsoft.com/office/drawing/2014/main" id="{C9E70E07-475D-43D2-A2DE-5E2565C3EB31}"/>
              </a:ext>
            </a:extLst>
          </p:cNvPr>
          <p:cNvSpPr/>
          <p:nvPr/>
        </p:nvSpPr>
        <p:spPr>
          <a:xfrm>
            <a:off x="6414037" y="3098552"/>
            <a:ext cx="2239848" cy="236415"/>
          </a:xfrm>
          <a:prstGeom prst="wedgeRoundRectCallout">
            <a:avLst>
              <a:gd name="adj1" fmla="val -42438"/>
              <a:gd name="adj2" fmla="val 11735"/>
              <a:gd name="adj3" fmla="val 16667"/>
            </a:avLst>
          </a:prstGeom>
          <a:solidFill>
            <a:schemeClr val="accent6">
              <a:lumMod val="40000"/>
              <a:lumOff val="60000"/>
            </a:schemeClr>
          </a:solidFill>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나눔스퀘어_ac" panose="020B0600000101010101" pitchFamily="50" charset="-127"/>
                <a:ea typeface="나눔스퀘어_ac" panose="020B0600000101010101" pitchFamily="50" charset="-127"/>
              </a:rPr>
              <a:t>Details on next page...</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1115294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75CEBC55-4DD8-48EB-94D9-7BE604AFED95}"/>
              </a:ext>
            </a:extLst>
          </p:cNvPr>
          <p:cNvSpPr>
            <a:spLocks noGrp="1" noChangeAspect="1" noChangeArrowheads="1"/>
          </p:cNvSpPr>
          <p:nvPr>
            <p:ph idx="1"/>
          </p:nvPr>
        </p:nvSpPr>
        <p:spPr>
          <a:xfrm>
            <a:off x="457200" y="981075"/>
            <a:ext cx="8229600" cy="5256213"/>
          </a:xfrm>
        </p:spPr>
        <p:txBody>
          <a:bodyPr/>
          <a:lstStyle/>
          <a:p>
            <a:pPr marL="287338" indent="-287338"/>
            <a:r>
              <a:rPr lang="en-US" altLang="ko-KR" sz="1800" dirty="0"/>
              <a:t>“Like climbing Everest in thick fog with amnesia”</a:t>
            </a:r>
          </a:p>
        </p:txBody>
      </p:sp>
      <p:sp>
        <p:nvSpPr>
          <p:cNvPr id="18435" name="Rectangle 2">
            <a:extLst>
              <a:ext uri="{FF2B5EF4-FFF2-40B4-BE49-F238E27FC236}">
                <a16:creationId xmlns:a16="http://schemas.microsoft.com/office/drawing/2014/main" id="{23C3D0F9-209E-4AEC-8777-5D57EE71C39A}"/>
              </a:ext>
            </a:extLst>
          </p:cNvPr>
          <p:cNvSpPr>
            <a:spLocks noGrp="1" noChangeArrowheads="1"/>
          </p:cNvSpPr>
          <p:nvPr>
            <p:ph type="title"/>
          </p:nvPr>
        </p:nvSpPr>
        <p:spPr>
          <a:xfrm>
            <a:off x="457200" y="274638"/>
            <a:ext cx="8229600" cy="633412"/>
          </a:xfrm>
        </p:spPr>
        <p:txBody>
          <a:bodyPr/>
          <a:lstStyle/>
          <a:p>
            <a:r>
              <a:rPr lang="en-US" altLang="en-US" sz="2400">
                <a:solidFill>
                  <a:srgbClr val="800080"/>
                </a:solidFill>
              </a:rPr>
              <a:t>Hill-Climbing Search</a:t>
            </a:r>
            <a:endParaRPr lang="en-US" altLang="ko-KR" sz="2400">
              <a:solidFill>
                <a:srgbClr val="800080"/>
              </a:solidFill>
            </a:endParaRPr>
          </a:p>
        </p:txBody>
      </p:sp>
      <p:sp>
        <p:nvSpPr>
          <p:cNvPr id="2" name="바닥글 개체 틀 4">
            <a:extLst>
              <a:ext uri="{FF2B5EF4-FFF2-40B4-BE49-F238E27FC236}">
                <a16:creationId xmlns:a16="http://schemas.microsoft.com/office/drawing/2014/main" id="{67F81D3E-53CA-49BE-8243-97488EC35F40}"/>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grpSp>
        <p:nvGrpSpPr>
          <p:cNvPr id="3" name="그룹 2">
            <a:extLst>
              <a:ext uri="{FF2B5EF4-FFF2-40B4-BE49-F238E27FC236}">
                <a16:creationId xmlns:a16="http://schemas.microsoft.com/office/drawing/2014/main" id="{596EC254-54FE-46B7-BD1D-043E9E5FAD49}"/>
              </a:ext>
            </a:extLst>
          </p:cNvPr>
          <p:cNvGrpSpPr/>
          <p:nvPr/>
        </p:nvGrpSpPr>
        <p:grpSpPr>
          <a:xfrm>
            <a:off x="684213" y="1484784"/>
            <a:ext cx="7775575" cy="4871566"/>
            <a:chOff x="684213" y="2822953"/>
            <a:chExt cx="7775575" cy="4871566"/>
          </a:xfrm>
        </p:grpSpPr>
        <p:sp>
          <p:nvSpPr>
            <p:cNvPr id="6" name="Rectangle 4">
              <a:extLst>
                <a:ext uri="{FF2B5EF4-FFF2-40B4-BE49-F238E27FC236}">
                  <a16:creationId xmlns:a16="http://schemas.microsoft.com/office/drawing/2014/main" id="{4BA855F8-6AF6-4147-8807-0DB03060C9EC}"/>
                </a:ext>
              </a:extLst>
            </p:cNvPr>
            <p:cNvSpPr>
              <a:spLocks noChangeArrowheads="1"/>
            </p:cNvSpPr>
            <p:nvPr/>
          </p:nvSpPr>
          <p:spPr bwMode="auto">
            <a:xfrm>
              <a:off x="684213" y="3191278"/>
              <a:ext cx="7775575" cy="450324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latinLnBrk="0">
                <a:lnSpc>
                  <a:spcPct val="110000"/>
                </a:lnSpc>
                <a:spcBef>
                  <a:spcPct val="0"/>
                </a:spcBef>
                <a:buFontTx/>
                <a:buNone/>
              </a:pPr>
              <a:r>
                <a:rPr lang="en-US" altLang="ko-KR" sz="1600" b="1" dirty="0">
                  <a:latin typeface="Times New Roman" panose="02020603050405020304" pitchFamily="18" charset="0"/>
                  <a:ea typeface="돋움체" panose="020B0609000101010101" pitchFamily="49" charset="-127"/>
                  <a:cs typeface="Times New Roman" panose="02020603050405020304" pitchFamily="18" charset="0"/>
                </a:rPr>
                <a:t>1: function</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HILL-CLIMBING(</a:t>
              </a:r>
              <a:r>
                <a:rPr lang="en-US" altLang="ko-KR" sz="1600" i="1" dirty="0">
                  <a:latin typeface="Times New Roman" panose="02020603050405020304" pitchFamily="18" charset="0"/>
                  <a:ea typeface="돋움체" panose="020B0609000101010101" pitchFamily="49" charset="-127"/>
                  <a:cs typeface="Times New Roman" panose="02020603050405020304" pitchFamily="18" charset="0"/>
                </a:rPr>
                <a:t>problem</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a:t>
              </a:r>
              <a:r>
                <a:rPr lang="en-US" altLang="ko-KR" sz="1600" b="1" dirty="0">
                  <a:latin typeface="Times New Roman" panose="02020603050405020304" pitchFamily="18" charset="0"/>
                  <a:ea typeface="돋움체" panose="020B0609000101010101" pitchFamily="49" charset="-127"/>
                  <a:cs typeface="Times New Roman" panose="02020603050405020304" pitchFamily="18" charset="0"/>
                </a:rPr>
                <a:t>returns</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a state that is a </a:t>
              </a:r>
              <a:r>
                <a:rPr lang="en-US" altLang="ko-KR" sz="1600" dirty="0">
                  <a:solidFill>
                    <a:srgbClr val="FF0000"/>
                  </a:solidFill>
                  <a:latin typeface="Times New Roman" panose="02020603050405020304" pitchFamily="18" charset="0"/>
                  <a:ea typeface="돋움체" panose="020B0609000101010101" pitchFamily="49" charset="-127"/>
                  <a:cs typeface="Times New Roman" panose="02020603050405020304" pitchFamily="18" charset="0"/>
                </a:rPr>
                <a:t>local maximum</a:t>
              </a:r>
            </a:p>
            <a:p>
              <a:pPr latinLnBrk="0">
                <a:lnSpc>
                  <a:spcPct val="110000"/>
                </a:lnSpc>
                <a:spcBef>
                  <a:spcPct val="0"/>
                </a:spcBef>
                <a:buFontTx/>
                <a:buNone/>
              </a:pP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HILL-CLIMBING function that takes the problem as input (Ex: moving to the mountain peak) and returns </a:t>
              </a:r>
              <a:b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b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the best result</a:t>
              </a:r>
              <a:r>
                <a:rPr lang="ko-KR" altLang="en-US"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a:t>
              </a:r>
              <a:r>
                <a:rPr lang="en-US" altLang="ko-KR" sz="1200" b="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local</a:t>
              </a:r>
              <a:r>
                <a:rPr lang="ko-KR" altLang="en-US" sz="1200" b="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a:t>
              </a:r>
              <a:r>
                <a:rPr lang="en-US" altLang="ko-KR" sz="1200" b="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maximum</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a:t>
              </a:r>
              <a:endParaRPr lang="en-US" altLang="ko-KR" sz="1200" dirty="0">
                <a:latin typeface="나눔스퀘어_ac" panose="020B0600000101010101" pitchFamily="50" charset="-127"/>
                <a:ea typeface="나눔스퀘어_ac" panose="020B0600000101010101" pitchFamily="50" charset="-127"/>
                <a:cs typeface="Times New Roman" panose="02020603050405020304" pitchFamily="18" charset="0"/>
              </a:endParaRPr>
            </a:p>
            <a:p>
              <a:pPr latinLnBrk="0">
                <a:lnSpc>
                  <a:spcPct val="110000"/>
                </a:lnSpc>
                <a:spcBef>
                  <a:spcPct val="0"/>
                </a:spcBef>
                <a:buNone/>
              </a:pPr>
              <a:r>
                <a:rPr lang="en-US" altLang="ko-KR" sz="1600" i="1" dirty="0">
                  <a:latin typeface="Times New Roman" panose="02020603050405020304" pitchFamily="18" charset="0"/>
                  <a:ea typeface="돋움체" panose="020B0609000101010101" pitchFamily="49" charset="-127"/>
                  <a:cs typeface="Times New Roman" panose="02020603050405020304" pitchFamily="18" charset="0"/>
                </a:rPr>
                <a:t>3: current</a:t>
              </a:r>
              <a:r>
                <a:rPr lang="en-US" altLang="ko-KR" sz="1600" dirty="0">
                  <a:latin typeface="Times New Roman" panose="02020603050405020304" pitchFamily="18" charset="0"/>
                  <a:ea typeface="돋움체" panose="020B0609000101010101" pitchFamily="49" charset="-127"/>
                  <a:cs typeface="Times New Roman" panose="02020603050405020304" pitchFamily="18" charset="0"/>
                </a:rPr>
                <a:t> </a:t>
              </a:r>
              <a:r>
                <a:rPr lang="ko-KR" altLang="ko-KR" sz="1600" dirty="0">
                  <a:latin typeface="굴림" panose="020B0600000101010101" pitchFamily="50" charset="-127"/>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MAKE-NODE(</a:t>
              </a:r>
              <a:r>
                <a:rPr lang="en-US" altLang="ko-KR" sz="1600" i="1" dirty="0" err="1">
                  <a:latin typeface="Times New Roman" panose="02020603050405020304" pitchFamily="18" charset="0"/>
                  <a:cs typeface="Times New Roman" panose="02020603050405020304" pitchFamily="18" charset="0"/>
                </a:rPr>
                <a:t>problem</a:t>
              </a:r>
              <a:r>
                <a:rPr lang="en-US" altLang="ko-KR" sz="1600" dirty="0" err="1">
                  <a:latin typeface="Times New Roman" panose="02020603050405020304" pitchFamily="18" charset="0"/>
                  <a:cs typeface="Times New Roman" panose="02020603050405020304" pitchFamily="18" charset="0"/>
                </a:rPr>
                <a:t>.INITIAL</a:t>
              </a:r>
              <a:r>
                <a:rPr lang="en-US" altLang="ko-KR" sz="1600" dirty="0">
                  <a:latin typeface="Times New Roman" panose="02020603050405020304" pitchFamily="18" charset="0"/>
                  <a:cs typeface="Times New Roman" panose="02020603050405020304" pitchFamily="18" charset="0"/>
                </a:rPr>
                <a:t>-STATE)</a:t>
              </a:r>
            </a:p>
            <a:p>
              <a:pPr latinLnBrk="0">
                <a:lnSpc>
                  <a:spcPct val="110000"/>
                </a:lnSpc>
                <a:spcBef>
                  <a:spcPct val="0"/>
                </a:spcBef>
                <a:buFontTx/>
                <a:buNone/>
              </a:pP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Uses the initial state as input (Ex: location of the trail entrance) to create the </a:t>
              </a:r>
              <a:r>
                <a:rPr lang="en-US" altLang="ko-KR" sz="1200" i="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current</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state</a:t>
              </a:r>
              <a:b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b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(current</a:t>
              </a:r>
              <a:r>
                <a:rPr lang="ko-KR" altLang="en-US"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position</a:t>
              </a:r>
              <a:r>
                <a:rPr lang="ko-KR" altLang="en-US"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an </a:t>
              </a:r>
              <a:r>
                <a:rPr lang="en-US" altLang="ko-KR" sz="1200" u="sng"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arbitrary solution</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a:t>
              </a:r>
              <a:endParaRPr lang="en-US" altLang="ko-KR" sz="1200" dirty="0">
                <a:latin typeface="나눔스퀘어_ac" panose="020B0600000101010101" pitchFamily="50" charset="-127"/>
                <a:ea typeface="나눔스퀘어_ac" panose="020B0600000101010101" pitchFamily="50" charset="-127"/>
                <a:cs typeface="Times New Roman" panose="02020603050405020304" pitchFamily="18" charset="0"/>
              </a:endParaRPr>
            </a:p>
            <a:p>
              <a:pPr latinLnBrk="0">
                <a:lnSpc>
                  <a:spcPct val="110000"/>
                </a:lnSpc>
                <a:spcBef>
                  <a:spcPct val="0"/>
                </a:spcBef>
                <a:buNone/>
              </a:pPr>
              <a:r>
                <a:rPr lang="en-US" altLang="ko-KR" sz="1600" b="1" dirty="0">
                  <a:latin typeface="Times New Roman" panose="02020603050405020304" pitchFamily="18" charset="0"/>
                  <a:cs typeface="Times New Roman" panose="02020603050405020304" pitchFamily="18" charset="0"/>
                </a:rPr>
                <a:t>4: loop do</a:t>
              </a:r>
              <a:endParaRPr lang="en-US" altLang="ko-KR" sz="1600" dirty="0">
                <a:latin typeface="Times New Roman" panose="02020603050405020304" pitchFamily="18" charset="0"/>
                <a:cs typeface="Times New Roman" panose="02020603050405020304" pitchFamily="18" charset="0"/>
              </a:endParaRPr>
            </a:p>
            <a:p>
              <a:pPr latinLnBrk="0">
                <a:lnSpc>
                  <a:spcPct val="110000"/>
                </a:lnSpc>
                <a:spcBef>
                  <a:spcPct val="0"/>
                </a:spcBef>
                <a:buFontTx/>
                <a:buNone/>
              </a:pP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Repeats until the best result(local max) is found</a:t>
              </a:r>
              <a:endParaRPr lang="en-US" altLang="ko-KR" sz="1200" dirty="0">
                <a:latin typeface="나눔스퀘어_ac" panose="020B0600000101010101" pitchFamily="50" charset="-127"/>
                <a:ea typeface="나눔스퀘어_ac" panose="020B0600000101010101" pitchFamily="50" charset="-127"/>
                <a:cs typeface="Times New Roman" panose="02020603050405020304" pitchFamily="18" charset="0"/>
              </a:endParaRPr>
            </a:p>
            <a:p>
              <a:pPr latinLnBrk="0">
                <a:spcBef>
                  <a:spcPct val="0"/>
                </a:spcBef>
                <a:buFontTx/>
                <a:buNone/>
              </a:pPr>
              <a:r>
                <a:rPr lang="en-US" altLang="ko-KR" sz="1600" dirty="0">
                  <a:latin typeface="Times New Roman" panose="02020603050405020304" pitchFamily="18" charset="0"/>
                  <a:cs typeface="Times New Roman" panose="02020603050405020304" pitchFamily="18" charset="0"/>
                </a:rPr>
                <a:t>5:     </a:t>
              </a:r>
              <a:r>
                <a:rPr lang="en-US" altLang="ko-KR" sz="1600" i="1" dirty="0">
                  <a:latin typeface="Times New Roman" panose="02020603050405020304" pitchFamily="18" charset="0"/>
                  <a:cs typeface="Times New Roman" panose="02020603050405020304" pitchFamily="18" charset="0"/>
                </a:rPr>
                <a:t>neighbor</a:t>
              </a:r>
              <a:r>
                <a:rPr lang="en-US" altLang="ko-KR" sz="1600" dirty="0">
                  <a:latin typeface="Times New Roman" panose="02020603050405020304" pitchFamily="18" charset="0"/>
                  <a:cs typeface="Times New Roman" panose="02020603050405020304" pitchFamily="18" charset="0"/>
                </a:rPr>
                <a:t> </a:t>
              </a:r>
              <a:r>
                <a:rPr lang="ko-KR" altLang="ko-KR" sz="1600" dirty="0">
                  <a:latin typeface="굴림" panose="020B0600000101010101" pitchFamily="50" charset="-127"/>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a highest-valued successor of </a:t>
              </a:r>
              <a:r>
                <a:rPr lang="en-US" altLang="ko-KR" sz="1600" i="1" dirty="0">
                  <a:latin typeface="Times New Roman" panose="02020603050405020304" pitchFamily="18" charset="0"/>
                  <a:cs typeface="Times New Roman" panose="02020603050405020304" pitchFamily="18" charset="0"/>
                </a:rPr>
                <a:t>current</a:t>
              </a:r>
            </a:p>
            <a:p>
              <a:pPr latinLnBrk="0">
                <a:spcBef>
                  <a:spcPct val="0"/>
                </a:spcBef>
                <a:buFontTx/>
                <a:buNone/>
              </a:pP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Selects the highest-valued state among the neighbors (</a:t>
              </a:r>
              <a:r>
                <a:rPr lang="en-US" altLang="ko-KR" sz="1200" i="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neighbor</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a:t>
              </a:r>
              <a:r>
                <a:rPr lang="en-US" altLang="ko-KR" sz="1200" i="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successor</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of the </a:t>
              </a:r>
              <a:r>
                <a:rPr lang="en-US" altLang="ko-KR" sz="1200" i="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current</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state </a:t>
              </a:r>
              <a:b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b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(Ex: Select the highest elevation point among the spots immediately accessible from the trail entrance).</a:t>
              </a:r>
              <a:endParaRPr lang="en-US" altLang="ko-KR" sz="1200" dirty="0">
                <a:latin typeface="나눔스퀘어_ac" panose="020B0600000101010101" pitchFamily="50" charset="-127"/>
                <a:ea typeface="나눔스퀘어_ac" panose="020B0600000101010101" pitchFamily="50" charset="-127"/>
                <a:cs typeface="Times New Roman" panose="02020603050405020304" pitchFamily="18" charset="0"/>
              </a:endParaRPr>
            </a:p>
            <a:p>
              <a:pPr latinLnBrk="0">
                <a:spcBef>
                  <a:spcPct val="0"/>
                </a:spcBef>
                <a:buFontTx/>
                <a:buNone/>
              </a:pPr>
              <a:r>
                <a:rPr lang="en-US" altLang="ko-KR" sz="1600" dirty="0">
                  <a:latin typeface="Times New Roman" panose="02020603050405020304" pitchFamily="18" charset="0"/>
                  <a:cs typeface="Times New Roman" panose="02020603050405020304" pitchFamily="18" charset="0"/>
                </a:rPr>
                <a:t>6:     </a:t>
              </a:r>
              <a:r>
                <a:rPr lang="en-US" altLang="ko-KR" sz="1600" b="1" dirty="0">
                  <a:latin typeface="Times New Roman" panose="02020603050405020304" pitchFamily="18" charset="0"/>
                  <a:cs typeface="Times New Roman" panose="02020603050405020304" pitchFamily="18" charset="0"/>
                </a:rPr>
                <a:t>if</a:t>
              </a:r>
              <a:r>
                <a:rPr lang="en-US" altLang="ko-KR" sz="1600" dirty="0">
                  <a:latin typeface="Times New Roman" panose="02020603050405020304" pitchFamily="18" charset="0"/>
                  <a:cs typeface="Times New Roman" panose="02020603050405020304" pitchFamily="18" charset="0"/>
                </a:rPr>
                <a:t> </a:t>
              </a:r>
              <a:r>
                <a:rPr lang="en-US" altLang="ko-KR" sz="1600" i="1" dirty="0" err="1">
                  <a:latin typeface="Times New Roman" panose="02020603050405020304" pitchFamily="18" charset="0"/>
                  <a:cs typeface="Times New Roman" panose="02020603050405020304" pitchFamily="18" charset="0"/>
                </a:rPr>
                <a:t>neighbor</a:t>
              </a:r>
              <a:r>
                <a:rPr lang="en-US" altLang="ko-KR" sz="1600" dirty="0" err="1">
                  <a:latin typeface="Times New Roman" panose="02020603050405020304" pitchFamily="18" charset="0"/>
                  <a:cs typeface="Times New Roman" panose="02020603050405020304" pitchFamily="18" charset="0"/>
                </a:rPr>
                <a:t>.VALUE</a:t>
              </a:r>
              <a:r>
                <a:rPr lang="en-US" altLang="ko-KR" sz="1600" dirty="0">
                  <a:latin typeface="Times New Roman" panose="02020603050405020304" pitchFamily="18" charset="0"/>
                  <a:cs typeface="Times New Roman" panose="02020603050405020304" pitchFamily="18" charset="0"/>
                </a:rPr>
                <a:t> </a:t>
              </a:r>
              <a:r>
                <a:rPr lang="ko-KR" altLang="ko-KR" sz="1600" dirty="0">
                  <a:latin typeface="Times New Roman" panose="02020603050405020304" pitchFamily="18" charset="0"/>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a:t>
              </a:r>
              <a:r>
                <a:rPr lang="en-US" altLang="ko-KR" sz="1600" i="1" dirty="0" err="1">
                  <a:latin typeface="Times New Roman" panose="02020603050405020304" pitchFamily="18" charset="0"/>
                  <a:cs typeface="Times New Roman" panose="02020603050405020304" pitchFamily="18" charset="0"/>
                </a:rPr>
                <a:t>current</a:t>
              </a:r>
              <a:r>
                <a:rPr lang="en-US" altLang="ko-KR" sz="1600" dirty="0" err="1">
                  <a:latin typeface="Times New Roman" panose="02020603050405020304" pitchFamily="18" charset="0"/>
                  <a:cs typeface="Times New Roman" panose="02020603050405020304" pitchFamily="18" charset="0"/>
                </a:rPr>
                <a:t>.VALUE</a:t>
              </a:r>
              <a:r>
                <a:rPr lang="en-US" altLang="ko-KR" sz="1600" dirty="0">
                  <a:latin typeface="Times New Roman" panose="02020603050405020304" pitchFamily="18" charset="0"/>
                  <a:cs typeface="Times New Roman" panose="02020603050405020304" pitchFamily="18" charset="0"/>
                </a:rPr>
                <a:t> </a:t>
              </a:r>
              <a:r>
                <a:rPr lang="en-US" altLang="ko-KR" sz="1600" b="1" dirty="0">
                  <a:latin typeface="Times New Roman" panose="02020603050405020304" pitchFamily="18" charset="0"/>
                  <a:cs typeface="Times New Roman" panose="02020603050405020304" pitchFamily="18" charset="0"/>
                </a:rPr>
                <a:t>then return</a:t>
              </a:r>
              <a:r>
                <a:rPr lang="en-US" altLang="ko-KR" sz="1600" dirty="0">
                  <a:latin typeface="Times New Roman" panose="02020603050405020304" pitchFamily="18" charset="0"/>
                  <a:cs typeface="Times New Roman" panose="02020603050405020304" pitchFamily="18" charset="0"/>
                </a:rPr>
                <a:t> </a:t>
              </a:r>
              <a:r>
                <a:rPr lang="en-US" altLang="ko-KR" sz="1600" i="1" dirty="0" err="1">
                  <a:latin typeface="Times New Roman" panose="02020603050405020304" pitchFamily="18" charset="0"/>
                  <a:cs typeface="Times New Roman" panose="02020603050405020304" pitchFamily="18" charset="0"/>
                </a:rPr>
                <a:t>current</a:t>
              </a:r>
              <a:r>
                <a:rPr lang="en-US" altLang="ko-KR" sz="1600" dirty="0" err="1">
                  <a:latin typeface="Times New Roman" panose="02020603050405020304" pitchFamily="18" charset="0"/>
                  <a:cs typeface="Times New Roman" panose="02020603050405020304" pitchFamily="18" charset="0"/>
                </a:rPr>
                <a:t>.STATE</a:t>
              </a:r>
              <a:endParaRPr lang="en-US" altLang="ko-KR" sz="16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If the selected </a:t>
              </a:r>
              <a:r>
                <a:rPr lang="en-US" altLang="ko-KR" sz="1200" i="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neighbor</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is not better than the current state (Ex: if elevation is lower), it assumes no </a:t>
              </a:r>
              <a:b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b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better solution exists and returns the current state.</a:t>
              </a:r>
            </a:p>
            <a:p>
              <a:pPr latinLnBrk="0">
                <a:spcBef>
                  <a:spcPct val="0"/>
                </a:spcBef>
                <a:buFontTx/>
                <a:buNone/>
              </a:pPr>
              <a:r>
                <a:rPr lang="en-US" altLang="ko-KR" sz="1600" dirty="0">
                  <a:latin typeface="Times New Roman" panose="02020603050405020304" pitchFamily="18" charset="0"/>
                  <a:cs typeface="Times New Roman" panose="02020603050405020304" pitchFamily="18" charset="0"/>
                </a:rPr>
                <a:t>7:     </a:t>
              </a:r>
              <a:r>
                <a:rPr lang="en-US" altLang="ko-KR" sz="1600" b="1" dirty="0">
                  <a:latin typeface="Times New Roman" panose="02020603050405020304" pitchFamily="18" charset="0"/>
                  <a:cs typeface="Times New Roman" panose="02020603050405020304" pitchFamily="18" charset="0"/>
                </a:rPr>
                <a:t>else</a:t>
              </a:r>
              <a:r>
                <a:rPr lang="en-US" altLang="ko-KR" sz="1600" dirty="0">
                  <a:latin typeface="Times New Roman" panose="02020603050405020304" pitchFamily="18" charset="0"/>
                  <a:cs typeface="Times New Roman" panose="02020603050405020304" pitchFamily="18" charset="0"/>
                </a:rPr>
                <a:t> </a:t>
              </a:r>
              <a:r>
                <a:rPr lang="en-US" altLang="ko-KR" sz="1600" i="1" dirty="0">
                  <a:latin typeface="Times New Roman" panose="02020603050405020304" pitchFamily="18" charset="0"/>
                  <a:cs typeface="Times New Roman" panose="02020603050405020304" pitchFamily="18" charset="0"/>
                </a:rPr>
                <a:t>current</a:t>
              </a:r>
              <a:r>
                <a:rPr lang="en-US" altLang="ko-KR" sz="1600" dirty="0">
                  <a:latin typeface="Times New Roman" panose="02020603050405020304" pitchFamily="18" charset="0"/>
                  <a:cs typeface="Times New Roman" panose="02020603050405020304" pitchFamily="18" charset="0"/>
                </a:rPr>
                <a:t> </a:t>
              </a:r>
              <a:r>
                <a:rPr lang="ko-KR" altLang="ko-KR" sz="1600" dirty="0">
                  <a:latin typeface="굴림" panose="020B0600000101010101" pitchFamily="50" charset="-127"/>
                  <a:cs typeface="Times New Roman" panose="02020603050405020304" pitchFamily="18" charset="0"/>
                  <a:sym typeface="Symbol" panose="05050102010706020507" pitchFamily="18" charset="2"/>
                </a:rPr>
                <a:t></a:t>
              </a:r>
              <a:r>
                <a:rPr lang="en-US" altLang="ko-KR" sz="1600" dirty="0">
                  <a:latin typeface="Times New Roman" panose="02020603050405020304" pitchFamily="18" charset="0"/>
                  <a:cs typeface="Times New Roman" panose="02020603050405020304" pitchFamily="18" charset="0"/>
                </a:rPr>
                <a:t> </a:t>
              </a:r>
              <a:r>
                <a:rPr lang="en-US" altLang="ko-KR" sz="1600" i="1" dirty="0">
                  <a:latin typeface="Times New Roman" panose="02020603050405020304" pitchFamily="18" charset="0"/>
                  <a:cs typeface="Times New Roman" panose="02020603050405020304" pitchFamily="18" charset="0"/>
                </a:rPr>
                <a:t>neighbor</a:t>
              </a:r>
              <a:endParaRPr lang="en-US" altLang="ko-KR" sz="16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If the </a:t>
              </a:r>
              <a:r>
                <a:rPr lang="en-US" altLang="ko-KR" sz="1200" i="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neighbor</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is better than the current state (Ex: elevation is higher), move to that point, save it as </a:t>
              </a:r>
              <a:b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br>
              <a:r>
                <a:rPr lang="en-US" altLang="ko-KR" sz="1200" i="1"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current</a:t>
              </a:r>
              <a:r>
                <a:rPr lang="en-US" altLang="ko-KR" sz="1200" dirty="0">
                  <a:solidFill>
                    <a:srgbClr val="0033CC"/>
                  </a:solidFill>
                  <a:latin typeface="나눔스퀘어_ac" panose="020B0600000101010101" pitchFamily="50" charset="-127"/>
                  <a:ea typeface="나눔스퀘어_ac" panose="020B0600000101010101" pitchFamily="50" charset="-127"/>
                  <a:cs typeface="Times New Roman" panose="02020603050405020304" pitchFamily="18" charset="0"/>
                </a:rPr>
                <a:t>, and repeat the loop.</a:t>
              </a:r>
            </a:p>
          </p:txBody>
        </p:sp>
        <p:sp>
          <p:nvSpPr>
            <p:cNvPr id="8" name="Text Box 6">
              <a:extLst>
                <a:ext uri="{FF2B5EF4-FFF2-40B4-BE49-F238E27FC236}">
                  <a16:creationId xmlns:a16="http://schemas.microsoft.com/office/drawing/2014/main" id="{14BA8AF8-58F2-4A6D-8CCB-A1BED7BBC6BD}"/>
                </a:ext>
              </a:extLst>
            </p:cNvPr>
            <p:cNvSpPr txBox="1">
              <a:spLocks noChangeArrowheads="1"/>
            </p:cNvSpPr>
            <p:nvPr/>
          </p:nvSpPr>
          <p:spPr bwMode="auto">
            <a:xfrm>
              <a:off x="3023393" y="2822953"/>
              <a:ext cx="30972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latinLnBrk="0">
                <a:lnSpc>
                  <a:spcPct val="100000"/>
                </a:lnSpc>
                <a:spcBef>
                  <a:spcPct val="50000"/>
                </a:spcBef>
                <a:buFontTx/>
                <a:buNone/>
              </a:pPr>
              <a:r>
                <a:rPr lang="en-US" altLang="ko-KR" sz="1600" dirty="0"/>
                <a:t>[Steepest </a:t>
              </a:r>
              <a:r>
                <a:rPr lang="en-US" altLang="ko-KR" sz="1600" dirty="0">
                  <a:solidFill>
                    <a:srgbClr val="FF0000"/>
                  </a:solidFill>
                </a:rPr>
                <a:t>ascent</a:t>
              </a:r>
              <a:r>
                <a:rPr lang="en-US" altLang="ko-KR" sz="1600" dirty="0"/>
                <a:t> version]</a:t>
              </a:r>
            </a:p>
          </p:txBody>
        </p:sp>
      </p:grpSp>
      <p:sp>
        <p:nvSpPr>
          <p:cNvPr id="18439" name="슬라이드 번호 개체 틀 1">
            <a:extLst>
              <a:ext uri="{FF2B5EF4-FFF2-40B4-BE49-F238E27FC236}">
                <a16:creationId xmlns:a16="http://schemas.microsoft.com/office/drawing/2014/main" id="{89186F9A-FB48-4592-B617-3EDF5B57536D}"/>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0173D19-C794-4CF9-9341-EC9F4CA125FD}" type="slidenum">
              <a:rPr lang="ko-KR" altLang="en-US" sz="1200">
                <a:solidFill>
                  <a:srgbClr val="898989"/>
                </a:solidFill>
                <a:latin typeface="Book Antiqua" panose="02040602050305030304" pitchFamily="18" charset="0"/>
              </a:rPr>
              <a:pPr>
                <a:lnSpc>
                  <a:spcPct val="100000"/>
                </a:lnSpc>
                <a:spcBef>
                  <a:spcPct val="0"/>
                </a:spcBef>
                <a:buFontTx/>
                <a:buNone/>
              </a:pPr>
              <a:t>11</a:t>
            </a:fld>
            <a:endParaRPr lang="en-US" altLang="ko-KR" sz="1200">
              <a:solidFill>
                <a:srgbClr val="898989"/>
              </a:solidFill>
              <a:latin typeface="Book Antiqua" panose="02040602050305030304" pitchFamily="18" charset="0"/>
            </a:endParaRPr>
          </a:p>
        </p:txBody>
      </p:sp>
      <p:sp>
        <p:nvSpPr>
          <p:cNvPr id="4" name="말풍선: 모서리가 둥근 사각형 3">
            <a:extLst>
              <a:ext uri="{FF2B5EF4-FFF2-40B4-BE49-F238E27FC236}">
                <a16:creationId xmlns:a16="http://schemas.microsoft.com/office/drawing/2014/main" id="{B6B5EAD4-BBEC-1F2F-6A77-99A96AEAC63B}"/>
              </a:ext>
            </a:extLst>
          </p:cNvPr>
          <p:cNvSpPr/>
          <p:nvPr/>
        </p:nvSpPr>
        <p:spPr>
          <a:xfrm>
            <a:off x="4994208" y="3316493"/>
            <a:ext cx="3465579" cy="585376"/>
          </a:xfrm>
          <a:prstGeom prst="wedgeRoundRectCallout">
            <a:avLst>
              <a:gd name="adj1" fmla="val -91338"/>
              <a:gd name="adj2" fmla="val -33854"/>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r>
              <a:rPr lang="en-US" sz="1000" dirty="0"/>
              <a:t>Among algorithms that gradually improve a solution, one solution must be given to begin improvement, so an initial solution is randomly selected.</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121676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0BABB549-A240-44C9-B393-558053A13A19}"/>
              </a:ext>
            </a:extLst>
          </p:cNvPr>
          <p:cNvSpPr>
            <a:spLocks noGrp="1" noChangeAspect="1" noChangeArrowheads="1"/>
          </p:cNvSpPr>
          <p:nvPr>
            <p:ph idx="1"/>
          </p:nvPr>
        </p:nvSpPr>
        <p:spPr>
          <a:xfrm>
            <a:off x="457200" y="981075"/>
            <a:ext cx="8229600" cy="5256213"/>
          </a:xfrm>
        </p:spPr>
        <p:txBody>
          <a:bodyPr/>
          <a:lstStyle/>
          <a:p>
            <a:pPr marL="0" indent="0" latinLnBrk="0">
              <a:buNone/>
              <a:defRPr/>
            </a:pPr>
            <a:r>
              <a:rPr lang="en-US" altLang="ko-KR" sz="1800" dirty="0">
                <a:latin typeface="나눔스퀘어_ac" panose="020B0600000101010101" pitchFamily="50" charset="-127"/>
                <a:ea typeface="나눔스퀘어_ac" panose="020B0600000101010101" pitchFamily="50" charset="-127"/>
              </a:rPr>
              <a:t>  </a:t>
            </a:r>
            <a:r>
              <a:rPr lang="en-US" altLang="ko-KR" sz="1800" u="sng" dirty="0">
                <a:latin typeface="나눔스퀘어_ac" panose="020B0600000101010101" pitchFamily="50" charset="-127"/>
                <a:ea typeface="나눔스퀘어_ac" panose="020B0600000101010101" pitchFamily="50" charset="-127"/>
              </a:rPr>
              <a:t>Example</a:t>
            </a:r>
            <a:r>
              <a:rPr lang="en-US" altLang="ko-KR" sz="1800" dirty="0">
                <a:latin typeface="나눔스퀘어_ac" panose="020B0600000101010101" pitchFamily="50" charset="-127"/>
                <a:ea typeface="나눔스퀘어_ac" panose="020B0600000101010101" pitchFamily="50" charset="-127"/>
              </a:rPr>
              <a:t>: </a:t>
            </a:r>
            <a:r>
              <a:rPr lang="en-US" sz="1800" dirty="0"/>
              <a:t>Finding optimal locations for 3 airports in Romania</a:t>
            </a:r>
            <a:r>
              <a:rPr lang="en-US" altLang="ko-KR" sz="1800" dirty="0">
                <a:latin typeface="나눔스퀘어_ac" panose="020B0600000101010101" pitchFamily="50" charset="-127"/>
                <a:ea typeface="나눔스퀘어_ac" panose="020B0600000101010101" pitchFamily="50" charset="-127"/>
              </a:rPr>
              <a:t> </a:t>
            </a:r>
          </a:p>
          <a:p>
            <a:pPr lvl="1" latinLnBrk="0">
              <a:defRPr/>
            </a:pPr>
            <a:r>
              <a:rPr lang="en-US" altLang="ko-KR" sz="1600" dirty="0">
                <a:latin typeface="나눔스퀘어_ac" panose="020B0600000101010101" pitchFamily="50" charset="-127"/>
                <a:ea typeface="나눔스퀘어_ac" panose="020B0600000101010101" pitchFamily="50" charset="-127"/>
              </a:rPr>
              <a:t>state space: </a:t>
            </a:r>
            <a:r>
              <a:rPr lang="en-US" altLang="ko-KR" sz="1600" dirty="0" err="1">
                <a:latin typeface="나눔스퀘어_ac" panose="020B0600000101010101" pitchFamily="50" charset="-127"/>
                <a:ea typeface="나눔스퀘어_ac" panose="020B0600000101010101" pitchFamily="50" charset="-127"/>
              </a:rPr>
              <a:t>x,y</a:t>
            </a:r>
            <a:r>
              <a:rPr lang="en-US" altLang="ko-KR" sz="1600" dirty="0">
                <a:latin typeface="나눔스퀘어_ac" panose="020B0600000101010101" pitchFamily="50" charset="-127"/>
                <a:ea typeface="나눔스퀘어_ac" panose="020B0600000101010101" pitchFamily="50" charset="-127"/>
              </a:rPr>
              <a:t> coordinates of 3 candidate airport locations </a:t>
            </a:r>
            <a:br>
              <a:rPr lang="en-US" altLang="ko-KR" sz="1600" dirty="0">
                <a:latin typeface="나눔스퀘어_ac" panose="020B0600000101010101" pitchFamily="50" charset="-127"/>
                <a:ea typeface="나눔스퀘어_ac" panose="020B0600000101010101" pitchFamily="50" charset="-127"/>
              </a:rPr>
            </a:br>
            <a:r>
              <a:rPr lang="en-US" altLang="ko-KR" sz="1600" dirty="0">
                <a:latin typeface="Times New Roman" pitchFamily="18" charset="0"/>
                <a:cs typeface="Times New Roman" pitchFamily="18" charset="0"/>
              </a:rPr>
              <a:t>(</a:t>
            </a:r>
            <a:r>
              <a:rPr lang="en-US" altLang="ko-KR" sz="1600" i="1" dirty="0">
                <a:latin typeface="Times New Roman" pitchFamily="18" charset="0"/>
                <a:cs typeface="Times New Roman" pitchFamily="18" charset="0"/>
              </a:rPr>
              <a:t>x</a:t>
            </a:r>
            <a:r>
              <a:rPr lang="en-US" altLang="ko-KR" sz="1600" baseline="-25000" dirty="0">
                <a:latin typeface="Times New Roman" pitchFamily="18" charset="0"/>
                <a:cs typeface="Times New Roman" pitchFamily="18" charset="0"/>
              </a:rPr>
              <a:t>1</a:t>
            </a:r>
            <a:r>
              <a:rPr lang="en-US" altLang="ko-KR" sz="1600" dirty="0">
                <a:latin typeface="Times New Roman" pitchFamily="18" charset="0"/>
                <a:cs typeface="Times New Roman" pitchFamily="18" charset="0"/>
              </a:rPr>
              <a:t>, </a:t>
            </a:r>
            <a:r>
              <a:rPr lang="en-US" altLang="ko-KR" sz="1600" i="1" dirty="0">
                <a:latin typeface="Times New Roman" pitchFamily="18" charset="0"/>
                <a:cs typeface="Times New Roman" pitchFamily="18" charset="0"/>
              </a:rPr>
              <a:t>y</a:t>
            </a:r>
            <a:r>
              <a:rPr lang="en-US" altLang="ko-KR" sz="1600" baseline="-25000" dirty="0">
                <a:latin typeface="Times New Roman" pitchFamily="18" charset="0"/>
                <a:cs typeface="Times New Roman" pitchFamily="18" charset="0"/>
              </a:rPr>
              <a:t>1</a:t>
            </a:r>
            <a:r>
              <a:rPr lang="en-US" altLang="ko-KR" sz="1600" dirty="0">
                <a:latin typeface="Times New Roman" pitchFamily="18" charset="0"/>
                <a:cs typeface="Times New Roman" pitchFamily="18" charset="0"/>
              </a:rPr>
              <a:t>)</a:t>
            </a:r>
            <a:r>
              <a:rPr lang="en-US" altLang="ko-KR" sz="1600" dirty="0"/>
              <a:t>, </a:t>
            </a:r>
            <a:r>
              <a:rPr lang="en-US" altLang="ko-KR" sz="1600" dirty="0">
                <a:latin typeface="Times New Roman" pitchFamily="18" charset="0"/>
                <a:cs typeface="Times New Roman" pitchFamily="18" charset="0"/>
              </a:rPr>
              <a:t>(</a:t>
            </a:r>
            <a:r>
              <a:rPr lang="en-US" altLang="ko-KR" sz="1600" i="1" dirty="0">
                <a:latin typeface="Times New Roman" pitchFamily="18" charset="0"/>
                <a:cs typeface="Times New Roman" pitchFamily="18" charset="0"/>
              </a:rPr>
              <a:t>x</a:t>
            </a:r>
            <a:r>
              <a:rPr lang="en-US" altLang="ko-KR" sz="1600" baseline="-25000" dirty="0">
                <a:latin typeface="Times New Roman" pitchFamily="18" charset="0"/>
                <a:cs typeface="Times New Roman" pitchFamily="18" charset="0"/>
              </a:rPr>
              <a:t>2</a:t>
            </a:r>
            <a:r>
              <a:rPr lang="en-US" altLang="ko-KR" sz="1600" dirty="0">
                <a:latin typeface="Times New Roman" pitchFamily="18" charset="0"/>
                <a:cs typeface="Times New Roman" pitchFamily="18" charset="0"/>
              </a:rPr>
              <a:t>, </a:t>
            </a:r>
            <a:r>
              <a:rPr lang="en-US" altLang="ko-KR" sz="1600" i="1" dirty="0">
                <a:latin typeface="Times New Roman" pitchFamily="18" charset="0"/>
                <a:cs typeface="Times New Roman" pitchFamily="18" charset="0"/>
              </a:rPr>
              <a:t>y</a:t>
            </a:r>
            <a:r>
              <a:rPr lang="en-US" altLang="ko-KR" sz="1600" baseline="-25000" dirty="0">
                <a:latin typeface="Times New Roman" pitchFamily="18" charset="0"/>
                <a:cs typeface="Times New Roman" pitchFamily="18" charset="0"/>
              </a:rPr>
              <a:t>2</a:t>
            </a:r>
            <a:r>
              <a:rPr lang="en-US" altLang="ko-KR" sz="1600" dirty="0">
                <a:latin typeface="Times New Roman" pitchFamily="18" charset="0"/>
                <a:cs typeface="Times New Roman" pitchFamily="18" charset="0"/>
              </a:rPr>
              <a:t>)</a:t>
            </a:r>
            <a:r>
              <a:rPr lang="en-US" altLang="ko-KR" sz="1600" dirty="0"/>
              <a:t>, </a:t>
            </a:r>
            <a:r>
              <a:rPr lang="en-US" altLang="ko-KR" sz="1600" dirty="0">
                <a:latin typeface="Times New Roman" pitchFamily="18" charset="0"/>
                <a:cs typeface="Times New Roman" pitchFamily="18" charset="0"/>
              </a:rPr>
              <a:t>(</a:t>
            </a:r>
            <a:r>
              <a:rPr lang="en-US" altLang="ko-KR" sz="1600" i="1" dirty="0">
                <a:latin typeface="Times New Roman" pitchFamily="18" charset="0"/>
                <a:cs typeface="Times New Roman" pitchFamily="18" charset="0"/>
              </a:rPr>
              <a:t>x</a:t>
            </a:r>
            <a:r>
              <a:rPr lang="en-US" altLang="ko-KR" sz="1600" baseline="-25000" dirty="0">
                <a:latin typeface="Times New Roman" pitchFamily="18" charset="0"/>
                <a:cs typeface="Times New Roman" pitchFamily="18" charset="0"/>
              </a:rPr>
              <a:t>3</a:t>
            </a:r>
            <a:r>
              <a:rPr lang="en-US" altLang="ko-KR" sz="1600" dirty="0">
                <a:latin typeface="Times New Roman" pitchFamily="18" charset="0"/>
                <a:cs typeface="Times New Roman" pitchFamily="18" charset="0"/>
              </a:rPr>
              <a:t>, </a:t>
            </a:r>
            <a:r>
              <a:rPr lang="en-US" altLang="ko-KR" sz="1600" i="1" dirty="0">
                <a:latin typeface="Times New Roman" pitchFamily="18" charset="0"/>
                <a:cs typeface="Times New Roman" pitchFamily="18" charset="0"/>
              </a:rPr>
              <a:t>y</a:t>
            </a:r>
            <a:r>
              <a:rPr lang="en-US" altLang="ko-KR" sz="1600" baseline="-25000" dirty="0">
                <a:latin typeface="Times New Roman" pitchFamily="18" charset="0"/>
                <a:cs typeface="Times New Roman" pitchFamily="18" charset="0"/>
              </a:rPr>
              <a:t>3</a:t>
            </a:r>
            <a:r>
              <a:rPr lang="en-US" altLang="ko-KR" sz="1600" dirty="0">
                <a:latin typeface="Times New Roman" pitchFamily="18" charset="0"/>
                <a:cs typeface="Times New Roman" pitchFamily="18" charset="0"/>
              </a:rPr>
              <a:t>)</a:t>
            </a:r>
            <a:endParaRPr lang="en-US" altLang="ko-KR" sz="1600" dirty="0"/>
          </a:p>
          <a:p>
            <a:pPr lvl="1" latinLnBrk="0">
              <a:defRPr/>
            </a:pPr>
            <a:endParaRPr lang="en-US" altLang="ko-KR" sz="1600" dirty="0"/>
          </a:p>
          <a:p>
            <a:pPr lvl="1" latinLnBrk="0">
              <a:defRPr/>
            </a:pPr>
            <a:r>
              <a:rPr lang="en-US" altLang="ko-KR" sz="1600" dirty="0">
                <a:latin typeface="나눔스퀘어_ac" panose="020B0600000101010101" pitchFamily="50" charset="-127"/>
                <a:ea typeface="나눔스퀘어_ac" panose="020B0600000101010101" pitchFamily="50" charset="-127"/>
              </a:rPr>
              <a:t>Objective function:</a:t>
            </a:r>
            <a:br>
              <a:rPr lang="en-US" altLang="ko-KR" sz="1600" dirty="0">
                <a:latin typeface="나눔스퀘어_ac" panose="020B0600000101010101" pitchFamily="50" charset="-127"/>
                <a:ea typeface="나눔스퀘어_ac" panose="020B0600000101010101" pitchFamily="50" charset="-127"/>
              </a:rPr>
            </a:br>
            <a:r>
              <a:rPr lang="en-US" altLang="ko-KR" sz="1600" dirty="0"/>
              <a:t> </a:t>
            </a:r>
            <a:r>
              <a:rPr lang="en-US" altLang="ko-KR" sz="1600" i="1" dirty="0">
                <a:latin typeface="Times New Roman" pitchFamily="18" charset="0"/>
                <a:cs typeface="Times New Roman" pitchFamily="18" charset="0"/>
              </a:rPr>
              <a:t>f </a:t>
            </a:r>
            <a:r>
              <a:rPr lang="en-US" altLang="ko-KR" sz="1600" dirty="0">
                <a:latin typeface="Times New Roman" pitchFamily="18" charset="0"/>
                <a:cs typeface="Times New Roman" pitchFamily="18" charset="0"/>
              </a:rPr>
              <a:t>(</a:t>
            </a:r>
            <a:r>
              <a:rPr lang="en-US" altLang="ko-KR" sz="1600" i="1" dirty="0">
                <a:latin typeface="Times New Roman" pitchFamily="18" charset="0"/>
                <a:cs typeface="Times New Roman" pitchFamily="18" charset="0"/>
              </a:rPr>
              <a:t>x</a:t>
            </a:r>
            <a:r>
              <a:rPr lang="en-US" altLang="ko-KR" sz="1600" baseline="-25000" dirty="0">
                <a:latin typeface="Times New Roman" pitchFamily="18" charset="0"/>
                <a:cs typeface="Times New Roman" pitchFamily="18" charset="0"/>
              </a:rPr>
              <a:t>1</a:t>
            </a:r>
            <a:r>
              <a:rPr lang="en-US" altLang="ko-KR" sz="1600" dirty="0">
                <a:latin typeface="Times New Roman" pitchFamily="18" charset="0"/>
                <a:cs typeface="Times New Roman" pitchFamily="18" charset="0"/>
              </a:rPr>
              <a:t>, </a:t>
            </a:r>
            <a:r>
              <a:rPr lang="en-US" altLang="ko-KR" sz="1600" i="1" dirty="0">
                <a:latin typeface="Times New Roman" pitchFamily="18" charset="0"/>
                <a:cs typeface="Times New Roman" pitchFamily="18" charset="0"/>
              </a:rPr>
              <a:t>y</a:t>
            </a:r>
            <a:r>
              <a:rPr lang="en-US" altLang="ko-KR" sz="1600" baseline="-25000" dirty="0">
                <a:latin typeface="Times New Roman" pitchFamily="18" charset="0"/>
                <a:cs typeface="Times New Roman" pitchFamily="18" charset="0"/>
              </a:rPr>
              <a:t>1</a:t>
            </a:r>
            <a:r>
              <a:rPr lang="en-US" altLang="ko-KR" sz="1600" dirty="0">
                <a:latin typeface="Times New Roman" pitchFamily="18" charset="0"/>
                <a:cs typeface="Times New Roman" pitchFamily="18" charset="0"/>
              </a:rPr>
              <a:t>,</a:t>
            </a:r>
            <a:r>
              <a:rPr lang="en-US" altLang="ko-KR" sz="1600" dirty="0"/>
              <a:t> </a:t>
            </a:r>
            <a:r>
              <a:rPr lang="en-US" altLang="ko-KR" sz="1600" i="1" dirty="0">
                <a:latin typeface="Times New Roman" pitchFamily="18" charset="0"/>
                <a:cs typeface="Times New Roman" pitchFamily="18" charset="0"/>
              </a:rPr>
              <a:t>x</a:t>
            </a:r>
            <a:r>
              <a:rPr lang="en-US" altLang="ko-KR" sz="1600" baseline="-25000" dirty="0">
                <a:latin typeface="Times New Roman" pitchFamily="18" charset="0"/>
                <a:cs typeface="Times New Roman" pitchFamily="18" charset="0"/>
              </a:rPr>
              <a:t>2</a:t>
            </a:r>
            <a:r>
              <a:rPr lang="en-US" altLang="ko-KR" sz="1600" dirty="0">
                <a:latin typeface="Times New Roman" pitchFamily="18" charset="0"/>
                <a:cs typeface="Times New Roman" pitchFamily="18" charset="0"/>
              </a:rPr>
              <a:t>, </a:t>
            </a:r>
            <a:r>
              <a:rPr lang="en-US" altLang="ko-KR" sz="1600" i="1" dirty="0">
                <a:latin typeface="Times New Roman" pitchFamily="18" charset="0"/>
                <a:cs typeface="Times New Roman" pitchFamily="18" charset="0"/>
              </a:rPr>
              <a:t>y</a:t>
            </a:r>
            <a:r>
              <a:rPr lang="en-US" altLang="ko-KR" sz="1600" baseline="-25000" dirty="0">
                <a:latin typeface="Times New Roman" pitchFamily="18" charset="0"/>
                <a:cs typeface="Times New Roman" pitchFamily="18" charset="0"/>
              </a:rPr>
              <a:t>2</a:t>
            </a:r>
            <a:r>
              <a:rPr lang="en-US" altLang="ko-KR" sz="1600" dirty="0">
                <a:latin typeface="Times New Roman" pitchFamily="18" charset="0"/>
                <a:cs typeface="Times New Roman" pitchFamily="18" charset="0"/>
              </a:rPr>
              <a:t>,</a:t>
            </a:r>
            <a:r>
              <a:rPr lang="en-US" altLang="ko-KR" sz="1600" dirty="0"/>
              <a:t> </a:t>
            </a:r>
            <a:r>
              <a:rPr lang="en-US" altLang="ko-KR" sz="1600" i="1" dirty="0">
                <a:latin typeface="Times New Roman" pitchFamily="18" charset="0"/>
                <a:cs typeface="Times New Roman" pitchFamily="18" charset="0"/>
              </a:rPr>
              <a:t>x</a:t>
            </a:r>
            <a:r>
              <a:rPr lang="en-US" altLang="ko-KR" sz="1600" baseline="-25000" dirty="0">
                <a:latin typeface="Times New Roman" pitchFamily="18" charset="0"/>
                <a:cs typeface="Times New Roman" pitchFamily="18" charset="0"/>
              </a:rPr>
              <a:t>3</a:t>
            </a:r>
            <a:r>
              <a:rPr lang="en-US" altLang="ko-KR" sz="1600" dirty="0">
                <a:latin typeface="Times New Roman" pitchFamily="18" charset="0"/>
                <a:cs typeface="Times New Roman" pitchFamily="18" charset="0"/>
              </a:rPr>
              <a:t>, </a:t>
            </a:r>
            <a:r>
              <a:rPr lang="en-US" altLang="ko-KR" sz="1600" i="1" dirty="0">
                <a:latin typeface="Times New Roman" pitchFamily="18" charset="0"/>
                <a:cs typeface="Times New Roman" pitchFamily="18" charset="0"/>
              </a:rPr>
              <a:t>y</a:t>
            </a:r>
            <a:r>
              <a:rPr lang="en-US" altLang="ko-KR" sz="1600" baseline="-25000" dirty="0">
                <a:latin typeface="Times New Roman" pitchFamily="18" charset="0"/>
                <a:cs typeface="Times New Roman" pitchFamily="18" charset="0"/>
              </a:rPr>
              <a:t>3</a:t>
            </a:r>
            <a:r>
              <a:rPr lang="en-US" altLang="ko-KR" sz="1600" dirty="0">
                <a:latin typeface="Times New Roman" pitchFamily="18" charset="0"/>
                <a:cs typeface="Times New Roman" pitchFamily="18" charset="0"/>
              </a:rPr>
              <a:t>)</a:t>
            </a:r>
            <a:r>
              <a:rPr lang="en-US" altLang="ko-KR" sz="1600" dirty="0"/>
              <a:t> </a:t>
            </a:r>
            <a:r>
              <a:rPr lang="en-US" altLang="ko-KR" sz="1600" dirty="0">
                <a:latin typeface="Times New Roman" pitchFamily="18" charset="0"/>
                <a:cs typeface="Times New Roman" pitchFamily="18" charset="0"/>
              </a:rPr>
              <a:t>= </a:t>
            </a:r>
            <a:r>
              <a:rPr lang="en-US" altLang="ko-KR" sz="1600" dirty="0">
                <a:latin typeface="나눔스퀘어_ac" panose="020B0600000101010101" pitchFamily="50" charset="-127"/>
                <a:ea typeface="나눔스퀘어_ac" panose="020B0600000101010101" pitchFamily="50" charset="-127"/>
                <a:cs typeface="Times New Roman" pitchFamily="18" charset="0"/>
              </a:rPr>
              <a:t>Sum of distances from all cities to the nearest airport </a:t>
            </a:r>
            <a:r>
              <a:rPr lang="en-US" altLang="ko-KR" sz="1600" dirty="0">
                <a:latin typeface="나눔스퀘어_ac" panose="020B0600000101010101" pitchFamily="50" charset="-127"/>
                <a:ea typeface="나눔스퀘어_ac" panose="020B0600000101010101" pitchFamily="50" charset="-127"/>
                <a:cs typeface="Times New Roman" pitchFamily="18" charset="0"/>
                <a:sym typeface="Wingdings" panose="05000000000000000000" pitchFamily="2" charset="2"/>
              </a:rPr>
              <a:t> </a:t>
            </a:r>
            <a:r>
              <a:rPr lang="en-US" altLang="ko-KR" sz="1600" dirty="0">
                <a:latin typeface="나눔스퀘어_ac" panose="020B0600000101010101" pitchFamily="50" charset="-127"/>
                <a:ea typeface="나눔스퀘어_ac" panose="020B0600000101010101" pitchFamily="50" charset="-127"/>
                <a:cs typeface="Times New Roman" pitchFamily="18" charset="0"/>
              </a:rPr>
              <a:t>Minimize </a:t>
            </a:r>
            <a:r>
              <a:rPr lang="en-US" altLang="ko-KR" sz="1600" i="1" dirty="0">
                <a:latin typeface="Times New Roman" pitchFamily="18" charset="0"/>
                <a:cs typeface="Times New Roman" pitchFamily="18" charset="0"/>
              </a:rPr>
              <a:t>f</a:t>
            </a:r>
            <a:r>
              <a:rPr lang="en-US" altLang="ko-KR" sz="1600" dirty="0">
                <a:latin typeface="나눔스퀘어_ac" panose="020B0600000101010101" pitchFamily="50" charset="-127"/>
                <a:ea typeface="나눔스퀘어_ac" panose="020B0600000101010101" pitchFamily="50" charset="-127"/>
                <a:cs typeface="Times New Roman" pitchFamily="18" charset="0"/>
              </a:rPr>
              <a:t> (minimization problem)</a:t>
            </a:r>
            <a:endParaRPr lang="en-US" altLang="ko-KR" sz="1600" dirty="0">
              <a:latin typeface="나눔스퀘어_ac" panose="020B0600000101010101" pitchFamily="50" charset="-127"/>
              <a:ea typeface="나눔스퀘어_ac" panose="020B0600000101010101" pitchFamily="50" charset="-127"/>
            </a:endParaRPr>
          </a:p>
          <a:p>
            <a:pPr marL="611338" lvl="1" indent="-287338" latinLnBrk="0">
              <a:defRPr/>
            </a:pPr>
            <a:endParaRPr lang="en-US" altLang="ko-KR" sz="1600" dirty="0"/>
          </a:p>
          <a:p>
            <a:pPr marL="611338" lvl="1" indent="-287338" latinLnBrk="0">
              <a:defRPr/>
            </a:pPr>
            <a:r>
              <a:rPr lang="en-US" altLang="ko-KR" sz="1600" dirty="0">
                <a:latin typeface="나눔스퀘어_ac" panose="020B0600000101010101" pitchFamily="50" charset="-127"/>
                <a:ea typeface="나눔스퀘어_ac" panose="020B0600000101010101" pitchFamily="50" charset="-127"/>
              </a:rPr>
              <a:t>Hill-Climbing Search Method</a:t>
            </a:r>
          </a:p>
          <a:p>
            <a:pPr marL="899338" lvl="2" indent="-287338" latinLnBrk="0">
              <a:defRPr/>
            </a:pPr>
            <a:r>
              <a:rPr lang="en-US" altLang="ko-KR" sz="1600" dirty="0">
                <a:latin typeface="나눔스퀘어_ac" panose="020B0600000101010101" pitchFamily="50" charset="-127"/>
                <a:ea typeface="나눔스퀘어_ac" panose="020B0600000101010101" pitchFamily="50" charset="-127"/>
              </a:rPr>
              <a:t>Randomly select initial locations for the 3 airports</a:t>
            </a:r>
          </a:p>
          <a:p>
            <a:pPr marL="899338" lvl="2" indent="-287338" latinLnBrk="0">
              <a:defRPr/>
            </a:pPr>
            <a:r>
              <a:rPr lang="en-US" altLang="ko-KR" sz="1600" dirty="0">
                <a:latin typeface="나눔스퀘어_ac" panose="020B0600000101010101" pitchFamily="50" charset="-127"/>
                <a:ea typeface="나눔스퀘어_ac" panose="020B0600000101010101" pitchFamily="50" charset="-127"/>
              </a:rPr>
              <a:t>Slightly move airport locations to select candidate areas (= find neighbor/adjacent solutions)</a:t>
            </a:r>
            <a:r>
              <a:rPr lang="ko-KR" altLang="en-US" sz="1600" dirty="0">
                <a:latin typeface="나눔스퀘어_ac" panose="020B0600000101010101" pitchFamily="50" charset="-127"/>
                <a:ea typeface="나눔스퀘어_ac" panose="020B0600000101010101" pitchFamily="50" charset="-127"/>
              </a:rPr>
              <a:t> </a:t>
            </a:r>
            <a:r>
              <a:rPr lang="en-US" altLang="ko-KR" sz="1600" dirty="0">
                <a:latin typeface="나눔스퀘어_ac" panose="020B0600000101010101" pitchFamily="50" charset="-127"/>
                <a:ea typeface="나눔스퀘어_ac" panose="020B0600000101010101" pitchFamily="50" charset="-127"/>
                <a:sym typeface="Wingdings" panose="05000000000000000000" pitchFamily="2" charset="2"/>
              </a:rPr>
              <a:t></a:t>
            </a:r>
            <a:r>
              <a:rPr lang="en-US" altLang="ko-KR" sz="1600" dirty="0">
                <a:latin typeface="나눔스퀘어_ac" panose="020B0600000101010101" pitchFamily="50" charset="-127"/>
                <a:ea typeface="나눔스퀘어_ac" panose="020B0600000101010101" pitchFamily="50" charset="-127"/>
              </a:rPr>
              <a:t> </a:t>
            </a:r>
            <a:r>
              <a:rPr lang="en-US" sz="1600" dirty="0">
                <a:latin typeface="+mn-lt"/>
              </a:rPr>
              <a:t>Check if objective function increases or decreases</a:t>
            </a:r>
            <a:r>
              <a:rPr lang="en-US" sz="1600" dirty="0"/>
              <a:t> </a:t>
            </a:r>
            <a:r>
              <a:rPr lang="en-US" altLang="ko-KR" sz="1600" dirty="0">
                <a:latin typeface="나눔스퀘어_ac" panose="020B0600000101010101" pitchFamily="50" charset="-127"/>
                <a:ea typeface="나눔스퀘어_ac" panose="020B0600000101010101" pitchFamily="50" charset="-127"/>
                <a:sym typeface="Wingdings" panose="05000000000000000000" pitchFamily="2" charset="2"/>
              </a:rPr>
              <a:t></a:t>
            </a:r>
            <a:r>
              <a:rPr lang="en-US" altLang="ko-KR" sz="1600" dirty="0">
                <a:latin typeface="나눔스퀘어_ac" panose="020B0600000101010101" pitchFamily="50" charset="-127"/>
                <a:ea typeface="나눔스퀘어_ac" panose="020B0600000101010101" pitchFamily="50" charset="-127"/>
              </a:rPr>
              <a:t> Repeat process of moving to better airport location</a:t>
            </a:r>
          </a:p>
          <a:p>
            <a:pPr marL="287338" indent="-287338" latinLnBrk="0">
              <a:defRPr/>
            </a:pPr>
            <a:endParaRPr lang="en-US" altLang="ko-KR" sz="1800" dirty="0"/>
          </a:p>
        </p:txBody>
      </p:sp>
      <p:sp>
        <p:nvSpPr>
          <p:cNvPr id="20483" name="Rectangle 2">
            <a:extLst>
              <a:ext uri="{FF2B5EF4-FFF2-40B4-BE49-F238E27FC236}">
                <a16:creationId xmlns:a16="http://schemas.microsoft.com/office/drawing/2014/main" id="{FD3E810F-A205-4830-9025-90A9D112BAC3}"/>
              </a:ext>
            </a:extLst>
          </p:cNvPr>
          <p:cNvSpPr>
            <a:spLocks noGrp="1" noChangeArrowheads="1"/>
          </p:cNvSpPr>
          <p:nvPr>
            <p:ph type="title"/>
          </p:nvPr>
        </p:nvSpPr>
        <p:spPr>
          <a:xfrm>
            <a:off x="457200" y="274638"/>
            <a:ext cx="8229600" cy="633412"/>
          </a:xfrm>
        </p:spPr>
        <p:txBody>
          <a:bodyPr/>
          <a:lstStyle/>
          <a:p>
            <a:r>
              <a:rPr lang="en-US" altLang="en-US" sz="2400">
                <a:solidFill>
                  <a:srgbClr val="D7ADD9"/>
                </a:solidFill>
              </a:rPr>
              <a:t>Hill-Climbing Search</a:t>
            </a:r>
            <a:endParaRPr lang="en-US" altLang="ko-KR" sz="2400">
              <a:solidFill>
                <a:srgbClr val="D7ADD9"/>
              </a:solidFill>
            </a:endParaRPr>
          </a:p>
        </p:txBody>
      </p:sp>
      <p:sp>
        <p:nvSpPr>
          <p:cNvPr id="18434" name="바닥글 개체 틀 4">
            <a:extLst>
              <a:ext uri="{FF2B5EF4-FFF2-40B4-BE49-F238E27FC236}">
                <a16:creationId xmlns:a16="http://schemas.microsoft.com/office/drawing/2014/main" id="{8DDE5533-5A1E-43F4-8603-9F0FF915BE91}"/>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0485" name="슬라이드 번호 개체 틀 1">
            <a:extLst>
              <a:ext uri="{FF2B5EF4-FFF2-40B4-BE49-F238E27FC236}">
                <a16:creationId xmlns:a16="http://schemas.microsoft.com/office/drawing/2014/main" id="{16936B94-28C5-4D5F-9E0A-FA7E96AFCDF5}"/>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4ED0266B-49E5-4ECE-950B-009D3B0DD40B}" type="slidenum">
              <a:rPr lang="ko-KR" altLang="en-US" sz="1200">
                <a:solidFill>
                  <a:srgbClr val="898989"/>
                </a:solidFill>
                <a:latin typeface="Book Antiqua" panose="02040602050305030304" pitchFamily="18" charset="0"/>
              </a:rPr>
              <a:pPr>
                <a:lnSpc>
                  <a:spcPct val="100000"/>
                </a:lnSpc>
                <a:spcBef>
                  <a:spcPct val="0"/>
                </a:spcBef>
                <a:buFontTx/>
                <a:buNone/>
              </a:pPr>
              <a:t>12</a:t>
            </a:fld>
            <a:endParaRPr lang="en-US" altLang="ko-KR" sz="1200">
              <a:solidFill>
                <a:srgbClr val="898989"/>
              </a:solidFill>
              <a:latin typeface="Book Antiqua" panose="0204060205030503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EE14CD3F-5AF6-4159-AB42-F558B194A3F7}"/>
              </a:ext>
            </a:extLst>
          </p:cNvPr>
          <p:cNvSpPr>
            <a:spLocks noGrp="1" noChangeAspect="1" noChangeArrowheads="1"/>
          </p:cNvSpPr>
          <p:nvPr>
            <p:ph idx="1"/>
          </p:nvPr>
        </p:nvSpPr>
        <p:spPr>
          <a:xfrm>
            <a:off x="457200" y="981075"/>
            <a:ext cx="8229600" cy="5256213"/>
          </a:xfrm>
        </p:spPr>
        <p:txBody>
          <a:bodyPr/>
          <a:lstStyle/>
          <a:p>
            <a:pPr eaLnBrk="1" hangingPunct="1">
              <a:defRPr/>
            </a:pPr>
            <a:r>
              <a:rPr lang="en-US" altLang="ko-KR" sz="1800" dirty="0">
                <a:latin typeface="나눔스퀘어_ac" panose="020B0600000101010101" pitchFamily="50" charset="-127"/>
                <a:ea typeface="나눔스퀘어_ac" panose="020B0600000101010101" pitchFamily="50" charset="-127"/>
              </a:rPr>
              <a:t>Drawback: often gets stuck to </a:t>
            </a:r>
            <a:r>
              <a:rPr lang="en-US" altLang="ko-KR" sz="1800" dirty="0">
                <a:solidFill>
                  <a:srgbClr val="990033"/>
                </a:solidFill>
                <a:latin typeface="나눔스퀘어_ac" panose="020B0600000101010101" pitchFamily="50" charset="-127"/>
                <a:ea typeface="나눔스퀘어_ac" panose="020B0600000101010101" pitchFamily="50" charset="-127"/>
              </a:rPr>
              <a:t>local maxima</a:t>
            </a:r>
            <a:r>
              <a:rPr lang="en-US" altLang="ko-KR" sz="1800" dirty="0">
                <a:latin typeface="나눔스퀘어_ac" panose="020B0600000101010101" pitchFamily="50" charset="-127"/>
                <a:ea typeface="나눔스퀘어_ac" panose="020B0600000101010101" pitchFamily="50" charset="-127"/>
              </a:rPr>
              <a:t> due to greediness</a:t>
            </a:r>
          </a:p>
          <a:p>
            <a:pPr lvl="1" eaLnBrk="1" hangingPunct="1">
              <a:defRPr/>
            </a:pPr>
            <a:r>
              <a:rPr lang="en-US" altLang="ko-KR" sz="1600" dirty="0">
                <a:latin typeface="나눔스퀘어_ac" panose="020B0600000101010101" pitchFamily="50" charset="-127"/>
                <a:ea typeface="나눔스퀘어_ac" panose="020B0600000101010101" pitchFamily="50" charset="-127"/>
              </a:rPr>
              <a:t>Moves to the seemingly best state by only considering nearby neighboring points (= greedy approach)</a:t>
            </a:r>
          </a:p>
          <a:p>
            <a:pPr lvl="1" eaLnBrk="1" hangingPunct="1">
              <a:defRPr/>
            </a:pPr>
            <a:r>
              <a:rPr lang="en-US" altLang="ko-KR" sz="1600" dirty="0">
                <a:latin typeface="나눔스퀘어_ac" panose="020B0600000101010101" pitchFamily="50" charset="-127"/>
                <a:ea typeface="나눔스퀘어_ac" panose="020B0600000101010101" pitchFamily="50" charset="-127"/>
              </a:rPr>
              <a:t>Applying Hill-Climbing to the graph below, it immediately returns after reaching a local maximum (no better solutions nearby), failing to reach the actual optimal point (global maximum)</a:t>
            </a:r>
            <a:endParaRPr lang="en-US" altLang="ko-KR" sz="1800" dirty="0"/>
          </a:p>
        </p:txBody>
      </p:sp>
      <p:sp>
        <p:nvSpPr>
          <p:cNvPr id="21507" name="Rectangle 2">
            <a:extLst>
              <a:ext uri="{FF2B5EF4-FFF2-40B4-BE49-F238E27FC236}">
                <a16:creationId xmlns:a16="http://schemas.microsoft.com/office/drawing/2014/main" id="{37A0D187-AD94-4E45-A669-82D5079420BF}"/>
              </a:ext>
            </a:extLst>
          </p:cNvPr>
          <p:cNvSpPr>
            <a:spLocks noGrp="1" noChangeArrowheads="1"/>
          </p:cNvSpPr>
          <p:nvPr>
            <p:ph type="title"/>
          </p:nvPr>
        </p:nvSpPr>
        <p:spPr>
          <a:xfrm>
            <a:off x="457200" y="274638"/>
            <a:ext cx="8229600" cy="633412"/>
          </a:xfrm>
        </p:spPr>
        <p:txBody>
          <a:bodyPr/>
          <a:lstStyle/>
          <a:p>
            <a:r>
              <a:rPr lang="en-US" altLang="en-US" sz="2400">
                <a:solidFill>
                  <a:srgbClr val="D7ADD9"/>
                </a:solidFill>
              </a:rPr>
              <a:t>Hill-Climbing Search</a:t>
            </a:r>
            <a:endParaRPr lang="en-US" altLang="ko-KR" sz="2400">
              <a:solidFill>
                <a:srgbClr val="D7ADD9"/>
              </a:solidFill>
            </a:endParaRPr>
          </a:p>
        </p:txBody>
      </p:sp>
      <p:sp>
        <p:nvSpPr>
          <p:cNvPr id="18434" name="바닥글 개체 틀 4">
            <a:extLst>
              <a:ext uri="{FF2B5EF4-FFF2-40B4-BE49-F238E27FC236}">
                <a16:creationId xmlns:a16="http://schemas.microsoft.com/office/drawing/2014/main" id="{00F5AF10-6CA7-4174-AF8B-DE0803A778AB}"/>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1509" name="슬라이드 번호 개체 틀 1">
            <a:extLst>
              <a:ext uri="{FF2B5EF4-FFF2-40B4-BE49-F238E27FC236}">
                <a16:creationId xmlns:a16="http://schemas.microsoft.com/office/drawing/2014/main" id="{1E7403B7-8045-425D-918B-6B7ADFA6C49B}"/>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9DC6A222-BB2E-4E73-B722-937219A8D22F}" type="slidenum">
              <a:rPr lang="ko-KR" altLang="en-US" sz="1200">
                <a:solidFill>
                  <a:srgbClr val="898989"/>
                </a:solidFill>
                <a:latin typeface="Book Antiqua" panose="02040602050305030304" pitchFamily="18" charset="0"/>
              </a:rPr>
              <a:pPr>
                <a:lnSpc>
                  <a:spcPct val="100000"/>
                </a:lnSpc>
                <a:spcBef>
                  <a:spcPct val="0"/>
                </a:spcBef>
                <a:buFontTx/>
                <a:buNone/>
              </a:pPr>
              <a:t>13</a:t>
            </a:fld>
            <a:endParaRPr lang="en-US" altLang="ko-KR" sz="1200">
              <a:solidFill>
                <a:srgbClr val="898989"/>
              </a:solidFill>
              <a:latin typeface="Book Antiqua" panose="02040602050305030304" pitchFamily="18" charset="0"/>
            </a:endParaRPr>
          </a:p>
        </p:txBody>
      </p:sp>
      <p:pic>
        <p:nvPicPr>
          <p:cNvPr id="7" name="Picture 2">
            <a:extLst>
              <a:ext uri="{FF2B5EF4-FFF2-40B4-BE49-F238E27FC236}">
                <a16:creationId xmlns:a16="http://schemas.microsoft.com/office/drawing/2014/main" id="{B4A38770-31B1-4DFF-B240-0CACEEA69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647" y="2958231"/>
            <a:ext cx="6190706" cy="3495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EE14CD3F-5AF6-4159-AB42-F558B194A3F7}"/>
              </a:ext>
            </a:extLst>
          </p:cNvPr>
          <p:cNvSpPr>
            <a:spLocks noGrp="1" noChangeAspect="1" noChangeArrowheads="1"/>
          </p:cNvSpPr>
          <p:nvPr>
            <p:ph idx="1"/>
          </p:nvPr>
        </p:nvSpPr>
        <p:spPr>
          <a:xfrm>
            <a:off x="457200" y="981075"/>
            <a:ext cx="8229600" cy="5256213"/>
          </a:xfrm>
        </p:spPr>
        <p:txBody>
          <a:bodyPr/>
          <a:lstStyle/>
          <a:p>
            <a:pPr eaLnBrk="1" latinLnBrk="0" hangingPunct="1">
              <a:defRPr/>
            </a:pPr>
            <a:r>
              <a:rPr lang="en-US" altLang="ko-KR" sz="1800" dirty="0">
                <a:latin typeface="나눔스퀘어_ac" panose="020B0600000101010101" pitchFamily="50" charset="-127"/>
                <a:ea typeface="나눔스퀘어_ac" panose="020B0600000101010101" pitchFamily="50" charset="-127"/>
              </a:rPr>
              <a:t>Drawback: often gets stuck to </a:t>
            </a:r>
            <a:r>
              <a:rPr lang="en-US" altLang="ko-KR" sz="1800" dirty="0">
                <a:solidFill>
                  <a:srgbClr val="990033"/>
                </a:solidFill>
                <a:latin typeface="나눔스퀘어_ac" panose="020B0600000101010101" pitchFamily="50" charset="-127"/>
                <a:ea typeface="나눔스퀘어_ac" panose="020B0600000101010101" pitchFamily="50" charset="-127"/>
              </a:rPr>
              <a:t>local maxima</a:t>
            </a:r>
            <a:r>
              <a:rPr lang="en-US" altLang="ko-KR" sz="1800" dirty="0">
                <a:latin typeface="나눔스퀘어_ac" panose="020B0600000101010101" pitchFamily="50" charset="-127"/>
                <a:ea typeface="나눔스퀘어_ac" panose="020B0600000101010101" pitchFamily="50" charset="-127"/>
              </a:rPr>
              <a:t> due to greediness</a:t>
            </a:r>
          </a:p>
          <a:p>
            <a:pPr eaLnBrk="1" latinLnBrk="0" hangingPunct="1">
              <a:defRPr/>
            </a:pPr>
            <a:r>
              <a:rPr lang="en-US" altLang="ko-KR" sz="1800" dirty="0"/>
              <a:t>Possible solutions</a:t>
            </a:r>
            <a:r>
              <a:rPr lang="en-US" altLang="ko-KR" sz="1400" dirty="0"/>
              <a:t> (</a:t>
            </a:r>
            <a:r>
              <a:rPr lang="en-US" sz="1400" dirty="0"/>
              <a:t>Ways to overcome the drawback of getting stuck at </a:t>
            </a:r>
            <a:r>
              <a:rPr lang="en-US" sz="1400" i="1" dirty="0"/>
              <a:t>local max</a:t>
            </a:r>
            <a:r>
              <a:rPr lang="en-US" altLang="ko-KR" sz="1400" dirty="0"/>
              <a:t>)</a:t>
            </a:r>
            <a:r>
              <a:rPr lang="en-US" altLang="ko-KR" sz="1800" dirty="0"/>
              <a:t>:</a:t>
            </a:r>
          </a:p>
          <a:p>
            <a:pPr lvl="1" eaLnBrk="1" latinLnBrk="0" hangingPunct="1">
              <a:defRPr/>
            </a:pPr>
            <a:r>
              <a:rPr lang="en-US" altLang="ko-KR" sz="1600" dirty="0">
                <a:latin typeface="나눔스퀘어_ac" panose="020B0600000101010101" pitchFamily="50" charset="-127"/>
                <a:ea typeface="나눔스퀘어_ac" panose="020B0600000101010101" pitchFamily="50" charset="-127"/>
              </a:rPr>
              <a:t>key</a:t>
            </a:r>
            <a:r>
              <a:rPr lang="ko-KR" altLang="en-US" sz="1600" dirty="0">
                <a:latin typeface="나눔스퀘어_ac" panose="020B0600000101010101" pitchFamily="50" charset="-127"/>
                <a:ea typeface="나눔스퀘어_ac" panose="020B0600000101010101" pitchFamily="50" charset="-127"/>
              </a:rPr>
              <a:t> </a:t>
            </a:r>
            <a:r>
              <a:rPr lang="en-US" altLang="ko-KR" sz="1600" dirty="0">
                <a:latin typeface="나눔스퀘어_ac" panose="020B0600000101010101" pitchFamily="50" charset="-127"/>
                <a:ea typeface="나눔스퀘어_ac" panose="020B0600000101010101" pitchFamily="50" charset="-127"/>
              </a:rPr>
              <a:t>idea: </a:t>
            </a:r>
            <a:r>
              <a:rPr lang="en-US" sz="1600" dirty="0"/>
              <a:t>Don't necessarily choose a point just because it looks good immediately</a:t>
            </a:r>
            <a:r>
              <a:rPr lang="en-US" altLang="ko-KR" sz="1600" dirty="0">
                <a:latin typeface="나눔스퀘어_ac" panose="020B0600000101010101" pitchFamily="50" charset="-127"/>
                <a:ea typeface="나눔스퀘어_ac" panose="020B0600000101010101" pitchFamily="50" charset="-127"/>
              </a:rPr>
              <a:t>!</a:t>
            </a:r>
          </a:p>
          <a:p>
            <a:pPr lvl="1" eaLnBrk="1" latinLnBrk="0" hangingPunct="1">
              <a:defRPr/>
            </a:pPr>
            <a:r>
              <a:rPr lang="en-US" altLang="ko-KR" sz="1600" dirty="0">
                <a:solidFill>
                  <a:srgbClr val="990033"/>
                </a:solidFill>
              </a:rPr>
              <a:t>Stochastic hill climbing</a:t>
            </a:r>
            <a:r>
              <a:rPr lang="en-US" altLang="ko-KR" sz="1600" dirty="0"/>
              <a:t>:</a:t>
            </a:r>
          </a:p>
          <a:p>
            <a:pPr lvl="2" eaLnBrk="1" latinLnBrk="0" hangingPunct="1">
              <a:defRPr/>
            </a:pPr>
            <a:r>
              <a:rPr lang="en-US" altLang="ko-KR" sz="1400" dirty="0"/>
              <a:t>Chooses at random among the uphill moves with probability proportional to steepness </a:t>
            </a:r>
          </a:p>
          <a:p>
            <a:pPr lvl="2" eaLnBrk="1" latinLnBrk="0" hangingPunct="1">
              <a:defRPr/>
            </a:pPr>
            <a:r>
              <a:rPr lang="en-US" sz="1400" dirty="0"/>
              <a:t>Assigns probability to each candidate state/solution proportional to its steepness (gradient), and selects one based on this </a:t>
            </a:r>
            <a:r>
              <a:rPr lang="en-US" sz="1400" u="sng" dirty="0"/>
              <a:t>probability</a:t>
            </a:r>
            <a:r>
              <a:rPr lang="en-US" sz="1400" dirty="0"/>
              <a:t>.</a:t>
            </a:r>
            <a:endParaRPr lang="en-US" altLang="ko-KR" sz="1400" dirty="0">
              <a:latin typeface="나눔스퀘어_ac" panose="020B0600000101010101" pitchFamily="50" charset="-127"/>
              <a:ea typeface="나눔스퀘어_ac" panose="020B0600000101010101" pitchFamily="50" charset="-127"/>
            </a:endParaRPr>
          </a:p>
          <a:p>
            <a:pPr lvl="1" eaLnBrk="1" latinLnBrk="0" hangingPunct="1">
              <a:defRPr/>
            </a:pPr>
            <a:r>
              <a:rPr lang="en-US" altLang="ko-KR" sz="1600" dirty="0">
                <a:solidFill>
                  <a:srgbClr val="990033"/>
                </a:solidFill>
              </a:rPr>
              <a:t>First-choice </a:t>
            </a:r>
            <a:r>
              <a:rPr lang="en-US" altLang="ko-KR" sz="1600" dirty="0">
                <a:solidFill>
                  <a:srgbClr val="0033CC"/>
                </a:solidFill>
              </a:rPr>
              <a:t>(simple)</a:t>
            </a:r>
            <a:r>
              <a:rPr lang="en-US" altLang="ko-KR" sz="1600" dirty="0">
                <a:solidFill>
                  <a:srgbClr val="990033"/>
                </a:solidFill>
              </a:rPr>
              <a:t> hill climbing</a:t>
            </a:r>
            <a:r>
              <a:rPr lang="en-US" altLang="ko-KR" sz="1600" dirty="0"/>
              <a:t>:</a:t>
            </a:r>
          </a:p>
          <a:p>
            <a:pPr lvl="2" eaLnBrk="1" latinLnBrk="0" hangingPunct="1">
              <a:defRPr/>
            </a:pPr>
            <a:r>
              <a:rPr lang="en-US" altLang="ko-KR" sz="1400" dirty="0"/>
              <a:t>Generates successors randomly until one is found that is better than the current state</a:t>
            </a:r>
          </a:p>
          <a:p>
            <a:pPr lvl="2" eaLnBrk="1" latinLnBrk="0" hangingPunct="1">
              <a:defRPr/>
            </a:pPr>
            <a:r>
              <a:rPr lang="en-US" sz="1400" dirty="0"/>
              <a:t>Selects candidate states randomly and </a:t>
            </a:r>
            <a:r>
              <a:rPr lang="en-US" sz="1400" u="sng" dirty="0"/>
              <a:t>chooses the first one </a:t>
            </a:r>
            <a:r>
              <a:rPr lang="en-US" sz="1400" dirty="0"/>
              <a:t>that is better than the current state (simple calculation)</a:t>
            </a:r>
            <a:endParaRPr lang="en-US" altLang="ko-KR" sz="1400" dirty="0">
              <a:latin typeface="나눔스퀘어_ac" panose="020B0600000101010101" pitchFamily="50" charset="-127"/>
              <a:ea typeface="나눔스퀘어_ac" panose="020B0600000101010101" pitchFamily="50" charset="-127"/>
            </a:endParaRPr>
          </a:p>
          <a:p>
            <a:pPr lvl="1" eaLnBrk="1" latinLnBrk="0" hangingPunct="1">
              <a:defRPr/>
            </a:pPr>
            <a:r>
              <a:rPr lang="en-US" altLang="ko-KR" sz="1600" dirty="0">
                <a:solidFill>
                  <a:srgbClr val="990033"/>
                </a:solidFill>
              </a:rPr>
              <a:t>Random-restart hill climbing</a:t>
            </a:r>
            <a:r>
              <a:rPr lang="en-US" altLang="ko-KR" sz="1600" dirty="0"/>
              <a:t>:</a:t>
            </a:r>
          </a:p>
          <a:p>
            <a:pPr lvl="2" eaLnBrk="1" latinLnBrk="0" hangingPunct="1">
              <a:defRPr/>
            </a:pPr>
            <a:r>
              <a:rPr lang="en-US" altLang="ko-KR" sz="1400" dirty="0"/>
              <a:t>Conducts a series of hill-climbing searches </a:t>
            </a:r>
            <a:r>
              <a:rPr lang="en-US" altLang="ko-KR" sz="1400" u="sng" dirty="0"/>
              <a:t>from randomly generated initial states</a:t>
            </a:r>
          </a:p>
          <a:p>
            <a:pPr lvl="2" eaLnBrk="1" latinLnBrk="0" hangingPunct="1">
              <a:defRPr/>
            </a:pPr>
            <a:r>
              <a:rPr lang="en-US" sz="1400" dirty="0"/>
              <a:t>Repeats hill-climbing multiple times by varying the starting point (initial state), and selects the best solution among them</a:t>
            </a:r>
          </a:p>
          <a:p>
            <a:pPr lvl="2" eaLnBrk="1" latinLnBrk="0" hangingPunct="1">
              <a:defRPr/>
            </a:pPr>
            <a:endParaRPr lang="en-US" altLang="ko-KR" sz="1400" dirty="0"/>
          </a:p>
          <a:p>
            <a:pPr lvl="1" eaLnBrk="1" latinLnBrk="0" hangingPunct="1">
              <a:defRPr/>
            </a:pPr>
            <a:r>
              <a:rPr lang="en-US" sz="1400" dirty="0"/>
              <a:t>Note: Even using the above techniques may not guaranteed to find the global maximum.</a:t>
            </a:r>
            <a:endParaRPr lang="en-US" altLang="ko-KR" sz="1400" dirty="0">
              <a:latin typeface="나눔스퀘어_ac" panose="020B0600000101010101" pitchFamily="50" charset="-127"/>
              <a:ea typeface="나눔스퀘어_ac" panose="020B0600000101010101" pitchFamily="50" charset="-127"/>
            </a:endParaRPr>
          </a:p>
          <a:p>
            <a:pPr marL="287338" indent="-287338" latinLnBrk="0">
              <a:defRPr/>
            </a:pPr>
            <a:endParaRPr lang="en-US" altLang="ko-KR" sz="1800" dirty="0"/>
          </a:p>
        </p:txBody>
      </p:sp>
      <p:sp>
        <p:nvSpPr>
          <p:cNvPr id="21507" name="Rectangle 2">
            <a:extLst>
              <a:ext uri="{FF2B5EF4-FFF2-40B4-BE49-F238E27FC236}">
                <a16:creationId xmlns:a16="http://schemas.microsoft.com/office/drawing/2014/main" id="{37A0D187-AD94-4E45-A669-82D5079420BF}"/>
              </a:ext>
            </a:extLst>
          </p:cNvPr>
          <p:cNvSpPr>
            <a:spLocks noGrp="1" noChangeArrowheads="1"/>
          </p:cNvSpPr>
          <p:nvPr>
            <p:ph type="title"/>
          </p:nvPr>
        </p:nvSpPr>
        <p:spPr>
          <a:xfrm>
            <a:off x="457200" y="274638"/>
            <a:ext cx="8229600" cy="633412"/>
          </a:xfrm>
        </p:spPr>
        <p:txBody>
          <a:bodyPr/>
          <a:lstStyle/>
          <a:p>
            <a:r>
              <a:rPr lang="en-US" altLang="en-US" sz="2400">
                <a:solidFill>
                  <a:srgbClr val="D7ADD9"/>
                </a:solidFill>
              </a:rPr>
              <a:t>Hill-Climbing Search</a:t>
            </a:r>
            <a:endParaRPr lang="en-US" altLang="ko-KR" sz="2400">
              <a:solidFill>
                <a:srgbClr val="D7ADD9"/>
              </a:solidFill>
            </a:endParaRPr>
          </a:p>
        </p:txBody>
      </p:sp>
      <p:sp>
        <p:nvSpPr>
          <p:cNvPr id="18434" name="바닥글 개체 틀 4">
            <a:extLst>
              <a:ext uri="{FF2B5EF4-FFF2-40B4-BE49-F238E27FC236}">
                <a16:creationId xmlns:a16="http://schemas.microsoft.com/office/drawing/2014/main" id="{00F5AF10-6CA7-4174-AF8B-DE0803A778AB}"/>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1509" name="슬라이드 번호 개체 틀 1">
            <a:extLst>
              <a:ext uri="{FF2B5EF4-FFF2-40B4-BE49-F238E27FC236}">
                <a16:creationId xmlns:a16="http://schemas.microsoft.com/office/drawing/2014/main" id="{1E7403B7-8045-425D-918B-6B7ADFA6C49B}"/>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9DC6A222-BB2E-4E73-B722-937219A8D22F}" type="slidenum">
              <a:rPr lang="ko-KR" altLang="en-US" sz="1200">
                <a:solidFill>
                  <a:srgbClr val="898989"/>
                </a:solidFill>
                <a:latin typeface="Book Antiqua" panose="02040602050305030304" pitchFamily="18" charset="0"/>
              </a:rPr>
              <a:pPr>
                <a:lnSpc>
                  <a:spcPct val="100000"/>
                </a:lnSpc>
                <a:spcBef>
                  <a:spcPct val="0"/>
                </a:spcBef>
                <a:buFontTx/>
                <a:buNone/>
              </a:pPr>
              <a:t>14</a:t>
            </a:fld>
            <a:endParaRPr lang="en-US" altLang="ko-KR" sz="1200">
              <a:solidFill>
                <a:srgbClr val="898989"/>
              </a:solidFill>
              <a:latin typeface="Book Antiqua" panose="02040602050305030304" pitchFamily="18" charset="0"/>
            </a:endParaRPr>
          </a:p>
        </p:txBody>
      </p:sp>
    </p:spTree>
    <p:extLst>
      <p:ext uri="{BB962C8B-B14F-4D97-AF65-F5344CB8AC3E}">
        <p14:creationId xmlns:p14="http://schemas.microsoft.com/office/powerpoint/2010/main" val="1919377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6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66">
                                            <p:txEl>
                                              <p:pRg st="9" end="9"/>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126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266">
                                            <p:txEl>
                                              <p:pRg st="5" end="5"/>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126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266">
                                            <p:txEl>
                                              <p:pRg st="8" end="8"/>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1266">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26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EAC30FDE-64E7-4652-9A4E-A06226225A4A}"/>
              </a:ext>
            </a:extLst>
          </p:cNvPr>
          <p:cNvSpPr>
            <a:spLocks noGrp="1" noChangeAspect="1" noChangeArrowheads="1"/>
          </p:cNvSpPr>
          <p:nvPr>
            <p:ph idx="1"/>
          </p:nvPr>
        </p:nvSpPr>
        <p:spPr>
          <a:xfrm>
            <a:off x="457200" y="981075"/>
            <a:ext cx="8229600" cy="5256213"/>
          </a:xfrm>
        </p:spPr>
        <p:txBody>
          <a:bodyPr/>
          <a:lstStyle/>
          <a:p>
            <a:pPr eaLnBrk="1" hangingPunct="1">
              <a:defRPr/>
            </a:pPr>
            <a:r>
              <a:rPr lang="en-US" altLang="ko-KR" sz="1800" dirty="0">
                <a:solidFill>
                  <a:srgbClr val="0033CC"/>
                </a:solidFill>
              </a:rPr>
              <a:t>Complexity (</a:t>
            </a:r>
            <a:r>
              <a:rPr lang="ko-KR" altLang="en-US" sz="1800" dirty="0">
                <a:solidFill>
                  <a:srgbClr val="0033CC"/>
                </a:solidFill>
                <a:latin typeface="나눔스퀘어_ac" panose="020B0600000101010101" pitchFamily="50" charset="-127"/>
                <a:ea typeface="나눔스퀘어_ac" panose="020B0600000101010101" pitchFamily="50" charset="-127"/>
              </a:rPr>
              <a:t>시간 복잡도</a:t>
            </a:r>
            <a:r>
              <a:rPr lang="en-US" altLang="ko-KR" sz="1800" dirty="0">
                <a:solidFill>
                  <a:srgbClr val="0033CC"/>
                </a:solidFill>
              </a:rPr>
              <a:t>, time complexity):</a:t>
            </a:r>
            <a:endParaRPr lang="en-US" altLang="ko-KR" sz="1800" dirty="0"/>
          </a:p>
          <a:p>
            <a:pPr lvl="1" eaLnBrk="1" hangingPunct="1">
              <a:defRPr/>
            </a:pPr>
            <a:r>
              <a:rPr lang="en-US" altLang="ko-KR" sz="1600" dirty="0">
                <a:ea typeface="나눔스퀘어_ac" panose="020B0600000101010101" pitchFamily="50" charset="-127"/>
              </a:rPr>
              <a:t>A standard for evaluating the time required to execute an algorithm (specifically, counting the number of basic operations needed to complete the algorithm)</a:t>
            </a:r>
          </a:p>
          <a:p>
            <a:pPr lvl="1" eaLnBrk="1" hangingPunct="1">
              <a:defRPr/>
            </a:pPr>
            <a:r>
              <a:rPr lang="en-US" altLang="ko-KR" sz="1600" dirty="0"/>
              <a:t>The success of hill climbing depends on the shape of the state-space landscape</a:t>
            </a:r>
          </a:p>
          <a:p>
            <a:pPr lvl="1" eaLnBrk="1" hangingPunct="1">
              <a:defRPr/>
            </a:pPr>
            <a:r>
              <a:rPr lang="en-US" altLang="ko-KR" sz="1600" dirty="0">
                <a:solidFill>
                  <a:srgbClr val="990033"/>
                </a:solidFill>
              </a:rPr>
              <a:t>NP-hard problems</a:t>
            </a:r>
            <a:r>
              <a:rPr lang="en-US" altLang="ko-KR" sz="1600" dirty="0"/>
              <a:t> typically have an exponential number of local maxima to get stuck on</a:t>
            </a:r>
          </a:p>
          <a:p>
            <a:pPr lvl="1" eaLnBrk="1" hangingPunct="1">
              <a:defRPr/>
            </a:pPr>
            <a:r>
              <a:rPr lang="en-US" altLang="ko-KR" sz="1600" dirty="0"/>
              <a:t>A </a:t>
            </a:r>
            <a:r>
              <a:rPr lang="en-US" altLang="ko-KR" sz="1600" u="sng" dirty="0"/>
              <a:t>reasonably good local maximum </a:t>
            </a:r>
            <a:r>
              <a:rPr lang="en-US" altLang="ko-KR" sz="1600" dirty="0"/>
              <a:t>can often be found after a small number of </a:t>
            </a:r>
            <a:r>
              <a:rPr lang="en-US" altLang="ko-KR" sz="1600" u="sng" dirty="0">
                <a:solidFill>
                  <a:srgbClr val="FF0000"/>
                </a:solidFill>
              </a:rPr>
              <a:t>restarts with different starting point</a:t>
            </a:r>
          </a:p>
          <a:p>
            <a:pPr marL="287338" indent="-287338">
              <a:defRPr/>
            </a:pPr>
            <a:endParaRPr lang="en-US" altLang="ko-KR" sz="1800" dirty="0"/>
          </a:p>
        </p:txBody>
      </p:sp>
      <p:sp>
        <p:nvSpPr>
          <p:cNvPr id="22531" name="Rectangle 2">
            <a:extLst>
              <a:ext uri="{FF2B5EF4-FFF2-40B4-BE49-F238E27FC236}">
                <a16:creationId xmlns:a16="http://schemas.microsoft.com/office/drawing/2014/main" id="{ACCFC8C5-0492-4BCC-8377-F53663D0C96B}"/>
              </a:ext>
            </a:extLst>
          </p:cNvPr>
          <p:cNvSpPr>
            <a:spLocks noGrp="1" noChangeArrowheads="1"/>
          </p:cNvSpPr>
          <p:nvPr>
            <p:ph type="title"/>
          </p:nvPr>
        </p:nvSpPr>
        <p:spPr>
          <a:xfrm>
            <a:off x="457200" y="274638"/>
            <a:ext cx="8229600" cy="633412"/>
          </a:xfrm>
        </p:spPr>
        <p:txBody>
          <a:bodyPr/>
          <a:lstStyle/>
          <a:p>
            <a:r>
              <a:rPr lang="en-US" altLang="en-US" sz="2400">
                <a:solidFill>
                  <a:srgbClr val="D7ADD9"/>
                </a:solidFill>
              </a:rPr>
              <a:t>Hill-Climbing Search</a:t>
            </a:r>
            <a:endParaRPr lang="en-US" altLang="ko-KR" sz="2400">
              <a:solidFill>
                <a:srgbClr val="D7ADD9"/>
              </a:solidFill>
            </a:endParaRPr>
          </a:p>
        </p:txBody>
      </p:sp>
      <p:sp>
        <p:nvSpPr>
          <p:cNvPr id="22533" name="슬라이드 번호 개체 틀 1">
            <a:extLst>
              <a:ext uri="{FF2B5EF4-FFF2-40B4-BE49-F238E27FC236}">
                <a16:creationId xmlns:a16="http://schemas.microsoft.com/office/drawing/2014/main" id="{D880CEFD-EA0C-4F70-90C8-5C3AED58C90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6ED6BDE0-9F82-4E6B-B71A-6D8A93CB45D6}" type="slidenum">
              <a:rPr lang="ko-KR" altLang="en-US" sz="1200">
                <a:solidFill>
                  <a:srgbClr val="898989"/>
                </a:solidFill>
                <a:latin typeface="Book Antiqua" panose="02040602050305030304" pitchFamily="18" charset="0"/>
              </a:rPr>
              <a:pPr>
                <a:lnSpc>
                  <a:spcPct val="100000"/>
                </a:lnSpc>
                <a:spcBef>
                  <a:spcPct val="0"/>
                </a:spcBef>
                <a:buFontTx/>
                <a:buNone/>
              </a:pPr>
              <a:t>15</a:t>
            </a:fld>
            <a:endParaRPr lang="en-US" altLang="ko-KR" sz="1200">
              <a:solidFill>
                <a:srgbClr val="898989"/>
              </a:solidFill>
              <a:latin typeface="Book Antiqua" panose="02040602050305030304" pitchFamily="18" charset="0"/>
            </a:endParaRPr>
          </a:p>
        </p:txBody>
      </p:sp>
      <p:pic>
        <p:nvPicPr>
          <p:cNvPr id="6" name="Picture 2">
            <a:extLst>
              <a:ext uri="{FF2B5EF4-FFF2-40B4-BE49-F238E27FC236}">
                <a16:creationId xmlns:a16="http://schemas.microsoft.com/office/drawing/2014/main" id="{4CE3FE71-369C-4E5F-825F-B9171DC23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4434592"/>
            <a:ext cx="3322371" cy="1875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그림 2">
            <a:extLst>
              <a:ext uri="{FF2B5EF4-FFF2-40B4-BE49-F238E27FC236}">
                <a16:creationId xmlns:a16="http://schemas.microsoft.com/office/drawing/2014/main" id="{7CFF6189-526D-4DD1-BECD-84C4BA4951FE}"/>
              </a:ext>
            </a:extLst>
          </p:cNvPr>
          <p:cNvPicPr>
            <a:picLocks noChangeAspect="1"/>
          </p:cNvPicPr>
          <p:nvPr/>
        </p:nvPicPr>
        <p:blipFill>
          <a:blip r:embed="rId3"/>
          <a:stretch>
            <a:fillRect/>
          </a:stretch>
        </p:blipFill>
        <p:spPr>
          <a:xfrm>
            <a:off x="1835695" y="4424834"/>
            <a:ext cx="2376265" cy="1588864"/>
          </a:xfrm>
          <a:prstGeom prst="rect">
            <a:avLst/>
          </a:prstGeom>
        </p:spPr>
      </p:pic>
      <p:sp>
        <p:nvSpPr>
          <p:cNvPr id="9" name="말풍선: 모서리가 둥근 사각형 8">
            <a:extLst>
              <a:ext uri="{FF2B5EF4-FFF2-40B4-BE49-F238E27FC236}">
                <a16:creationId xmlns:a16="http://schemas.microsoft.com/office/drawing/2014/main" id="{AC477793-B97E-4677-9ABE-409637356938}"/>
              </a:ext>
            </a:extLst>
          </p:cNvPr>
          <p:cNvSpPr/>
          <p:nvPr/>
        </p:nvSpPr>
        <p:spPr>
          <a:xfrm>
            <a:off x="367097" y="5661248"/>
            <a:ext cx="2217117" cy="504828"/>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Optimal solution can be found quickly because the state space landscape is simple (Convex)</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
        <p:nvSpPr>
          <p:cNvPr id="10" name="말풍선: 모서리가 둥근 사각형 9">
            <a:extLst>
              <a:ext uri="{FF2B5EF4-FFF2-40B4-BE49-F238E27FC236}">
                <a16:creationId xmlns:a16="http://schemas.microsoft.com/office/drawing/2014/main" id="{84A529E6-25B5-4A38-A01A-28C2BA087ACC}"/>
              </a:ext>
            </a:extLst>
          </p:cNvPr>
          <p:cNvSpPr/>
          <p:nvPr/>
        </p:nvSpPr>
        <p:spPr>
          <a:xfrm>
            <a:off x="7177552" y="4343155"/>
            <a:ext cx="1858944" cy="665047"/>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It's difficult to find the optimal solution because the state space landscape is complex (non-convex)</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
        <p:nvSpPr>
          <p:cNvPr id="11" name="말풍선: 모서리가 둥근 사각형 10">
            <a:extLst>
              <a:ext uri="{FF2B5EF4-FFF2-40B4-BE49-F238E27FC236}">
                <a16:creationId xmlns:a16="http://schemas.microsoft.com/office/drawing/2014/main" id="{80112317-E3B8-4842-8860-E8144765EA21}"/>
              </a:ext>
            </a:extLst>
          </p:cNvPr>
          <p:cNvSpPr/>
          <p:nvPr/>
        </p:nvSpPr>
        <p:spPr>
          <a:xfrm>
            <a:off x="5292080" y="1086354"/>
            <a:ext cx="3394719" cy="252414"/>
          </a:xfrm>
          <a:prstGeom prst="wedgeRoundRectCallout">
            <a:avLst>
              <a:gd name="adj1" fmla="val -49195"/>
              <a:gd name="adj2" fmla="val 2269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Note: The concept of space complexity is also present</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
        <p:nvSpPr>
          <p:cNvPr id="4" name="말풍선: 모서리가 둥근 사각형 3">
            <a:extLst>
              <a:ext uri="{FF2B5EF4-FFF2-40B4-BE49-F238E27FC236}">
                <a16:creationId xmlns:a16="http://schemas.microsoft.com/office/drawing/2014/main" id="{D202644F-2AB6-590E-0D34-D1BBBD2A4E88}"/>
              </a:ext>
            </a:extLst>
          </p:cNvPr>
          <p:cNvSpPr/>
          <p:nvPr/>
        </p:nvSpPr>
        <p:spPr>
          <a:xfrm>
            <a:off x="3146301" y="6401750"/>
            <a:ext cx="2851398" cy="312213"/>
          </a:xfrm>
          <a:prstGeom prst="wedgeRoundRectCallout">
            <a:avLst>
              <a:gd name="adj1" fmla="val -26628"/>
              <a:gd name="adj2" fmla="val 10953"/>
              <a:gd name="adj3" fmla="val 16667"/>
            </a:avLst>
          </a:prstGeom>
          <a:solidFill>
            <a:schemeClr val="accent6">
              <a:lumMod val="40000"/>
              <a:lumOff val="60000"/>
            </a:schemeClr>
          </a:solidFill>
          <a:ln w="1270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Consolas" panose="020B0609020204030204" pitchFamily="49" charset="0"/>
              </a:rPr>
              <a:t>Convex vs Non-Convex</a:t>
            </a:r>
            <a:endParaRPr lang="ko-KR" altLang="en-US" sz="1200" dirty="0">
              <a:solidFill>
                <a:schemeClr val="tx1"/>
              </a:solidFill>
              <a:latin typeface="Consolas" panose="020B0609020204030204" pitchFamily="49" charset="0"/>
            </a:endParaRPr>
          </a:p>
        </p:txBody>
      </p:sp>
      <p:sp>
        <p:nvSpPr>
          <p:cNvPr id="5" name="설명선: 선 4">
            <a:extLst>
              <a:ext uri="{FF2B5EF4-FFF2-40B4-BE49-F238E27FC236}">
                <a16:creationId xmlns:a16="http://schemas.microsoft.com/office/drawing/2014/main" id="{2140B613-B14E-3BE2-8536-7BBC7D99EB21}"/>
              </a:ext>
            </a:extLst>
          </p:cNvPr>
          <p:cNvSpPr/>
          <p:nvPr/>
        </p:nvSpPr>
        <p:spPr>
          <a:xfrm>
            <a:off x="205512" y="4041828"/>
            <a:ext cx="1774199" cy="392764"/>
          </a:xfrm>
          <a:prstGeom prst="borderCallout1">
            <a:avLst>
              <a:gd name="adj1" fmla="val 582"/>
              <a:gd name="adj2" fmla="val 13"/>
              <a:gd name="adj3" fmla="val -160735"/>
              <a:gd name="adj4" fmla="val 50669"/>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Reason why Local search techniques are widely used</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
        <p:nvSpPr>
          <p:cNvPr id="2" name="설명선: 선 1">
            <a:extLst>
              <a:ext uri="{FF2B5EF4-FFF2-40B4-BE49-F238E27FC236}">
                <a16:creationId xmlns:a16="http://schemas.microsoft.com/office/drawing/2014/main" id="{6DA9B4FD-1FF9-F609-B044-529D01F9D663}"/>
              </a:ext>
            </a:extLst>
          </p:cNvPr>
          <p:cNvSpPr/>
          <p:nvPr/>
        </p:nvSpPr>
        <p:spPr>
          <a:xfrm>
            <a:off x="4427984" y="3469302"/>
            <a:ext cx="4117720" cy="572526"/>
          </a:xfrm>
          <a:prstGeom prst="borderCallout1">
            <a:avLst>
              <a:gd name="adj1" fmla="val 582"/>
              <a:gd name="adj2" fmla="val 13"/>
              <a:gd name="adj3" fmla="val 626"/>
              <a:gd name="adj4" fmla="val 55676"/>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Since the final result may vary depending on the randomly selected initial state, calculate optimal solutions for various starting points and select the best one among them</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242" name="Rectangle 3">
                <a:extLst>
                  <a:ext uri="{FF2B5EF4-FFF2-40B4-BE49-F238E27FC236}">
                    <a16:creationId xmlns:a16="http://schemas.microsoft.com/office/drawing/2014/main" id="{6A12022B-A57A-4C97-9313-F452DEB46D1F}"/>
                  </a:ext>
                </a:extLst>
              </p:cNvPr>
              <p:cNvSpPr>
                <a:spLocks noGrp="1" noChangeAspect="1" noChangeArrowheads="1"/>
              </p:cNvSpPr>
              <p:nvPr>
                <p:ph idx="1"/>
              </p:nvPr>
            </p:nvSpPr>
            <p:spPr>
              <a:xfrm>
                <a:off x="457200" y="981075"/>
                <a:ext cx="8229600" cy="5472261"/>
              </a:xfrm>
            </p:spPr>
            <p:txBody>
              <a:bodyPr/>
              <a:lstStyle/>
              <a:p>
                <a:pPr latinLnBrk="0">
                  <a:defRPr/>
                </a:pPr>
                <a:r>
                  <a:rPr lang="en-US" sz="1600" dirty="0"/>
                  <a:t>Terminology Summary</a:t>
                </a:r>
                <a:endParaRPr lang="en-US" altLang="ko-KR" sz="1600" dirty="0">
                  <a:latin typeface="나눔스퀘어_ac" panose="020B0600000101010101" pitchFamily="50" charset="-127"/>
                  <a:ea typeface="나눔스퀘어_ac" panose="020B0600000101010101" pitchFamily="50" charset="-127"/>
                </a:endParaRPr>
              </a:p>
              <a:p>
                <a:pPr lvl="1" latinLnBrk="0">
                  <a:defRPr/>
                </a:pPr>
                <a:r>
                  <a:rPr lang="en-US" sz="1400" dirty="0"/>
                  <a:t>Solution: A single answer (complete configuration) that solves the given problem</a:t>
                </a:r>
                <a:endParaRPr lang="en-US" altLang="ko-KR" sz="1400" dirty="0">
                  <a:latin typeface="나눔스퀘어_ac" panose="020B0600000101010101" pitchFamily="50" charset="-127"/>
                  <a:ea typeface="나눔스퀘어_ac" panose="020B0600000101010101" pitchFamily="50" charset="-127"/>
                </a:endParaRPr>
              </a:p>
              <a:p>
                <a:pPr lvl="2" latinLnBrk="0">
                  <a:defRPr/>
                </a:pPr>
                <a:r>
                  <a:rPr lang="en-US" sz="1200" dirty="0"/>
                  <a:t>Ex: In a problem planning a route from Seoul visiting (</a:t>
                </a:r>
                <a:r>
                  <a:rPr lang="en-US" sz="1200" dirty="0" err="1"/>
                  <a:t>Chuncheon</a:t>
                </a:r>
                <a:r>
                  <a:rPr lang="en-US" sz="1200" dirty="0"/>
                  <a:t>/C, Daegu/D, Busan/B), one solution is Seoul &gt; Busan &gt; </a:t>
                </a:r>
                <a:r>
                  <a:rPr lang="en-US" sz="1200" dirty="0" err="1"/>
                  <a:t>Chuncheon</a:t>
                </a:r>
                <a:r>
                  <a:rPr lang="en-US" sz="1200" dirty="0"/>
                  <a:t> &gt; Daegu</a:t>
                </a:r>
                <a:endParaRPr lang="en-US" altLang="ko-KR" sz="1200" dirty="0">
                  <a:latin typeface="나눔스퀘어_ac" panose="020B0600000101010101" pitchFamily="50" charset="-127"/>
                  <a:ea typeface="나눔스퀘어_ac" panose="020B0600000101010101" pitchFamily="50" charset="-127"/>
                </a:endParaRPr>
              </a:p>
              <a:p>
                <a:pPr lvl="1" latinLnBrk="0">
                  <a:defRPr/>
                </a:pPr>
                <a:r>
                  <a:rPr lang="en-US" sz="1400" dirty="0"/>
                  <a:t>Optimal Solution: A solution that maximizes or minimizes the objective function</a:t>
                </a:r>
                <a:endParaRPr lang="en-US" altLang="ko-KR" sz="1400" dirty="0">
                  <a:latin typeface="나눔스퀘어_ac" panose="020B0600000101010101" pitchFamily="50" charset="-127"/>
                  <a:ea typeface="나눔스퀘어_ac" panose="020B0600000101010101" pitchFamily="50" charset="-127"/>
                </a:endParaRPr>
              </a:p>
              <a:p>
                <a:pPr lvl="2" latinLnBrk="0">
                  <a:defRPr/>
                </a:pPr>
                <a:r>
                  <a:rPr lang="en-US" sz="1200" dirty="0"/>
                  <a:t>Ex: In the route planning problem above, the optimal solution minimizes the total travel distance (e.g., Seoul &gt; </a:t>
                </a:r>
                <a:r>
                  <a:rPr lang="en-US" sz="1200" dirty="0" err="1"/>
                  <a:t>Chuncheon</a:t>
                </a:r>
                <a:r>
                  <a:rPr lang="en-US" sz="1200" dirty="0"/>
                  <a:t> &gt; Daegu &gt; Busan)</a:t>
                </a:r>
                <a:endParaRPr lang="en-US" altLang="ko-KR" sz="1200" dirty="0">
                  <a:latin typeface="나눔스퀘어_ac" panose="020B0600000101010101" pitchFamily="50" charset="-127"/>
                  <a:ea typeface="나눔스퀘어_ac" panose="020B0600000101010101" pitchFamily="50" charset="-127"/>
                </a:endParaRPr>
              </a:p>
              <a:p>
                <a:pPr lvl="1" latinLnBrk="0">
                  <a:defRPr/>
                </a:pPr>
                <a:r>
                  <a:rPr lang="en-US" altLang="ko-KR" sz="1400" dirty="0">
                    <a:latin typeface="나눔스퀘어_ac" panose="020B0600000101010101" pitchFamily="50" charset="-127"/>
                    <a:ea typeface="나눔스퀘어_ac" panose="020B0600000101010101" pitchFamily="50" charset="-127"/>
                  </a:rPr>
                  <a:t>state space (SS): </a:t>
                </a:r>
                <a:r>
                  <a:rPr lang="en-US" sz="1400" dirty="0"/>
                  <a:t>The set of all solutions that satisfy the given constraints</a:t>
                </a:r>
                <a:endParaRPr lang="en-US" altLang="ko-KR" sz="1400" dirty="0">
                  <a:latin typeface="나눔스퀘어_ac" panose="020B0600000101010101" pitchFamily="50" charset="-127"/>
                  <a:ea typeface="나눔스퀘어_ac" panose="020B0600000101010101" pitchFamily="50" charset="-127"/>
                </a:endParaRPr>
              </a:p>
              <a:p>
                <a:pPr lvl="2" latinLnBrk="0">
                  <a:defRPr/>
                </a:pPr>
                <a:r>
                  <a:rPr lang="en-US" sz="1200" dirty="0"/>
                  <a:t>Ex: In the route planning problem above, the set of all possible combinations like</a:t>
                </a:r>
                <a:r>
                  <a:rPr lang="ko-KR" altLang="en-US" sz="1200" dirty="0">
                    <a:latin typeface="나눔스퀘어_ac" panose="020B0600000101010101" pitchFamily="50" charset="-127"/>
                    <a:ea typeface="나눔스퀘어_ac" panose="020B0600000101010101" pitchFamily="50" charset="-127"/>
                  </a:rPr>
                  <a:t> </a:t>
                </a:r>
                <a:r>
                  <a:rPr lang="en-US" altLang="ko-KR" sz="1200" dirty="0">
                    <a:latin typeface="나눔스퀘어_ac" panose="020B0600000101010101" pitchFamily="50" charset="-127"/>
                    <a:ea typeface="나눔스퀘어_ac" panose="020B0600000101010101" pitchFamily="50" charset="-127"/>
                  </a:rPr>
                  <a:t>S&gt;C&gt;D&gt;B, S&gt;D&gt;B&gt;C, S&gt;B&gt;C&gt;D, ... </a:t>
                </a:r>
              </a:p>
              <a:p>
                <a:pPr lvl="1" latinLnBrk="0">
                  <a:defRPr/>
                </a:pPr>
                <a:r>
                  <a:rPr lang="en-US" sz="1400" dirty="0"/>
                  <a:t>Optimal Solution (Cont.) // Refer to the top right figure</a:t>
                </a:r>
                <a:endParaRPr lang="en-US" altLang="ko-KR" sz="1400" dirty="0">
                  <a:latin typeface="나눔스퀘어_ac" panose="020B0600000101010101" pitchFamily="50" charset="-127"/>
                  <a:ea typeface="나눔스퀘어_ac" panose="020B0600000101010101" pitchFamily="50" charset="-127"/>
                </a:endParaRPr>
              </a:p>
              <a:p>
                <a:pPr lvl="2" latinLnBrk="0">
                  <a:defRPr/>
                </a:pPr>
                <a:r>
                  <a:rPr lang="en-US" sz="1200" b="1" dirty="0"/>
                  <a:t>Global</a:t>
                </a:r>
                <a:r>
                  <a:rPr lang="en-US" sz="1200" dirty="0"/>
                  <a:t> Optimal Solution: The best choice among </a:t>
                </a:r>
                <a:r>
                  <a:rPr lang="en-US" sz="1200" u="sng" dirty="0"/>
                  <a:t>all options within the SS set</a:t>
                </a:r>
                <a:endParaRPr lang="en-US" altLang="ko-KR" sz="1200" u="sng" dirty="0">
                  <a:latin typeface="나눔스퀘어_ac" panose="020B0600000101010101" pitchFamily="50" charset="-127"/>
                  <a:ea typeface="나눔스퀘어_ac" panose="020B0600000101010101" pitchFamily="50" charset="-127"/>
                </a:endParaRPr>
              </a:p>
              <a:p>
                <a:pPr lvl="2" latinLnBrk="0">
                  <a:defRPr/>
                </a:pPr>
                <a:r>
                  <a:rPr lang="en-US" sz="1200" b="1" dirty="0"/>
                  <a:t>Local</a:t>
                </a:r>
                <a:r>
                  <a:rPr lang="en-US" sz="1200" dirty="0"/>
                  <a:t> Optimal Solution: The best among states </a:t>
                </a:r>
                <a:r>
                  <a:rPr lang="en-US" sz="1200" u="sng" dirty="0"/>
                  <a:t>adjacent to the current state</a:t>
                </a:r>
                <a:r>
                  <a:rPr lang="en-US" sz="1200" dirty="0"/>
                  <a:t>; a state where no better-looking solution can be found by moving into a neighboring state</a:t>
                </a:r>
                <a:endParaRPr lang="en-US" altLang="ko-KR" sz="1200" dirty="0">
                  <a:latin typeface="나눔스퀘어_ac" panose="020B0600000101010101" pitchFamily="50" charset="-127"/>
                  <a:ea typeface="나눔스퀘어_ac" panose="020B0600000101010101" pitchFamily="50" charset="-127"/>
                </a:endParaRPr>
              </a:p>
              <a:p>
                <a:pPr lvl="1" latinLnBrk="0">
                  <a:defRPr/>
                </a:pPr>
                <a:r>
                  <a:rPr lang="en-US" altLang="ko-KR" sz="1400" dirty="0">
                    <a:solidFill>
                      <a:srgbClr val="FF0000"/>
                    </a:solidFill>
                    <a:latin typeface="나눔스퀘어_ac" panose="020B0600000101010101" pitchFamily="50" charset="-127"/>
                    <a:ea typeface="나눔스퀘어_ac" panose="020B0600000101010101" pitchFamily="50" charset="-127"/>
                  </a:rPr>
                  <a:t>discrete</a:t>
                </a:r>
                <a:r>
                  <a:rPr lang="en-US" altLang="ko-KR" sz="1400" dirty="0">
                    <a:latin typeface="나눔스퀘어_ac" panose="020B0600000101010101" pitchFamily="50" charset="-127"/>
                    <a:ea typeface="나눔스퀘어_ac" panose="020B0600000101010101" pitchFamily="50" charset="-127"/>
                  </a:rPr>
                  <a:t> state space : state space</a:t>
                </a:r>
                <a:r>
                  <a:rPr lang="ko-KR" altLang="en-US" sz="1400" dirty="0">
                    <a:latin typeface="나눔스퀘어_ac" panose="020B0600000101010101" pitchFamily="50" charset="-127"/>
                    <a:ea typeface="나눔스퀘어_ac" panose="020B0600000101010101" pitchFamily="50" charset="-127"/>
                  </a:rPr>
                  <a:t>가 </a:t>
                </a:r>
                <a:r>
                  <a:rPr lang="en-US" altLang="ko-KR" sz="1400" dirty="0">
                    <a:latin typeface="나눔스퀘어_ac" panose="020B0600000101010101" pitchFamily="50" charset="-127"/>
                    <a:ea typeface="나눔스퀘어_ac" panose="020B0600000101010101" pitchFamily="50" charset="-127"/>
                  </a:rPr>
                  <a:t>discrete (</a:t>
                </a:r>
                <a:r>
                  <a:rPr lang="ko-KR" altLang="en-US" sz="1400" dirty="0">
                    <a:latin typeface="나눔스퀘어_ac" panose="020B0600000101010101" pitchFamily="50" charset="-127"/>
                    <a:ea typeface="나눔스퀘어_ac" panose="020B0600000101010101" pitchFamily="50" charset="-127"/>
                  </a:rPr>
                  <a:t>이산</a:t>
                </a:r>
                <a:r>
                  <a:rPr lang="en-US" altLang="ko-KR" sz="1400" dirty="0">
                    <a:latin typeface="나눔스퀘어_ac" panose="020B0600000101010101" pitchFamily="50" charset="-127"/>
                    <a:ea typeface="나눔스퀘어_ac" panose="020B0600000101010101" pitchFamily="50" charset="-127"/>
                  </a:rPr>
                  <a:t>) </a:t>
                </a:r>
                <a:r>
                  <a:rPr lang="ko-KR" altLang="en-US" sz="1400" dirty="0">
                    <a:latin typeface="나눔스퀘어_ac" panose="020B0600000101010101" pitchFamily="50" charset="-127"/>
                    <a:ea typeface="나눔스퀘어_ac" panose="020B0600000101010101" pitchFamily="50" charset="-127"/>
                  </a:rPr>
                  <a:t>이다</a:t>
                </a:r>
                <a:endParaRPr lang="en-US" altLang="ko-KR" sz="1400" dirty="0">
                  <a:latin typeface="나눔스퀘어_ac" panose="020B0600000101010101" pitchFamily="50" charset="-127"/>
                  <a:ea typeface="나눔스퀘어_ac" panose="020B0600000101010101" pitchFamily="50" charset="-127"/>
                </a:endParaRPr>
              </a:p>
              <a:p>
                <a:pPr lvl="2" latinLnBrk="0">
                  <a:defRPr/>
                </a:pPr>
                <a:r>
                  <a:rPr lang="en-US" sz="1200" dirty="0"/>
                  <a:t>The number of elements (= number of solutions) in the SS set can be counted</a:t>
                </a:r>
                <a:endParaRPr lang="en-US" altLang="ko-KR" sz="1200" dirty="0">
                  <a:latin typeface="나눔스퀘어_ac" panose="020B0600000101010101" pitchFamily="50" charset="-127"/>
                  <a:ea typeface="나눔스퀘어_ac" panose="020B0600000101010101" pitchFamily="50" charset="-127"/>
                </a:endParaRPr>
              </a:p>
              <a:p>
                <a:pPr lvl="2" latinLnBrk="0">
                  <a:defRPr/>
                </a:pPr>
                <a:r>
                  <a:rPr lang="en-US" altLang="ko-KR" sz="1200" dirty="0">
                    <a:latin typeface="나눔스퀘어_ac" panose="020B0600000101010101" pitchFamily="50" charset="-127"/>
                    <a:ea typeface="나눔스퀘어_ac" panose="020B0600000101010101" pitchFamily="50" charset="-127"/>
                  </a:rPr>
                  <a:t>Ex: given x={1,2,3,4,5}, what is the solution that maximizes x^2? Number of elements in SS set: 5</a:t>
                </a:r>
                <a:r>
                  <a:rPr lang="ko-KR" altLang="en-US" sz="1200" dirty="0">
                    <a:latin typeface="나눔스퀘어_ac" panose="020B0600000101010101" pitchFamily="50" charset="-127"/>
                    <a:ea typeface="나눔스퀘어_ac" panose="020B0600000101010101" pitchFamily="50" charset="-127"/>
                  </a:rPr>
                  <a:t> </a:t>
                </a:r>
                <a:endParaRPr lang="en-US" altLang="ko-KR" sz="1200" dirty="0">
                  <a:latin typeface="나눔스퀘어_ac" panose="020B0600000101010101" pitchFamily="50" charset="-127"/>
                  <a:ea typeface="나눔스퀘어_ac" panose="020B0600000101010101" pitchFamily="50" charset="-127"/>
                </a:endParaRPr>
              </a:p>
              <a:p>
                <a:pPr lvl="2" latinLnBrk="0">
                  <a:defRPr/>
                </a:pPr>
                <a:r>
                  <a:rPr lang="en-US" altLang="ko-KR" sz="1200" dirty="0">
                    <a:latin typeface="나눔스퀘어_ac" panose="020B0600000101010101" pitchFamily="50" charset="-127"/>
                    <a:ea typeface="나눔스퀘어_ac" panose="020B0600000101010101" pitchFamily="50" charset="-127"/>
                  </a:rPr>
                  <a:t>Ex: with {</a:t>
                </a:r>
                <a:r>
                  <a:rPr lang="ko-KR" altLang="en-US" sz="1200" dirty="0">
                    <a:latin typeface="나눔스퀘어_ac" panose="020B0600000101010101" pitchFamily="50" charset="-127"/>
                    <a:ea typeface="나눔스퀘어_ac" panose="020B0600000101010101" pitchFamily="50" charset="-127"/>
                  </a:rPr>
                  <a:t>서울</a:t>
                </a:r>
                <a:r>
                  <a:rPr lang="en-US" altLang="ko-KR" sz="1200" dirty="0">
                    <a:latin typeface="나눔스퀘어_ac" panose="020B0600000101010101" pitchFamily="50" charset="-127"/>
                    <a:ea typeface="나눔스퀘어_ac" panose="020B0600000101010101" pitchFamily="50" charset="-127"/>
                  </a:rPr>
                  <a:t>(start),</a:t>
                </a:r>
                <a:r>
                  <a:rPr lang="ko-KR" altLang="en-US" sz="1200" dirty="0">
                    <a:latin typeface="나눔스퀘어_ac" panose="020B0600000101010101" pitchFamily="50" charset="-127"/>
                    <a:ea typeface="나눔스퀘어_ac" panose="020B0600000101010101" pitchFamily="50" charset="-127"/>
                  </a:rPr>
                  <a:t>춘천</a:t>
                </a:r>
                <a:r>
                  <a:rPr lang="en-US" altLang="ko-KR" sz="1200" dirty="0">
                    <a:latin typeface="나눔스퀘어_ac" panose="020B0600000101010101" pitchFamily="50" charset="-127"/>
                    <a:ea typeface="나눔스퀘어_ac" panose="020B0600000101010101" pitchFamily="50" charset="-127"/>
                  </a:rPr>
                  <a:t>,</a:t>
                </a:r>
                <a:r>
                  <a:rPr lang="ko-KR" altLang="en-US" sz="1200" dirty="0">
                    <a:latin typeface="나눔스퀘어_ac" panose="020B0600000101010101" pitchFamily="50" charset="-127"/>
                    <a:ea typeface="나눔스퀘어_ac" panose="020B0600000101010101" pitchFamily="50" charset="-127"/>
                  </a:rPr>
                  <a:t>대구</a:t>
                </a:r>
                <a:r>
                  <a:rPr lang="en-US" altLang="ko-KR" sz="1200" dirty="0">
                    <a:latin typeface="나눔스퀘어_ac" panose="020B0600000101010101" pitchFamily="50" charset="-127"/>
                    <a:ea typeface="나눔스퀘어_ac" panose="020B0600000101010101" pitchFamily="50" charset="-127"/>
                  </a:rPr>
                  <a:t>,</a:t>
                </a:r>
                <a:r>
                  <a:rPr lang="ko-KR" altLang="en-US" sz="1200" dirty="0">
                    <a:latin typeface="나눔스퀘어_ac" panose="020B0600000101010101" pitchFamily="50" charset="-127"/>
                    <a:ea typeface="나눔스퀘어_ac" panose="020B0600000101010101" pitchFamily="50" charset="-127"/>
                  </a:rPr>
                  <a:t>부산</a:t>
                </a:r>
                <a:r>
                  <a:rPr lang="en-US" altLang="ko-KR" sz="1200" dirty="0">
                    <a:latin typeface="나눔스퀘어_ac" panose="020B0600000101010101" pitchFamily="50" charset="-127"/>
                    <a:ea typeface="나눔스퀘어_ac" panose="020B0600000101010101" pitchFamily="50" charset="-127"/>
                  </a:rPr>
                  <a:t>}, what is the optimal route? Number of elements in SS set: 3*2*1</a:t>
                </a:r>
              </a:p>
              <a:p>
                <a:pPr lvl="1" latinLnBrk="0">
                  <a:defRPr/>
                </a:pPr>
                <a:r>
                  <a:rPr lang="en-US" altLang="ko-KR" sz="1400" dirty="0">
                    <a:solidFill>
                      <a:srgbClr val="FF0000"/>
                    </a:solidFill>
                    <a:latin typeface="나눔스퀘어_ac" panose="020B0600000101010101" pitchFamily="50" charset="-127"/>
                    <a:ea typeface="나눔스퀘어_ac" panose="020B0600000101010101" pitchFamily="50" charset="-127"/>
                  </a:rPr>
                  <a:t>Continuous</a:t>
                </a:r>
                <a:r>
                  <a:rPr lang="en-US" altLang="ko-KR" sz="1400" dirty="0">
                    <a:latin typeface="나눔스퀘어_ac" panose="020B0600000101010101" pitchFamily="50" charset="-127"/>
                    <a:ea typeface="나눔스퀘어_ac" panose="020B0600000101010101" pitchFamily="50" charset="-127"/>
                  </a:rPr>
                  <a:t> state space : state</a:t>
                </a:r>
                <a:r>
                  <a:rPr lang="ko-KR" altLang="en-US" sz="1400" dirty="0">
                    <a:latin typeface="나눔스퀘어_ac" panose="020B0600000101010101" pitchFamily="50" charset="-127"/>
                    <a:ea typeface="나눔스퀘어_ac" panose="020B0600000101010101" pitchFamily="50" charset="-127"/>
                  </a:rPr>
                  <a:t> </a:t>
                </a:r>
                <a:r>
                  <a:rPr lang="en-US" altLang="ko-KR" sz="1400" dirty="0">
                    <a:latin typeface="나눔스퀘어_ac" panose="020B0600000101010101" pitchFamily="50" charset="-127"/>
                    <a:ea typeface="나눔스퀘어_ac" panose="020B0600000101010101" pitchFamily="50" charset="-127"/>
                  </a:rPr>
                  <a:t>space </a:t>
                </a:r>
                <a:r>
                  <a:rPr lang="ko-KR" altLang="en-US" sz="1400" dirty="0">
                    <a:latin typeface="나눔스퀘어_ac" panose="020B0600000101010101" pitchFamily="50" charset="-127"/>
                    <a:ea typeface="나눔스퀘어_ac" panose="020B0600000101010101" pitchFamily="50" charset="-127"/>
                  </a:rPr>
                  <a:t>가 </a:t>
                </a:r>
                <a:r>
                  <a:rPr lang="en-US" altLang="ko-KR" sz="1400" dirty="0">
                    <a:latin typeface="나눔스퀘어_ac" panose="020B0600000101010101" pitchFamily="50" charset="-127"/>
                    <a:ea typeface="나눔스퀘어_ac" panose="020B0600000101010101" pitchFamily="50" charset="-127"/>
                  </a:rPr>
                  <a:t>continuous (</a:t>
                </a:r>
                <a:r>
                  <a:rPr lang="ko-KR" altLang="en-US" sz="1400" dirty="0">
                    <a:latin typeface="나눔스퀘어_ac" panose="020B0600000101010101" pitchFamily="50" charset="-127"/>
                    <a:ea typeface="나눔스퀘어_ac" panose="020B0600000101010101" pitchFamily="50" charset="-127"/>
                  </a:rPr>
                  <a:t>연속적</a:t>
                </a:r>
                <a:r>
                  <a:rPr lang="en-US" altLang="ko-KR" sz="1400" dirty="0">
                    <a:latin typeface="나눔스퀘어_ac" panose="020B0600000101010101" pitchFamily="50" charset="-127"/>
                    <a:ea typeface="나눔스퀘어_ac" panose="020B0600000101010101" pitchFamily="50" charset="-127"/>
                  </a:rPr>
                  <a:t>) </a:t>
                </a:r>
                <a:r>
                  <a:rPr lang="ko-KR" altLang="en-US" sz="1400" dirty="0">
                    <a:latin typeface="나눔스퀘어_ac" panose="020B0600000101010101" pitchFamily="50" charset="-127"/>
                    <a:ea typeface="나눔스퀘어_ac" panose="020B0600000101010101" pitchFamily="50" charset="-127"/>
                  </a:rPr>
                  <a:t>이다</a:t>
                </a:r>
                <a:endParaRPr lang="en-US" altLang="ko-KR" sz="1400" dirty="0">
                  <a:latin typeface="나눔스퀘어_ac" panose="020B0600000101010101" pitchFamily="50" charset="-127"/>
                  <a:ea typeface="나눔스퀘어_ac" panose="020B0600000101010101" pitchFamily="50" charset="-127"/>
                </a:endParaRPr>
              </a:p>
              <a:p>
                <a:pPr lvl="2" latinLnBrk="0">
                  <a:defRPr/>
                </a:pPr>
                <a:r>
                  <a:rPr lang="en-US" sz="1200" dirty="0"/>
                  <a:t>The number of elements in the SS set cannot be counted.</a:t>
                </a:r>
                <a:endParaRPr lang="en-US" altLang="ko-KR" sz="1200" dirty="0">
                  <a:latin typeface="나눔스퀘어_ac" panose="020B0600000101010101" pitchFamily="50" charset="-127"/>
                  <a:ea typeface="나눔스퀘어_ac" panose="020B0600000101010101" pitchFamily="50" charset="-127"/>
                </a:endParaRPr>
              </a:p>
              <a:p>
                <a:pPr lvl="2" latinLnBrk="0">
                  <a:defRPr/>
                </a:pPr>
                <a:r>
                  <a:rPr lang="en-US" altLang="ko-KR" sz="1200" dirty="0">
                    <a:latin typeface="나눔스퀘어_ac" panose="020B0600000101010101" pitchFamily="50" charset="-127"/>
                    <a:ea typeface="나눔스퀘어_ac" panose="020B0600000101010101" pitchFamily="50" charset="-127"/>
                  </a:rPr>
                  <a:t>Ex: given range of [-3, 3] what is the solution that minimizes</a:t>
                </a:r>
                <a:r>
                  <a:rPr lang="ko-KR" altLang="en-US" sz="1200" dirty="0">
                    <a:latin typeface="나눔스퀘어_ac" panose="020B0600000101010101" pitchFamily="50" charset="-127"/>
                    <a:ea typeface="나눔스퀘어_ac" panose="020B0600000101010101" pitchFamily="50" charset="-127"/>
                  </a:rPr>
                  <a:t> </a:t>
                </a:r>
                <a:r>
                  <a:rPr lang="en-US" altLang="ko-KR" sz="1200" dirty="0">
                    <a:latin typeface="나눔스퀘어_ac" panose="020B0600000101010101" pitchFamily="50" charset="-127"/>
                    <a:ea typeface="나눔스퀘어_ac" panose="020B0600000101010101" pitchFamily="50" charset="-127"/>
                  </a:rPr>
                  <a:t>x^2? The number of selectable x values within the range </a:t>
                </a:r>
                <a14:m>
                  <m:oMath xmlns:m="http://schemas.openxmlformats.org/officeDocument/2006/math">
                    <m:r>
                      <a:rPr lang="en-US" altLang="ko-KR" sz="1200" i="1" dirty="0" smtClean="0">
                        <a:latin typeface="Cambria Math" panose="02040503050406030204" pitchFamily="18" charset="0"/>
                      </a:rPr>
                      <m:t>−3≤</m:t>
                    </m:r>
                    <m:r>
                      <a:rPr lang="en-US" altLang="ko-KR" sz="1200" i="1" dirty="0" smtClean="0">
                        <a:latin typeface="Cambria Math" panose="02040503050406030204" pitchFamily="18" charset="0"/>
                      </a:rPr>
                      <m:t>𝑥</m:t>
                    </m:r>
                    <m:r>
                      <a:rPr lang="en-US" altLang="ko-KR" sz="1200" i="1" dirty="0" smtClean="0">
                        <a:latin typeface="Cambria Math" panose="02040503050406030204" pitchFamily="18" charset="0"/>
                      </a:rPr>
                      <m:t>≤3</m:t>
                    </m:r>
                  </m:oMath>
                </a14:m>
                <a:r>
                  <a:rPr lang="en-US" altLang="ko-KR" sz="1200" dirty="0">
                    <a:latin typeface="나눔스퀘어_ac" panose="020B0600000101010101" pitchFamily="50" charset="-127"/>
                    <a:ea typeface="나눔스퀘어_ac" panose="020B0600000101010101" pitchFamily="50" charset="-127"/>
                  </a:rPr>
                  <a:t> is infinitely large</a:t>
                </a:r>
              </a:p>
            </p:txBody>
          </p:sp>
        </mc:Choice>
        <mc:Fallback>
          <p:sp>
            <p:nvSpPr>
              <p:cNvPr id="10242" name="Rectangle 3">
                <a:extLst>
                  <a:ext uri="{FF2B5EF4-FFF2-40B4-BE49-F238E27FC236}">
                    <a16:creationId xmlns:a16="http://schemas.microsoft.com/office/drawing/2014/main" id="{6A12022B-A57A-4C97-9313-F452DEB46D1F}"/>
                  </a:ext>
                </a:extLst>
              </p:cNvPr>
              <p:cNvSpPr>
                <a:spLocks noGrp="1" noRot="1" noChangeAspect="1" noMove="1" noResize="1" noEditPoints="1" noAdjustHandles="1" noChangeArrowheads="1" noChangeShapeType="1" noTextEdit="1"/>
              </p:cNvSpPr>
              <p:nvPr>
                <p:ph idx="1"/>
              </p:nvPr>
            </p:nvSpPr>
            <p:spPr>
              <a:xfrm>
                <a:off x="457200" y="981075"/>
                <a:ext cx="8229600" cy="5472261"/>
              </a:xfrm>
              <a:blipFill>
                <a:blip r:embed="rId2"/>
                <a:stretch>
                  <a:fillRect l="-296" b="-7016"/>
                </a:stretch>
              </a:blipFill>
            </p:spPr>
            <p:txBody>
              <a:bodyPr/>
              <a:lstStyle/>
              <a:p>
                <a:r>
                  <a:rPr lang="en-US">
                    <a:noFill/>
                  </a:rPr>
                  <a:t> </a:t>
                </a:r>
              </a:p>
            </p:txBody>
          </p:sp>
        </mc:Fallback>
      </mc:AlternateContent>
      <p:sp>
        <p:nvSpPr>
          <p:cNvPr id="23555" name="Rectangle 2">
            <a:extLst>
              <a:ext uri="{FF2B5EF4-FFF2-40B4-BE49-F238E27FC236}">
                <a16:creationId xmlns:a16="http://schemas.microsoft.com/office/drawing/2014/main" id="{466357A6-9041-4661-8A55-C7CD4A1CAFC1}"/>
              </a:ext>
            </a:extLst>
          </p:cNvPr>
          <p:cNvSpPr>
            <a:spLocks noGrp="1" noChangeArrowheads="1"/>
          </p:cNvSpPr>
          <p:nvPr>
            <p:ph type="title"/>
          </p:nvPr>
        </p:nvSpPr>
        <p:spPr>
          <a:xfrm>
            <a:off x="457200" y="274638"/>
            <a:ext cx="8229600" cy="633412"/>
          </a:xfrm>
        </p:spPr>
        <p:txBody>
          <a:bodyPr/>
          <a:lstStyle/>
          <a:p>
            <a:r>
              <a:rPr lang="en-US" altLang="ko-KR" sz="2400" u="sng" dirty="0">
                <a:solidFill>
                  <a:srgbClr val="800080"/>
                </a:solidFill>
              </a:rPr>
              <a:t>Continuous</a:t>
            </a:r>
            <a:r>
              <a:rPr lang="en-US" altLang="ko-KR" sz="2400" dirty="0">
                <a:solidFill>
                  <a:srgbClr val="800080"/>
                </a:solidFill>
              </a:rPr>
              <a:t> State Spaces</a:t>
            </a:r>
          </a:p>
        </p:txBody>
      </p:sp>
      <p:sp>
        <p:nvSpPr>
          <p:cNvPr id="23557" name="슬라이드 번호 개체 틀 1">
            <a:extLst>
              <a:ext uri="{FF2B5EF4-FFF2-40B4-BE49-F238E27FC236}">
                <a16:creationId xmlns:a16="http://schemas.microsoft.com/office/drawing/2014/main" id="{A449CAA5-0FFC-4AF8-834A-9CD59ECDF30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2E9B330C-5CE1-4658-83BD-3D50D7276473}" type="slidenum">
              <a:rPr lang="ko-KR" altLang="en-US" sz="1200">
                <a:solidFill>
                  <a:srgbClr val="898989"/>
                </a:solidFill>
                <a:latin typeface="Book Antiqua" panose="02040602050305030304" pitchFamily="18" charset="0"/>
              </a:rPr>
              <a:pPr>
                <a:lnSpc>
                  <a:spcPct val="100000"/>
                </a:lnSpc>
                <a:spcBef>
                  <a:spcPct val="0"/>
                </a:spcBef>
                <a:buFontTx/>
                <a:buNone/>
              </a:pPr>
              <a:t>16</a:t>
            </a:fld>
            <a:endParaRPr lang="en-US" altLang="ko-KR" sz="1200">
              <a:solidFill>
                <a:srgbClr val="898989"/>
              </a:solidFill>
              <a:latin typeface="Book Antiqua" panose="02040602050305030304" pitchFamily="18" charset="0"/>
            </a:endParaRPr>
          </a:p>
        </p:txBody>
      </p:sp>
      <p:pic>
        <p:nvPicPr>
          <p:cNvPr id="11" name="Picture 2">
            <a:extLst>
              <a:ext uri="{FF2B5EF4-FFF2-40B4-BE49-F238E27FC236}">
                <a16:creationId xmlns:a16="http://schemas.microsoft.com/office/drawing/2014/main" id="{6EB83561-881B-49C5-B8FB-D780F0B3E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71478"/>
            <a:ext cx="2330480" cy="131572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말풍선: 모서리가 둥근 사각형 1">
            <a:extLst>
              <a:ext uri="{FF2B5EF4-FFF2-40B4-BE49-F238E27FC236}">
                <a16:creationId xmlns:a16="http://schemas.microsoft.com/office/drawing/2014/main" id="{636DA159-CA12-3A9E-9C7B-B3323FB8B682}"/>
              </a:ext>
            </a:extLst>
          </p:cNvPr>
          <p:cNvSpPr/>
          <p:nvPr/>
        </p:nvSpPr>
        <p:spPr>
          <a:xfrm>
            <a:off x="1286446" y="446942"/>
            <a:ext cx="1425699" cy="288804"/>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ko-KR" altLang="en-US" sz="1200">
                <a:solidFill>
                  <a:schemeClr val="tx1"/>
                </a:solidFill>
                <a:latin typeface="나눔스퀘어_ac" panose="020B0600000101010101" pitchFamily="50" charset="-127"/>
                <a:ea typeface="나눔스퀘어_ac" panose="020B0600000101010101" pitchFamily="50" charset="-127"/>
              </a:rPr>
              <a:t>연속 상태 공간</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4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4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4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4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24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24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24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24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242">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242">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24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242" name="Rectangle 3">
                <a:extLst>
                  <a:ext uri="{FF2B5EF4-FFF2-40B4-BE49-F238E27FC236}">
                    <a16:creationId xmlns:a16="http://schemas.microsoft.com/office/drawing/2014/main" id="{6A12022B-A57A-4C97-9313-F452DEB46D1F}"/>
                  </a:ext>
                </a:extLst>
              </p:cNvPr>
              <p:cNvSpPr>
                <a:spLocks noGrp="1" noChangeAspect="1" noChangeArrowheads="1"/>
              </p:cNvSpPr>
              <p:nvPr>
                <p:ph idx="1"/>
              </p:nvPr>
            </p:nvSpPr>
            <p:spPr>
              <a:xfrm>
                <a:off x="457200" y="981075"/>
                <a:ext cx="8229600" cy="5256213"/>
              </a:xfrm>
            </p:spPr>
            <p:txBody>
              <a:bodyPr/>
              <a:lstStyle/>
              <a:p>
                <a:pPr latinLnBrk="0">
                  <a:defRPr/>
                </a:pPr>
                <a:r>
                  <a:rPr lang="en-US" altLang="ko-KR" sz="1800" dirty="0">
                    <a:solidFill>
                      <a:srgbClr val="990033"/>
                    </a:solidFill>
                  </a:rPr>
                  <a:t>Gradient (</a:t>
                </a:r>
                <a:r>
                  <a:rPr lang="ko-KR" altLang="en-US" sz="1800" dirty="0">
                    <a:solidFill>
                      <a:srgbClr val="990033"/>
                    </a:solidFill>
                    <a:ea typeface="나눔스퀘어_ac" panose="020B0600000101010101" pitchFamily="50" charset="-127"/>
                  </a:rPr>
                  <a:t>미분</a:t>
                </a:r>
                <a:r>
                  <a:rPr lang="en-US" altLang="ko-KR" sz="1800" dirty="0">
                    <a:solidFill>
                      <a:srgbClr val="990033"/>
                    </a:solidFill>
                    <a:ea typeface="나눔스퀘어_ac" panose="020B0600000101010101" pitchFamily="50" charset="-127"/>
                  </a:rPr>
                  <a:t>, </a:t>
                </a:r>
                <a:r>
                  <a:rPr lang="ko-KR" altLang="en-US" sz="1800" dirty="0">
                    <a:solidFill>
                      <a:srgbClr val="990033"/>
                    </a:solidFill>
                    <a:ea typeface="나눔스퀘어_ac" panose="020B0600000101010101" pitchFamily="50" charset="-127"/>
                  </a:rPr>
                  <a:t>기울기</a:t>
                </a:r>
                <a:r>
                  <a:rPr lang="en-US" altLang="ko-KR" sz="1800" dirty="0">
                    <a:solidFill>
                      <a:srgbClr val="990033"/>
                    </a:solidFill>
                  </a:rPr>
                  <a:t>)  method</a:t>
                </a:r>
              </a:p>
              <a:p>
                <a:pPr lvl="1" latinLnBrk="0">
                  <a:defRPr/>
                </a:pPr>
                <a:r>
                  <a:rPr lang="en-US" sz="1600" dirty="0"/>
                  <a:t>Given an objective function </a:t>
                </a:r>
                <a14:m>
                  <m:oMath xmlns:m="http://schemas.openxmlformats.org/officeDocument/2006/math">
                    <m:r>
                      <a:rPr lang="en-US" altLang="ko-KR" sz="1600" i="1" dirty="0" smtClean="0">
                        <a:latin typeface="Cambria Math" panose="02040503050406030204" pitchFamily="18" charset="0"/>
                        <a:ea typeface="나눔스퀘어_ac" panose="020B0600000101010101" pitchFamily="50" charset="-127"/>
                      </a:rPr>
                      <m:t>𝑓</m:t>
                    </m:r>
                  </m:oMath>
                </a14:m>
                <a:r>
                  <a:rPr lang="en-US" altLang="ko-KR" sz="1600" dirty="0"/>
                  <a:t>, gradient ( </a:t>
                </a:r>
                <a14:m>
                  <m:oMath xmlns:m="http://schemas.openxmlformats.org/officeDocument/2006/math">
                    <m:r>
                      <a:rPr lang="ko-KR" altLang="en-US" sz="1600" i="1" dirty="0" smtClean="0">
                        <a:latin typeface="Cambria Math" panose="02040503050406030204" pitchFamily="18" charset="0"/>
                        <a:sym typeface="Symbol" pitchFamily="18" charset="2"/>
                      </a:rPr>
                      <m:t></m:t>
                    </m:r>
                    <m:r>
                      <a:rPr lang="en-US" altLang="ko-KR" sz="1600" i="1" dirty="0">
                        <a:latin typeface="Cambria Math" panose="02040503050406030204" pitchFamily="18" charset="0"/>
                      </a:rPr>
                      <m:t>𝑓</m:t>
                    </m:r>
                    <m:r>
                      <a:rPr lang="en-US" altLang="ko-KR" sz="1600" i="1" dirty="0">
                        <a:latin typeface="Cambria Math" panose="02040503050406030204" pitchFamily="18" charset="0"/>
                      </a:rPr>
                      <m:t> </m:t>
                    </m:r>
                  </m:oMath>
                </a14:m>
                <a:r>
                  <a:rPr lang="en-US" altLang="ko-KR" sz="1600" dirty="0"/>
                  <a:t>) </a:t>
                </a:r>
                <a:r>
                  <a:rPr lang="en-US" sz="1600" dirty="0"/>
                  <a:t>indicates </a:t>
                </a:r>
                <a:r>
                  <a:rPr lang="en-US" sz="1600" u="sng" dirty="0"/>
                  <a:t>the direction that increases the objective function</a:t>
                </a:r>
                <a:endParaRPr lang="en-US" altLang="ko-KR" sz="1600" u="sng" dirty="0">
                  <a:ea typeface="나눔스퀘어_ac" panose="020B0600000101010101" pitchFamily="50" charset="-127"/>
                </a:endParaRPr>
              </a:p>
              <a:p>
                <a:pPr lvl="1" latinLnBrk="0">
                  <a:defRPr/>
                </a:pPr>
                <a:endParaRPr lang="en-US" altLang="ko-KR" sz="1600" dirty="0"/>
              </a:p>
              <a:p>
                <a:pPr lvl="1" latinLnBrk="0">
                  <a:defRPr/>
                </a:pPr>
                <a:endParaRPr lang="en-US" altLang="ko-KR" sz="1600" dirty="0"/>
              </a:p>
              <a:p>
                <a:pPr lvl="1" latinLnBrk="0">
                  <a:defRPr/>
                </a:pPr>
                <a:r>
                  <a:rPr lang="en-US" sz="1600" dirty="0"/>
                  <a:t>The Gradient method incrementally updates the state/solution </a:t>
                </a:r>
                <a14:m>
                  <m:oMath xmlns:m="http://schemas.openxmlformats.org/officeDocument/2006/math">
                    <m:r>
                      <a:rPr lang="en-US" altLang="ko-KR" sz="1600" i="1" dirty="0">
                        <a:latin typeface="Cambria Math" panose="02040503050406030204" pitchFamily="18" charset="0"/>
                      </a:rPr>
                      <m:t>(=</m:t>
                    </m:r>
                    <m:r>
                      <a:rPr lang="en-US" altLang="ko-KR" sz="1600" i="1" dirty="0">
                        <a:latin typeface="Cambria Math" panose="02040503050406030204" pitchFamily="18" charset="0"/>
                      </a:rPr>
                      <m:t>𝑥</m:t>
                    </m:r>
                    <m:r>
                      <a:rPr lang="en-US" altLang="ko-KR" sz="1600" i="1" dirty="0">
                        <a:latin typeface="Cambria Math" panose="02040503050406030204" pitchFamily="18" charset="0"/>
                      </a:rPr>
                      <m:t>)</m:t>
                    </m:r>
                  </m:oMath>
                </a14:m>
                <a:r>
                  <a:rPr lang="en-US" sz="1600" dirty="0"/>
                  <a:t> in the direction that increases the objective function </a:t>
                </a:r>
                <a14:m>
                  <m:oMath xmlns:m="http://schemas.openxmlformats.org/officeDocument/2006/math">
                    <m:r>
                      <a:rPr lang="en-US" altLang="ko-KR" sz="1600" i="1" dirty="0" smtClean="0">
                        <a:latin typeface="Cambria Math" panose="02040503050406030204" pitchFamily="18" charset="0"/>
                      </a:rPr>
                      <m:t>𝑓</m:t>
                    </m:r>
                  </m:oMath>
                </a14:m>
                <a:r>
                  <a:rPr lang="en-US" sz="1600" dirty="0"/>
                  <a:t>, using the gradient </a:t>
                </a:r>
                <a:endParaRPr lang="en-US" altLang="ko-KR" sz="1600" dirty="0">
                  <a:ea typeface="나눔스퀘어_ac" panose="020B0600000101010101" pitchFamily="50" charset="-127"/>
                </a:endParaRPr>
              </a:p>
              <a:p>
                <a:pPr lvl="2" latinLnBrk="0">
                  <a:defRPr/>
                </a:pPr>
                <a:r>
                  <a:rPr lang="en-US" altLang="ko-KR" sz="1400" dirty="0">
                    <a:ea typeface="나눔스퀘어_ac" panose="020B0600000101010101" pitchFamily="50" charset="-127"/>
                  </a:rPr>
                  <a:t>If the Gradient =</a:t>
                </a:r>
                <a:r>
                  <a:rPr lang="ko-KR" altLang="en-US" sz="1400" dirty="0">
                    <a:ea typeface="나눔스퀘어_ac" panose="020B0600000101010101" pitchFamily="50" charset="-127"/>
                  </a:rPr>
                  <a:t> </a:t>
                </a:r>
                <a:r>
                  <a:rPr lang="en-US" altLang="ko-KR" sz="1400" dirty="0">
                    <a:ea typeface="나눔스퀘어_ac" panose="020B0600000101010101" pitchFamily="50" charset="-127"/>
                  </a:rPr>
                  <a:t>0, </a:t>
                </a:r>
                <a:r>
                  <a:rPr lang="en-US" sz="1400" dirty="0"/>
                  <a:t>it is assumed the optimal solution has </a:t>
                </a:r>
                <a:br>
                  <a:rPr lang="en-US" sz="1400" dirty="0"/>
                </a:br>
                <a:r>
                  <a:rPr lang="en-US" sz="1400" dirty="0"/>
                  <a:t>been found, as there is no longer a direction to increase </a:t>
                </a:r>
                <a:br>
                  <a:rPr lang="en-US" sz="1400" dirty="0"/>
                </a:br>
                <a:r>
                  <a:rPr lang="en-US" sz="1400" dirty="0"/>
                  <a:t>the objective function (Note: The optimal solution found may </a:t>
                </a:r>
                <a:br>
                  <a:rPr lang="en-US" sz="1400" dirty="0"/>
                </a:br>
                <a:r>
                  <a:rPr lang="en-US" sz="1400" dirty="0"/>
                  <a:t>not always be the global optimal solution)</a:t>
                </a:r>
                <a:endParaRPr lang="en-US" altLang="ko-KR" sz="1400" dirty="0">
                  <a:ea typeface="나눔스퀘어_ac" panose="020B0600000101010101" pitchFamily="50" charset="-127"/>
                </a:endParaRPr>
              </a:p>
              <a:p>
                <a:pPr lvl="2" latinLnBrk="0">
                  <a:defRPr/>
                </a:pPr>
                <a:r>
                  <a:rPr lang="en-US" altLang="ko-KR" sz="1400" dirty="0">
                    <a:ea typeface="나눔스퀘어_ac" panose="020B0600000101010101" pitchFamily="50" charset="-127"/>
                  </a:rPr>
                  <a:t>It is an effective technique for finding the </a:t>
                </a:r>
                <a14:m>
                  <m:oMath xmlns:m="http://schemas.openxmlformats.org/officeDocument/2006/math">
                    <m:r>
                      <a:rPr lang="en-US" altLang="ko-KR" sz="1400" i="1" dirty="0">
                        <a:latin typeface="Cambria Math" panose="02040503050406030204" pitchFamily="18" charset="0"/>
                      </a:rPr>
                      <m:t>𝑥</m:t>
                    </m:r>
                    <m:r>
                      <a:rPr lang="en-US" altLang="ko-KR" sz="1400" i="1" dirty="0">
                        <a:latin typeface="Cambria Math" panose="02040503050406030204" pitchFamily="18" charset="0"/>
                      </a:rPr>
                      <m:t> </m:t>
                    </m:r>
                  </m:oMath>
                </a14:m>
                <a:r>
                  <a:rPr lang="en-US" altLang="ko-KR" sz="1400" dirty="0">
                    <a:ea typeface="나눔스퀘어_ac" panose="020B0600000101010101" pitchFamily="50" charset="-127"/>
                  </a:rPr>
                  <a:t>that maximizes </a:t>
                </a:r>
                <a:br>
                  <a:rPr lang="en-US" altLang="ko-KR" sz="1400" dirty="0">
                    <a:ea typeface="나눔스퀘어_ac" panose="020B0600000101010101" pitchFamily="50" charset="-127"/>
                  </a:rPr>
                </a:br>
                <a:r>
                  <a:rPr lang="en-US" altLang="ko-KR" sz="1400" dirty="0">
                    <a:ea typeface="나눔스퀘어_ac" panose="020B0600000101010101" pitchFamily="50" charset="-127"/>
                  </a:rPr>
                  <a:t>the objective function </a:t>
                </a:r>
                <a14:m>
                  <m:oMath xmlns:m="http://schemas.openxmlformats.org/officeDocument/2006/math">
                    <m:r>
                      <a:rPr lang="en-US" altLang="ko-KR" sz="1400" i="1" dirty="0">
                        <a:latin typeface="Cambria Math" panose="02040503050406030204" pitchFamily="18" charset="0"/>
                      </a:rPr>
                      <m:t>𝑓</m:t>
                    </m:r>
                  </m:oMath>
                </a14:m>
                <a:r>
                  <a:rPr lang="en-US" altLang="ko-KR" sz="1400" dirty="0">
                    <a:ea typeface="나눔스퀘어_ac" panose="020B0600000101010101" pitchFamily="50" charset="-127"/>
                  </a:rPr>
                  <a:t> in a continuous state space </a:t>
                </a:r>
                <a:endParaRPr lang="en-US" altLang="ko-KR" sz="1400" dirty="0">
                  <a:sym typeface="Wingdings" panose="05000000000000000000" pitchFamily="2" charset="2"/>
                </a:endParaRPr>
              </a:p>
              <a:p>
                <a:pPr lvl="2" latinLnBrk="0">
                  <a:defRPr/>
                </a:pPr>
                <a:endParaRPr lang="en-US" altLang="ko-KR" sz="1400" dirty="0">
                  <a:sym typeface="Wingdings" panose="05000000000000000000" pitchFamily="2" charset="2"/>
                </a:endParaRPr>
              </a:p>
              <a:p>
                <a:pPr lvl="2" latinLnBrk="0">
                  <a:defRPr/>
                </a:pPr>
                <a:r>
                  <a:rPr lang="en-US" altLang="ko-KR" sz="1400" dirty="0">
                    <a:ea typeface="나눔스퀘어_ac" panose="020B0600000101010101" pitchFamily="50" charset="-127"/>
                    <a:sym typeface="Wingdings" panose="05000000000000000000" pitchFamily="2" charset="2"/>
                  </a:rPr>
                  <a:t>Comparison: Hill-Climbing must select the best state among neighboring states based on the </a:t>
                </a:r>
                <a:r>
                  <a:rPr lang="en-US" altLang="ko-KR" sz="1400" u="sng" dirty="0">
                    <a:ea typeface="나눔스퀘어_ac" panose="020B0600000101010101" pitchFamily="50" charset="-127"/>
                    <a:sym typeface="Wingdings" panose="05000000000000000000" pitchFamily="2" charset="2"/>
                  </a:rPr>
                  <a:t>current state </a:t>
                </a:r>
                <a14:m>
                  <m:oMath xmlns:m="http://schemas.openxmlformats.org/officeDocument/2006/math">
                    <m:r>
                      <a:rPr lang="en-US" altLang="ko-KR" sz="1400" i="1" u="sng" dirty="0" smtClean="0">
                        <a:latin typeface="Cambria Math" panose="02040503050406030204" pitchFamily="18" charset="0"/>
                        <a:ea typeface="나눔스퀘어_ac" panose="020B0600000101010101" pitchFamily="50" charset="-127"/>
                        <a:sym typeface="Wingdings" panose="05000000000000000000" pitchFamily="2" charset="2"/>
                      </a:rPr>
                      <m:t>(=</m:t>
                    </m:r>
                    <m:r>
                      <a:rPr lang="en-US" altLang="ko-KR" sz="1400" i="1" u="sng" dirty="0" smtClean="0">
                        <a:latin typeface="Cambria Math" panose="02040503050406030204" pitchFamily="18" charset="0"/>
                        <a:ea typeface="나눔스퀘어_ac" panose="020B0600000101010101" pitchFamily="50" charset="-127"/>
                        <a:sym typeface="Wingdings" panose="05000000000000000000" pitchFamily="2" charset="2"/>
                      </a:rPr>
                      <m:t>𝑥</m:t>
                    </m:r>
                    <m:r>
                      <a:rPr lang="en-US" altLang="ko-KR" sz="1400" i="1" u="sng" dirty="0" smtClean="0">
                        <a:latin typeface="Cambria Math" panose="02040503050406030204" pitchFamily="18" charset="0"/>
                        <a:ea typeface="나눔스퀘어_ac" panose="020B0600000101010101" pitchFamily="50" charset="-127"/>
                        <a:sym typeface="Wingdings" panose="05000000000000000000" pitchFamily="2" charset="2"/>
                      </a:rPr>
                      <m:t>)</m:t>
                    </m:r>
                  </m:oMath>
                </a14:m>
                <a:r>
                  <a:rPr lang="en-US" altLang="ko-KR" sz="1400" dirty="0">
                    <a:ea typeface="나눔스퀘어_ac" panose="020B0600000101010101" pitchFamily="50" charset="-127"/>
                    <a:sym typeface="Wingdings" panose="05000000000000000000" pitchFamily="2" charset="2"/>
                  </a:rPr>
                  <a:t>, while the gradient method uses </a:t>
                </a:r>
                <a:r>
                  <a:rPr lang="en-US" altLang="ko-KR" sz="1400" u="sng" dirty="0">
                    <a:ea typeface="나눔스퀘어_ac" panose="020B0600000101010101" pitchFamily="50" charset="-127"/>
                    <a:sym typeface="Wingdings" panose="05000000000000000000" pitchFamily="2" charset="2"/>
                  </a:rPr>
                  <a:t>the gradient </a:t>
                </a:r>
                <a:r>
                  <a:rPr lang="en-US" altLang="ko-KR" sz="1400" dirty="0">
                    <a:ea typeface="나눔스퀘어_ac" panose="020B0600000101010101" pitchFamily="50" charset="-127"/>
                    <a:sym typeface="Wingdings" panose="05000000000000000000" pitchFamily="2" charset="2"/>
                  </a:rPr>
                  <a:t>to find the best neighboring state in one step.</a:t>
                </a:r>
                <a:endParaRPr lang="en-US" altLang="ko-KR" sz="1400" dirty="0">
                  <a:ea typeface="나눔스퀘어_ac" panose="020B0600000101010101" pitchFamily="50" charset="-127"/>
                </a:endParaRPr>
              </a:p>
            </p:txBody>
          </p:sp>
        </mc:Choice>
        <mc:Fallback>
          <p:sp>
            <p:nvSpPr>
              <p:cNvPr id="10242" name="Rectangle 3">
                <a:extLst>
                  <a:ext uri="{FF2B5EF4-FFF2-40B4-BE49-F238E27FC236}">
                    <a16:creationId xmlns:a16="http://schemas.microsoft.com/office/drawing/2014/main" id="{6A12022B-A57A-4C97-9313-F452DEB46D1F}"/>
                  </a:ext>
                </a:extLst>
              </p:cNvPr>
              <p:cNvSpPr>
                <a:spLocks noGrp="1" noRot="1" noChangeAspect="1" noMove="1" noResize="1" noEditPoints="1" noAdjustHandles="1" noChangeArrowheads="1" noChangeShapeType="1" noTextEdit="1"/>
              </p:cNvSpPr>
              <p:nvPr>
                <p:ph idx="1"/>
              </p:nvPr>
            </p:nvSpPr>
            <p:spPr>
              <a:xfrm>
                <a:off x="457200" y="981075"/>
                <a:ext cx="8229600" cy="5256213"/>
              </a:xfrm>
              <a:blipFill>
                <a:blip r:embed="rId2"/>
                <a:stretch>
                  <a:fillRect l="-444" t="-232" r="-74"/>
                </a:stretch>
              </a:blipFill>
            </p:spPr>
            <p:txBody>
              <a:bodyPr/>
              <a:lstStyle/>
              <a:p>
                <a:r>
                  <a:rPr lang="en-US">
                    <a:noFill/>
                  </a:rPr>
                  <a:t> </a:t>
                </a:r>
              </a:p>
            </p:txBody>
          </p:sp>
        </mc:Fallback>
      </mc:AlternateContent>
      <p:sp>
        <p:nvSpPr>
          <p:cNvPr id="23555" name="Rectangle 2">
            <a:extLst>
              <a:ext uri="{FF2B5EF4-FFF2-40B4-BE49-F238E27FC236}">
                <a16:creationId xmlns:a16="http://schemas.microsoft.com/office/drawing/2014/main" id="{466357A6-9041-4661-8A55-C7CD4A1CAFC1}"/>
              </a:ext>
            </a:extLst>
          </p:cNvPr>
          <p:cNvSpPr>
            <a:spLocks noGrp="1" noChangeArrowheads="1"/>
          </p:cNvSpPr>
          <p:nvPr>
            <p:ph type="title"/>
          </p:nvPr>
        </p:nvSpPr>
        <p:spPr>
          <a:xfrm>
            <a:off x="457200" y="274638"/>
            <a:ext cx="8229600" cy="633412"/>
          </a:xfrm>
        </p:spPr>
        <p:txBody>
          <a:bodyPr/>
          <a:lstStyle/>
          <a:p>
            <a:r>
              <a:rPr lang="en-US" altLang="ko-KR" sz="2400" u="sng" dirty="0">
                <a:solidFill>
                  <a:srgbClr val="800080"/>
                </a:solidFill>
              </a:rPr>
              <a:t>Continuous</a:t>
            </a:r>
            <a:r>
              <a:rPr lang="en-US" altLang="ko-KR" sz="2400" dirty="0">
                <a:solidFill>
                  <a:srgbClr val="800080"/>
                </a:solidFill>
              </a:rPr>
              <a:t> State Spaces &amp; Gradient Method</a:t>
            </a:r>
          </a:p>
        </p:txBody>
      </p:sp>
      <p:sp>
        <p:nvSpPr>
          <p:cNvPr id="18434" name="바닥글 개체 틀 4">
            <a:extLst>
              <a:ext uri="{FF2B5EF4-FFF2-40B4-BE49-F238E27FC236}">
                <a16:creationId xmlns:a16="http://schemas.microsoft.com/office/drawing/2014/main" id="{0E452E78-B038-43CC-8976-6B9E03C7AFF7}"/>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3557" name="슬라이드 번호 개체 틀 1">
            <a:extLst>
              <a:ext uri="{FF2B5EF4-FFF2-40B4-BE49-F238E27FC236}">
                <a16:creationId xmlns:a16="http://schemas.microsoft.com/office/drawing/2014/main" id="{A449CAA5-0FFC-4AF8-834A-9CD59ECDF30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2E9B330C-5CE1-4658-83BD-3D50D7276473}" type="slidenum">
              <a:rPr lang="ko-KR" altLang="en-US" sz="1200">
                <a:solidFill>
                  <a:srgbClr val="898989"/>
                </a:solidFill>
                <a:latin typeface="Book Antiqua" panose="02040602050305030304" pitchFamily="18" charset="0"/>
              </a:rPr>
              <a:pPr>
                <a:lnSpc>
                  <a:spcPct val="100000"/>
                </a:lnSpc>
                <a:spcBef>
                  <a:spcPct val="0"/>
                </a:spcBef>
                <a:buFontTx/>
                <a:buNone/>
              </a:pPr>
              <a:t>17</a:t>
            </a:fld>
            <a:endParaRPr lang="en-US" altLang="ko-KR" sz="1200">
              <a:solidFill>
                <a:srgbClr val="898989"/>
              </a:solidFill>
              <a:latin typeface="Book Antiqua" panose="02040602050305030304" pitchFamily="18" charset="0"/>
            </a:endParaRPr>
          </a:p>
        </p:txBody>
      </p:sp>
      <p:pic>
        <p:nvPicPr>
          <p:cNvPr id="13" name="Picture 14" descr="gradient descent에 대한 이미지 검색결과">
            <a:extLst>
              <a:ext uri="{FF2B5EF4-FFF2-40B4-BE49-F238E27FC236}">
                <a16:creationId xmlns:a16="http://schemas.microsoft.com/office/drawing/2014/main" id="{55F6CED8-8E63-4E54-BD7A-566854C6CD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138" y="3458925"/>
            <a:ext cx="2682100" cy="172819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F7338AC7-54AC-5006-C9AA-2C24A9355D19}"/>
                  </a:ext>
                </a:extLst>
              </p:cNvPr>
              <p:cNvSpPr txBox="1"/>
              <p:nvPr/>
            </p:nvSpPr>
            <p:spPr>
              <a:xfrm>
                <a:off x="1259632" y="2060848"/>
                <a:ext cx="2595134" cy="53751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kumimoji="0" lang="en-US" altLang="en-US" i="1" dirty="0" smtClean="0">
                              <a:latin typeface="Cambria Math" panose="02040503050406030204" pitchFamily="18" charset="0"/>
                              <a:ea typeface="Google Sans Text"/>
                            </a:rPr>
                          </m:ctrlPr>
                        </m:fPr>
                        <m:num>
                          <m:r>
                            <a:rPr kumimoji="0" lang="en-US" altLang="en-US" i="1" dirty="0">
                              <a:latin typeface="Arial" panose="020B0604020202020204" pitchFamily="34" charset="0"/>
                              <a:ea typeface="Google Sans Text"/>
                            </a:rPr>
                            <m:t>𝑑𝑦</m:t>
                          </m:r>
                        </m:num>
                        <m:den>
                          <m:r>
                            <a:rPr kumimoji="0" lang="en-US" altLang="en-US" i="1" dirty="0">
                              <a:latin typeface="Arial" panose="020B0604020202020204" pitchFamily="34" charset="0"/>
                              <a:ea typeface="Google Sans Text"/>
                            </a:rPr>
                            <m:t>𝑑𝑥</m:t>
                          </m:r>
                        </m:den>
                      </m:f>
                      <m:r>
                        <a:rPr kumimoji="0" lang="en-US" altLang="en-US" i="1" dirty="0">
                          <a:latin typeface="Arial" panose="020B0604020202020204" pitchFamily="34" charset="0"/>
                          <a:ea typeface="Google Sans Text"/>
                        </a:rPr>
                        <m:t>=</m:t>
                      </m:r>
                      <m:func>
                        <m:funcPr>
                          <m:ctrlPr>
                            <a:rPr kumimoji="0" lang="en-US" altLang="en-US" i="1" dirty="0">
                              <a:latin typeface="Cambria Math" panose="02040503050406030204" pitchFamily="18" charset="0"/>
                              <a:ea typeface="Google Sans Text"/>
                            </a:rPr>
                          </m:ctrlPr>
                        </m:funcPr>
                        <m:fName>
                          <m:limLow>
                            <m:limLowPr>
                              <m:ctrlPr>
                                <a:rPr kumimoji="0" lang="en-US" altLang="en-US" i="1" dirty="0">
                                  <a:latin typeface="Cambria Math" panose="02040503050406030204" pitchFamily="18" charset="0"/>
                                  <a:ea typeface="Google Sans Text"/>
                                </a:rPr>
                              </m:ctrlPr>
                            </m:limLowPr>
                            <m:e>
                              <m:r>
                                <m:rPr>
                                  <m:sty m:val="p"/>
                                </m:rPr>
                                <a:rPr kumimoji="0" lang="en-US" altLang="en-US" i="0" dirty="0">
                                  <a:latin typeface="Arial" panose="020B0604020202020204" pitchFamily="34" charset="0"/>
                                  <a:ea typeface="Google Sans Text"/>
                                </a:rPr>
                                <m:t>lim</m:t>
                              </m:r>
                            </m:e>
                            <m:lim>
                              <m:r>
                                <a:rPr kumimoji="0" lang="en-US" altLang="en-US" i="1" dirty="0">
                                  <a:latin typeface="Arial" panose="020B0604020202020204" pitchFamily="34" charset="0"/>
                                  <a:ea typeface="Google Sans Text"/>
                                </a:rPr>
                                <m:t>h</m:t>
                              </m:r>
                              <m:r>
                                <a:rPr kumimoji="0" lang="en-US" altLang="en-US" i="1" dirty="0">
                                  <a:latin typeface="Arial" panose="020B0604020202020204" pitchFamily="34" charset="0"/>
                                  <a:ea typeface="Google Sans Text"/>
                                </a:rPr>
                                <m:t>→0</m:t>
                              </m:r>
                            </m:lim>
                          </m:limLow>
                        </m:fName>
                        <m:e>
                          <m:f>
                            <m:fPr>
                              <m:ctrlPr>
                                <a:rPr kumimoji="0" lang="en-US" altLang="en-US" i="1" dirty="0">
                                  <a:latin typeface="Cambria Math" panose="02040503050406030204" pitchFamily="18" charset="0"/>
                                  <a:ea typeface="Google Sans Text"/>
                                </a:rPr>
                              </m:ctrlPr>
                            </m:fPr>
                            <m:num>
                              <m:r>
                                <a:rPr kumimoji="0" lang="en-US" altLang="en-US" i="1" dirty="0">
                                  <a:latin typeface="Cambria Math" panose="02040503050406030204" pitchFamily="18" charset="0"/>
                                  <a:ea typeface="Google Sans Text"/>
                                </a:rPr>
                                <m:t>𝑓</m:t>
                              </m:r>
                              <m:d>
                                <m:dPr>
                                  <m:ctrlPr>
                                    <a:rPr kumimoji="0" lang="en-US" altLang="en-US" i="1" dirty="0">
                                      <a:latin typeface="Cambria Math" panose="02040503050406030204" pitchFamily="18" charset="0"/>
                                      <a:ea typeface="Google Sans Text"/>
                                    </a:rPr>
                                  </m:ctrlPr>
                                </m:dPr>
                                <m:e>
                                  <m:r>
                                    <a:rPr kumimoji="0" lang="en-US" altLang="en-US" i="1" dirty="0">
                                      <a:latin typeface="Cambria Math" panose="02040503050406030204" pitchFamily="18" charset="0"/>
                                      <a:ea typeface="Google Sans Text"/>
                                    </a:rPr>
                                    <m:t>𝑥</m:t>
                                  </m:r>
                                  <m:r>
                                    <a:rPr kumimoji="0" lang="en-US" altLang="en-US" i="1" dirty="0">
                                      <a:latin typeface="Cambria Math" panose="02040503050406030204" pitchFamily="18" charset="0"/>
                                      <a:ea typeface="Google Sans Text"/>
                                    </a:rPr>
                                    <m:t>+</m:t>
                                  </m:r>
                                  <m:r>
                                    <a:rPr kumimoji="0" lang="en-US" altLang="en-US" i="1" dirty="0">
                                      <a:latin typeface="Cambria Math" panose="02040503050406030204" pitchFamily="18" charset="0"/>
                                      <a:ea typeface="Google Sans Text"/>
                                    </a:rPr>
                                    <m:t>h</m:t>
                                  </m:r>
                                </m:e>
                              </m:d>
                              <m:r>
                                <a:rPr kumimoji="0" lang="en-US" altLang="en-US" i="1" dirty="0">
                                  <a:latin typeface="Cambria Math" panose="02040503050406030204" pitchFamily="18" charset="0"/>
                                  <a:ea typeface="Google Sans Text"/>
                                </a:rPr>
                                <m:t>−</m:t>
                              </m:r>
                              <m:r>
                                <a:rPr kumimoji="0" lang="en-US" altLang="en-US" i="1" dirty="0">
                                  <a:latin typeface="Cambria Math" panose="02040503050406030204" pitchFamily="18" charset="0"/>
                                  <a:ea typeface="Google Sans Text"/>
                                </a:rPr>
                                <m:t>𝑓</m:t>
                              </m:r>
                              <m:d>
                                <m:dPr>
                                  <m:ctrlPr>
                                    <a:rPr kumimoji="0" lang="en-US" altLang="en-US" i="1" dirty="0">
                                      <a:latin typeface="Cambria Math" panose="02040503050406030204" pitchFamily="18" charset="0"/>
                                      <a:ea typeface="Google Sans Text"/>
                                    </a:rPr>
                                  </m:ctrlPr>
                                </m:dPr>
                                <m:e>
                                  <m:r>
                                    <a:rPr kumimoji="0" lang="en-US" altLang="en-US" i="1" dirty="0">
                                      <a:latin typeface="Cambria Math" panose="02040503050406030204" pitchFamily="18" charset="0"/>
                                      <a:ea typeface="Google Sans Text"/>
                                    </a:rPr>
                                    <m:t>𝑥</m:t>
                                  </m:r>
                                </m:e>
                              </m:d>
                            </m:num>
                            <m:den>
                              <m:r>
                                <a:rPr kumimoji="0" lang="en-US" altLang="en-US" i="1" dirty="0">
                                  <a:latin typeface="Cambria Math" panose="02040503050406030204" pitchFamily="18" charset="0"/>
                                  <a:ea typeface="Google Sans Text"/>
                                </a:rPr>
                                <m:t>h</m:t>
                              </m:r>
                            </m:den>
                          </m:f>
                        </m:e>
                      </m:func>
                    </m:oMath>
                  </m:oMathPara>
                </a14:m>
                <a:endParaRPr kumimoji="0" lang="en-US" altLang="en-US" dirty="0">
                  <a:latin typeface="Arial" panose="020B0604020202020204" pitchFamily="34" charset="0"/>
                </a:endParaRPr>
              </a:p>
            </p:txBody>
          </p:sp>
        </mc:Choice>
        <mc:Fallback>
          <p:sp>
            <p:nvSpPr>
              <p:cNvPr id="2" name="TextBox 1">
                <a:extLst>
                  <a:ext uri="{FF2B5EF4-FFF2-40B4-BE49-F238E27FC236}">
                    <a16:creationId xmlns:a16="http://schemas.microsoft.com/office/drawing/2014/main" id="{F7338AC7-54AC-5006-C9AA-2C24A9355D19}"/>
                  </a:ext>
                </a:extLst>
              </p:cNvPr>
              <p:cNvSpPr txBox="1">
                <a:spLocks noRot="1" noChangeAspect="1" noMove="1" noResize="1" noEditPoints="1" noAdjustHandles="1" noChangeArrowheads="1" noChangeShapeType="1" noTextEdit="1"/>
              </p:cNvSpPr>
              <p:nvPr/>
            </p:nvSpPr>
            <p:spPr>
              <a:xfrm>
                <a:off x="1259632" y="2060848"/>
                <a:ext cx="2595134" cy="53751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4778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6A12022B-A57A-4C97-9313-F452DEB46D1F}"/>
              </a:ext>
            </a:extLst>
          </p:cNvPr>
          <p:cNvSpPr>
            <a:spLocks noGrp="1" noChangeAspect="1" noChangeArrowheads="1"/>
          </p:cNvSpPr>
          <p:nvPr>
            <p:ph idx="1"/>
          </p:nvPr>
        </p:nvSpPr>
        <p:spPr>
          <a:xfrm>
            <a:off x="457200" y="981075"/>
            <a:ext cx="8229600" cy="5256213"/>
          </a:xfrm>
        </p:spPr>
        <p:txBody>
          <a:bodyPr/>
          <a:lstStyle/>
          <a:p>
            <a:pPr>
              <a:defRPr/>
            </a:pPr>
            <a:r>
              <a:rPr lang="en-US" altLang="ko-KR" sz="1800" dirty="0">
                <a:solidFill>
                  <a:srgbClr val="990033"/>
                </a:solidFill>
              </a:rPr>
              <a:t>Gradient </a:t>
            </a:r>
            <a:r>
              <a:rPr lang="en-US" altLang="ko-KR" sz="1400" dirty="0">
                <a:solidFill>
                  <a:srgbClr val="990033"/>
                </a:solidFill>
              </a:rPr>
              <a:t>(</a:t>
            </a:r>
            <a:r>
              <a:rPr lang="ko-KR" altLang="en-US" sz="1400" dirty="0">
                <a:solidFill>
                  <a:srgbClr val="990033"/>
                </a:solidFill>
                <a:latin typeface="나눔스퀘어_ac" panose="020B0600000101010101" pitchFamily="50" charset="-127"/>
                <a:ea typeface="나눔스퀘어_ac" panose="020B0600000101010101" pitchFamily="50" charset="-127"/>
              </a:rPr>
              <a:t>미분</a:t>
            </a:r>
            <a:r>
              <a:rPr lang="en-US" altLang="ko-KR" sz="1400" dirty="0">
                <a:solidFill>
                  <a:srgbClr val="990033"/>
                </a:solidFill>
                <a:latin typeface="나눔스퀘어_ac" panose="020B0600000101010101" pitchFamily="50" charset="-127"/>
                <a:ea typeface="나눔스퀘어_ac" panose="020B0600000101010101" pitchFamily="50" charset="-127"/>
              </a:rPr>
              <a:t>, </a:t>
            </a:r>
            <a:r>
              <a:rPr lang="ko-KR" altLang="en-US" sz="1400" dirty="0">
                <a:solidFill>
                  <a:srgbClr val="990033"/>
                </a:solidFill>
                <a:latin typeface="나눔스퀘어_ac" panose="020B0600000101010101" pitchFamily="50" charset="-127"/>
                <a:ea typeface="나눔스퀘어_ac" panose="020B0600000101010101" pitchFamily="50" charset="-127"/>
              </a:rPr>
              <a:t>기울기</a:t>
            </a:r>
            <a:r>
              <a:rPr lang="en-US" altLang="ko-KR" sz="1400" dirty="0">
                <a:solidFill>
                  <a:srgbClr val="990033"/>
                </a:solidFill>
              </a:rPr>
              <a:t>)</a:t>
            </a:r>
            <a:r>
              <a:rPr lang="en-US" altLang="ko-KR" sz="1800" dirty="0">
                <a:solidFill>
                  <a:srgbClr val="990033"/>
                </a:solidFill>
              </a:rPr>
              <a:t> methods</a:t>
            </a:r>
            <a:r>
              <a:rPr lang="en-US" altLang="ko-KR" sz="1800" dirty="0"/>
              <a:t> attempt to use the gradient of the landscape to </a:t>
            </a:r>
            <a:r>
              <a:rPr lang="en-US" altLang="ko-KR" sz="1800" dirty="0">
                <a:solidFill>
                  <a:srgbClr val="0033CC"/>
                </a:solidFill>
              </a:rPr>
              <a:t>maximize</a:t>
            </a:r>
            <a:r>
              <a:rPr lang="en-US" altLang="ko-KR" sz="1800" dirty="0"/>
              <a:t>/</a:t>
            </a:r>
            <a:r>
              <a:rPr lang="en-US" altLang="ko-KR" sz="1800" dirty="0">
                <a:solidFill>
                  <a:srgbClr val="FF0000"/>
                </a:solidFill>
              </a:rPr>
              <a:t>minimize</a:t>
            </a:r>
            <a:r>
              <a:rPr lang="en-US" altLang="ko-KR" sz="1800" dirty="0"/>
              <a:t> </a:t>
            </a:r>
            <a:r>
              <a:rPr lang="en-US" altLang="ko-KR" sz="1800" i="1" dirty="0">
                <a:latin typeface="Times New Roman" pitchFamily="18" charset="0"/>
                <a:cs typeface="Times New Roman" pitchFamily="18" charset="0"/>
              </a:rPr>
              <a:t>f</a:t>
            </a:r>
            <a:r>
              <a:rPr lang="en-US" altLang="ko-KR" sz="1800" baseline="30000" dirty="0"/>
              <a:t> </a:t>
            </a:r>
            <a:r>
              <a:rPr lang="en-US" altLang="ko-KR" sz="1800" dirty="0"/>
              <a:t> by the following update rule:</a:t>
            </a:r>
          </a:p>
          <a:p>
            <a:pPr marL="0" indent="0">
              <a:buFont typeface="Arial" panose="020B0604020202020204" pitchFamily="34" charset="0"/>
              <a:buNone/>
              <a:defRPr/>
            </a:pPr>
            <a:r>
              <a:rPr lang="en-US" altLang="ko-KR" sz="1800" dirty="0"/>
              <a:t>	 </a:t>
            </a:r>
            <a:r>
              <a:rPr lang="en-US" altLang="ko-KR" sz="1800" b="1" dirty="0">
                <a:latin typeface="Times New Roman" pitchFamily="18" charset="0"/>
                <a:cs typeface="Times New Roman" pitchFamily="18" charset="0"/>
              </a:rPr>
              <a:t>x</a:t>
            </a:r>
            <a:r>
              <a:rPr lang="en-US" altLang="ko-KR" sz="1800" dirty="0">
                <a:latin typeface="Times New Roman" pitchFamily="18" charset="0"/>
                <a:cs typeface="Times New Roman" pitchFamily="18" charset="0"/>
              </a:rPr>
              <a:t> </a:t>
            </a:r>
            <a:r>
              <a:rPr lang="ko-KR" altLang="ko-KR" sz="1800" dirty="0">
                <a:sym typeface="Symbol" pitchFamily="18" charset="2"/>
              </a:rPr>
              <a:t></a:t>
            </a:r>
            <a:r>
              <a:rPr lang="ko-KR" altLang="ko-KR" sz="1800" dirty="0">
                <a:latin typeface="Times New Roman" pitchFamily="18" charset="0"/>
                <a:cs typeface="Times New Roman" pitchFamily="18" charset="0"/>
                <a:sym typeface="Symbol" pitchFamily="18" charset="2"/>
              </a:rPr>
              <a:t> </a:t>
            </a:r>
            <a:r>
              <a:rPr lang="en-US" altLang="ko-KR" sz="1800" b="1" dirty="0">
                <a:latin typeface="Times New Roman" pitchFamily="18" charset="0"/>
                <a:cs typeface="Times New Roman" pitchFamily="18" charset="0"/>
              </a:rPr>
              <a:t>x</a:t>
            </a:r>
            <a:r>
              <a:rPr lang="en-US" altLang="ko-KR" sz="1800" dirty="0">
                <a:latin typeface="Times New Roman" pitchFamily="18" charset="0"/>
                <a:cs typeface="Times New Roman" pitchFamily="18" charset="0"/>
              </a:rPr>
              <a:t> </a:t>
            </a:r>
            <a:r>
              <a:rPr lang="en-US" altLang="ko-KR" sz="1800" b="1" dirty="0">
                <a:solidFill>
                  <a:srgbClr val="0033CC"/>
                </a:solidFill>
                <a:latin typeface="Times New Roman" pitchFamily="18" charset="0"/>
                <a:cs typeface="Times New Roman" pitchFamily="18" charset="0"/>
              </a:rPr>
              <a:t>+</a:t>
            </a:r>
            <a:r>
              <a:rPr lang="en-US" altLang="ko-KR" sz="1800" b="1" dirty="0">
                <a:latin typeface="Times New Roman" pitchFamily="18" charset="0"/>
                <a:cs typeface="Times New Roman" pitchFamily="18" charset="0"/>
              </a:rPr>
              <a:t>/</a:t>
            </a:r>
            <a:r>
              <a:rPr lang="en-US" altLang="ko-KR" sz="1800" b="1" dirty="0">
                <a:solidFill>
                  <a:srgbClr val="FF0000"/>
                </a:solidFill>
                <a:latin typeface="Times New Roman" pitchFamily="18" charset="0"/>
                <a:cs typeface="Times New Roman" pitchFamily="18" charset="0"/>
              </a:rPr>
              <a:t>–</a:t>
            </a:r>
            <a:r>
              <a:rPr lang="en-US" altLang="ko-KR" sz="1800" dirty="0">
                <a:latin typeface="Times New Roman" pitchFamily="18" charset="0"/>
                <a:cs typeface="Times New Roman" pitchFamily="18" charset="0"/>
              </a:rPr>
              <a:t> </a:t>
            </a:r>
            <a:r>
              <a:rPr lang="ko-KR" altLang="ko-KR" sz="1800" dirty="0">
                <a:latin typeface="Times New Roman" pitchFamily="18" charset="0"/>
                <a:cs typeface="Times New Roman" pitchFamily="18" charset="0"/>
                <a:sym typeface="Symbol" pitchFamily="18" charset="2"/>
              </a:rPr>
              <a:t></a:t>
            </a:r>
            <a:r>
              <a:rPr lang="en-US" altLang="ko-KR" sz="1400" dirty="0">
                <a:latin typeface="Times New Roman" pitchFamily="18" charset="0"/>
                <a:cs typeface="Times New Roman" pitchFamily="18" charset="0"/>
                <a:sym typeface="Symbol" pitchFamily="18" charset="2"/>
              </a:rPr>
              <a:t> </a:t>
            </a:r>
            <a:r>
              <a:rPr lang="ko-KR" altLang="en-US" sz="1800" dirty="0">
                <a:latin typeface="Times New Roman" pitchFamily="18" charset="0"/>
                <a:cs typeface="Times New Roman" pitchFamily="18" charset="0"/>
                <a:sym typeface="Symbol" pitchFamily="18" charset="2"/>
              </a:rPr>
              <a:t></a:t>
            </a:r>
            <a:r>
              <a:rPr lang="en-US" altLang="ko-KR" sz="1800" dirty="0">
                <a:latin typeface="Times New Roman" pitchFamily="18" charset="0"/>
                <a:cs typeface="Times New Roman" pitchFamily="18" charset="0"/>
              </a:rPr>
              <a:t>f</a:t>
            </a:r>
            <a:r>
              <a:rPr lang="en-US" altLang="ko-KR" sz="1800" dirty="0">
                <a:latin typeface="Times New Roman" pitchFamily="18" charset="0"/>
                <a:cs typeface="Times New Roman" pitchFamily="18" charset="0"/>
                <a:sym typeface="Symbol" pitchFamily="18" charset="2"/>
              </a:rPr>
              <a:t>(</a:t>
            </a:r>
            <a:r>
              <a:rPr lang="en-US" altLang="ko-KR" sz="1800" b="1" dirty="0">
                <a:latin typeface="Times New Roman" pitchFamily="18" charset="0"/>
                <a:cs typeface="Times New Roman" pitchFamily="18" charset="0"/>
                <a:sym typeface="Symbol" pitchFamily="18" charset="2"/>
              </a:rPr>
              <a:t>x</a:t>
            </a:r>
            <a:r>
              <a:rPr lang="en-US" altLang="ko-KR" sz="1800" dirty="0">
                <a:latin typeface="Times New Roman" pitchFamily="18" charset="0"/>
                <a:cs typeface="Times New Roman" pitchFamily="18" charset="0"/>
                <a:sym typeface="Symbol" pitchFamily="18" charset="2"/>
              </a:rPr>
              <a:t>) </a:t>
            </a:r>
            <a:r>
              <a:rPr lang="en-US" altLang="ko-KR" sz="1800" dirty="0">
                <a:cs typeface="Times New Roman" pitchFamily="18" charset="0"/>
                <a:sym typeface="Symbol" pitchFamily="18" charset="2"/>
              </a:rPr>
              <a:t> (</a:t>
            </a:r>
            <a:r>
              <a:rPr lang="ko-KR" altLang="ko-KR" sz="1800" dirty="0">
                <a:latin typeface="Times New Roman" pitchFamily="18" charset="0"/>
                <a:cs typeface="Times New Roman" pitchFamily="18" charset="0"/>
                <a:sym typeface="Symbol" pitchFamily="18" charset="2"/>
              </a:rPr>
              <a:t></a:t>
            </a:r>
            <a:r>
              <a:rPr lang="en-US" altLang="ko-KR" sz="1800" baseline="-25000" dirty="0">
                <a:sym typeface="Symbol" pitchFamily="18" charset="2"/>
              </a:rPr>
              <a:t> </a:t>
            </a:r>
            <a:r>
              <a:rPr lang="en-US" altLang="ko-KR" sz="1800" dirty="0">
                <a:cs typeface="Times New Roman" pitchFamily="18" charset="0"/>
                <a:sym typeface="Symbol" pitchFamily="18" charset="2"/>
              </a:rPr>
              <a:t>: </a:t>
            </a:r>
            <a:r>
              <a:rPr lang="en-US" altLang="ko-KR" sz="1800" dirty="0">
                <a:solidFill>
                  <a:srgbClr val="990033"/>
                </a:solidFill>
                <a:cs typeface="Times New Roman" pitchFamily="18" charset="0"/>
                <a:sym typeface="Symbol" pitchFamily="18" charset="2"/>
              </a:rPr>
              <a:t>update rate</a:t>
            </a:r>
            <a:r>
              <a:rPr lang="en-US" altLang="ko-KR" sz="1800" dirty="0">
                <a:cs typeface="Times New Roman" pitchFamily="18" charset="0"/>
                <a:sym typeface="Symbol" pitchFamily="18" charset="2"/>
              </a:rPr>
              <a:t>)</a:t>
            </a:r>
          </a:p>
          <a:p>
            <a:pPr marL="0" indent="0">
              <a:buFont typeface="Arial" panose="020B0604020202020204" pitchFamily="34" charset="0"/>
              <a:buNone/>
              <a:defRPr/>
            </a:pPr>
            <a:r>
              <a:rPr lang="en-US" altLang="ko-KR" sz="1800" dirty="0">
                <a:cs typeface="Times New Roman" pitchFamily="18" charset="0"/>
                <a:sym typeface="Symbol" pitchFamily="18" charset="2"/>
              </a:rPr>
              <a:t>      </a:t>
            </a:r>
            <a:r>
              <a:rPr lang="en-US" altLang="ko-KR" sz="1600" dirty="0">
                <a:cs typeface="Times New Roman" pitchFamily="18" charset="0"/>
                <a:sym typeface="Symbol" pitchFamily="18" charset="2"/>
              </a:rPr>
              <a:t>where </a:t>
            </a:r>
            <a:r>
              <a:rPr lang="ko-KR" altLang="en-US" sz="1600" dirty="0">
                <a:latin typeface="Times New Roman" pitchFamily="18" charset="0"/>
                <a:cs typeface="Times New Roman" pitchFamily="18" charset="0"/>
                <a:sym typeface="Symbol" pitchFamily="18" charset="2"/>
              </a:rPr>
              <a:t></a:t>
            </a:r>
            <a:r>
              <a:rPr lang="en-US" altLang="ko-KR" sz="1600" i="1" dirty="0">
                <a:latin typeface="Times New Roman" pitchFamily="18" charset="0"/>
                <a:cs typeface="Times New Roman" pitchFamily="18" charset="0"/>
              </a:rPr>
              <a:t>f</a:t>
            </a:r>
            <a:r>
              <a:rPr lang="en-US" altLang="ko-KR" sz="1600" baseline="30000" dirty="0">
                <a:latin typeface="Times New Roman" pitchFamily="18" charset="0"/>
                <a:cs typeface="Times New Roman" pitchFamily="18" charset="0"/>
              </a:rPr>
              <a:t> </a:t>
            </a:r>
            <a:r>
              <a:rPr lang="en-US" altLang="ko-KR" sz="1600" dirty="0">
                <a:latin typeface="Times New Roman" pitchFamily="18" charset="0"/>
                <a:cs typeface="Times New Roman" pitchFamily="18" charset="0"/>
                <a:sym typeface="Symbol" pitchFamily="18" charset="2"/>
              </a:rPr>
              <a:t>(</a:t>
            </a:r>
            <a:r>
              <a:rPr lang="en-US" altLang="ko-KR" sz="1600" b="1" i="1" dirty="0">
                <a:latin typeface="Times New Roman" pitchFamily="18" charset="0"/>
                <a:cs typeface="Times New Roman" pitchFamily="18" charset="0"/>
                <a:sym typeface="Symbol" pitchFamily="18" charset="2"/>
              </a:rPr>
              <a:t>x</a:t>
            </a:r>
            <a:r>
              <a:rPr lang="en-US" altLang="ko-KR" sz="1600" dirty="0">
                <a:latin typeface="Times New Roman" pitchFamily="18" charset="0"/>
                <a:cs typeface="Times New Roman" pitchFamily="18" charset="0"/>
                <a:sym typeface="Symbol" pitchFamily="18" charset="2"/>
              </a:rPr>
              <a:t>)</a:t>
            </a:r>
            <a:r>
              <a:rPr lang="en-US" altLang="ko-KR" sz="1600" dirty="0"/>
              <a:t> is the gradient vector (containing</a:t>
            </a:r>
            <a:br>
              <a:rPr lang="en-US" altLang="ko-KR" sz="1600" dirty="0"/>
            </a:br>
            <a:r>
              <a:rPr lang="en-US" altLang="ko-KR" sz="1600" dirty="0"/>
              <a:t>      all of the partial derivatives) of </a:t>
            </a:r>
            <a:r>
              <a:rPr lang="en-US" altLang="ko-KR" sz="1600" i="1" dirty="0">
                <a:latin typeface="Times New Roman" pitchFamily="18" charset="0"/>
                <a:cs typeface="Times New Roman" pitchFamily="18" charset="0"/>
              </a:rPr>
              <a:t>f</a:t>
            </a:r>
            <a:r>
              <a:rPr lang="en-US" altLang="ko-KR" sz="1600" baseline="30000" dirty="0"/>
              <a:t> </a:t>
            </a:r>
            <a:r>
              <a:rPr lang="en-US" altLang="ko-KR" sz="1600" dirty="0"/>
              <a:t> that gives the</a:t>
            </a:r>
            <a:br>
              <a:rPr lang="en-US" altLang="ko-KR" sz="1600" dirty="0"/>
            </a:br>
            <a:r>
              <a:rPr lang="en-US" altLang="ko-KR" sz="1600" dirty="0"/>
              <a:t>      magnitude and direction of the </a:t>
            </a:r>
            <a:r>
              <a:rPr lang="en-US" altLang="ko-KR" sz="1600" dirty="0">
                <a:solidFill>
                  <a:srgbClr val="FF0000"/>
                </a:solidFill>
              </a:rPr>
              <a:t>steepest slope</a:t>
            </a:r>
            <a:endParaRPr lang="en-US" altLang="ko-KR" sz="1800" dirty="0">
              <a:solidFill>
                <a:srgbClr val="FF0000"/>
              </a:solidFill>
            </a:endParaRPr>
          </a:p>
          <a:p>
            <a:pPr>
              <a:defRPr/>
            </a:pPr>
            <a:endParaRPr lang="en-US" altLang="ko-KR" sz="1800" dirty="0">
              <a:sym typeface="Symbol" pitchFamily="18" charset="2"/>
            </a:endParaRPr>
          </a:p>
          <a:p>
            <a:pPr>
              <a:defRPr/>
            </a:pPr>
            <a:r>
              <a:rPr lang="en-US" altLang="ko-KR" sz="1800" dirty="0">
                <a:latin typeface="나눔스퀘어_ac" panose="020B0600000101010101" pitchFamily="50" charset="-127"/>
                <a:ea typeface="나눔스퀘어_ac" panose="020B0600000101010101" pitchFamily="50" charset="-127"/>
                <a:sym typeface="Symbol" pitchFamily="18" charset="2"/>
              </a:rPr>
              <a:t>In this case,</a:t>
            </a:r>
            <a:r>
              <a:rPr lang="en-US" altLang="ko-KR" sz="1800" dirty="0">
                <a:sym typeface="Symbol" pitchFamily="18" charset="2"/>
              </a:rPr>
              <a:t> </a:t>
            </a:r>
            <a:r>
              <a:rPr lang="ko-KR" altLang="ko-KR" sz="1800" dirty="0">
                <a:sym typeface="Symbol" pitchFamily="18" charset="2"/>
              </a:rPr>
              <a:t></a:t>
            </a:r>
            <a:r>
              <a:rPr lang="en-US" altLang="ko-KR" sz="1800" i="1" dirty="0">
                <a:sym typeface="Symbol" pitchFamily="18" charset="2"/>
              </a:rPr>
              <a:t> </a:t>
            </a:r>
            <a:r>
              <a:rPr lang="en-US" altLang="ko-KR" sz="1800" dirty="0">
                <a:sym typeface="Symbol" pitchFamily="18" charset="2"/>
              </a:rPr>
              <a:t>(step=size) </a:t>
            </a:r>
            <a:r>
              <a:rPr lang="en-US" altLang="ko-KR" sz="1800" dirty="0">
                <a:latin typeface="나눔스퀘어_ac" panose="020B0600000101010101" pitchFamily="50" charset="-127"/>
                <a:ea typeface="나눔스퀘어_ac" panose="020B0600000101010101" pitchFamily="50" charset="-127"/>
                <a:sym typeface="Symbol" pitchFamily="18" charset="2"/>
              </a:rPr>
              <a:t>must be chosen carefully</a:t>
            </a:r>
          </a:p>
          <a:p>
            <a:pPr lvl="1">
              <a:defRPr/>
            </a:pPr>
            <a:r>
              <a:rPr lang="en-US" altLang="ko-KR" sz="1600" dirty="0">
                <a:sym typeface="Symbol" pitchFamily="18" charset="2"/>
              </a:rPr>
              <a:t>Too small </a:t>
            </a:r>
            <a:r>
              <a:rPr lang="ko-KR" altLang="ko-KR" sz="1600" dirty="0">
                <a:sym typeface="Symbol" pitchFamily="18" charset="2"/>
              </a:rPr>
              <a:t></a:t>
            </a:r>
            <a:r>
              <a:rPr lang="en-US" altLang="ko-KR" sz="1600" baseline="-25000" dirty="0">
                <a:sym typeface="Symbol" pitchFamily="18" charset="2"/>
              </a:rPr>
              <a:t> </a:t>
            </a:r>
            <a:r>
              <a:rPr lang="en-US" altLang="ko-KR" sz="1600" dirty="0">
                <a:sym typeface="Symbol" pitchFamily="18" charset="2"/>
              </a:rPr>
              <a:t>: too many steps are needed</a:t>
            </a:r>
          </a:p>
          <a:p>
            <a:pPr lvl="1">
              <a:defRPr/>
            </a:pPr>
            <a:r>
              <a:rPr lang="en-US" altLang="ko-KR" sz="1600" dirty="0">
                <a:sym typeface="Symbol" pitchFamily="18" charset="2"/>
              </a:rPr>
              <a:t>Too large </a:t>
            </a:r>
            <a:r>
              <a:rPr lang="ko-KR" altLang="ko-KR" sz="1600" dirty="0">
                <a:sym typeface="Symbol" pitchFamily="18" charset="2"/>
              </a:rPr>
              <a:t></a:t>
            </a:r>
            <a:r>
              <a:rPr lang="en-US" altLang="ko-KR" sz="1600" baseline="-25000" dirty="0">
                <a:sym typeface="Symbol" pitchFamily="18" charset="2"/>
              </a:rPr>
              <a:t> </a:t>
            </a:r>
            <a:r>
              <a:rPr lang="en-US" altLang="ko-KR" sz="1600" dirty="0">
                <a:sym typeface="Symbol" pitchFamily="18" charset="2"/>
              </a:rPr>
              <a:t>: the search could </a:t>
            </a:r>
            <a:r>
              <a:rPr lang="en-US" altLang="ko-KR" sz="1600" dirty="0">
                <a:solidFill>
                  <a:srgbClr val="FF0000"/>
                </a:solidFill>
                <a:sym typeface="Symbol" pitchFamily="18" charset="2"/>
              </a:rPr>
              <a:t>overshoot</a:t>
            </a:r>
            <a:r>
              <a:rPr lang="en-US" altLang="ko-KR" sz="1600" dirty="0">
                <a:sym typeface="Symbol" pitchFamily="18" charset="2"/>
              </a:rPr>
              <a:t> the target</a:t>
            </a:r>
          </a:p>
          <a:p>
            <a:pPr lvl="1">
              <a:defRPr/>
            </a:pPr>
            <a:r>
              <a:rPr lang="en-US" altLang="ko-KR" sz="1600" dirty="0"/>
              <a:t>Points where </a:t>
            </a:r>
            <a:r>
              <a:rPr lang="ko-KR" altLang="en-US" sz="1600" dirty="0">
                <a:solidFill>
                  <a:srgbClr val="0033CC"/>
                </a:solidFill>
                <a:sym typeface="Symbol" panose="05050102010706020507" pitchFamily="18" charset="2"/>
              </a:rPr>
              <a:t></a:t>
            </a:r>
            <a:r>
              <a:rPr lang="en-US" altLang="ko-KR" sz="1600" dirty="0">
                <a:solidFill>
                  <a:srgbClr val="0033CC"/>
                </a:solidFill>
                <a:latin typeface="Times New Roman" panose="02020603050405020304" pitchFamily="18" charset="0"/>
                <a:cs typeface="Times New Roman" panose="02020603050405020304" pitchFamily="18" charset="0"/>
              </a:rPr>
              <a:t>f</a:t>
            </a:r>
            <a:r>
              <a:rPr lang="en-US" altLang="ko-KR" sz="1600" baseline="30000" dirty="0">
                <a:solidFill>
                  <a:srgbClr val="0033CC"/>
                </a:solidFill>
                <a:latin typeface="Times New Roman" panose="02020603050405020304" pitchFamily="18" charset="0"/>
                <a:cs typeface="Times New Roman" panose="02020603050405020304" pitchFamily="18" charset="0"/>
              </a:rPr>
              <a:t> </a:t>
            </a:r>
            <a:r>
              <a:rPr lang="en-US" altLang="ko-KR" sz="1600" dirty="0">
                <a:solidFill>
                  <a:srgbClr val="0033CC"/>
                </a:solidFill>
                <a:latin typeface="Times New Roman" panose="02020603050405020304" pitchFamily="18" charset="0"/>
                <a:cs typeface="Times New Roman" panose="02020603050405020304" pitchFamily="18" charset="0"/>
              </a:rPr>
              <a:t>(</a:t>
            </a:r>
            <a:r>
              <a:rPr lang="en-US" altLang="ko-KR" sz="1600" b="1" dirty="0">
                <a:solidFill>
                  <a:srgbClr val="0033CC"/>
                </a:solidFill>
                <a:latin typeface="Times New Roman" panose="02020603050405020304" pitchFamily="18" charset="0"/>
                <a:cs typeface="Times New Roman" panose="02020603050405020304" pitchFamily="18" charset="0"/>
              </a:rPr>
              <a:t>x</a:t>
            </a:r>
            <a:r>
              <a:rPr lang="en-US" altLang="ko-KR" sz="1600" dirty="0">
                <a:solidFill>
                  <a:srgbClr val="0033CC"/>
                </a:solidFill>
                <a:latin typeface="Times New Roman" panose="02020603050405020304" pitchFamily="18" charset="0"/>
                <a:cs typeface="Times New Roman" panose="02020603050405020304" pitchFamily="18" charset="0"/>
              </a:rPr>
              <a:t>) = 0</a:t>
            </a:r>
            <a:r>
              <a:rPr lang="en-US" altLang="ko-KR" sz="1600" dirty="0">
                <a:solidFill>
                  <a:srgbClr val="0033CC"/>
                </a:solidFill>
              </a:rPr>
              <a:t> </a:t>
            </a:r>
            <a:r>
              <a:rPr lang="en-US" altLang="ko-KR" sz="1600" dirty="0"/>
              <a:t>are known as </a:t>
            </a:r>
            <a:r>
              <a:rPr lang="en-US" altLang="ko-KR" sz="1600" u="sng" dirty="0">
                <a:solidFill>
                  <a:srgbClr val="990033"/>
                </a:solidFill>
              </a:rPr>
              <a:t>critical points</a:t>
            </a:r>
            <a:endParaRPr lang="en-US" altLang="ko-KR" sz="1600" u="sng" dirty="0"/>
          </a:p>
        </p:txBody>
      </p:sp>
      <p:sp>
        <p:nvSpPr>
          <p:cNvPr id="23555" name="Rectangle 2">
            <a:extLst>
              <a:ext uri="{FF2B5EF4-FFF2-40B4-BE49-F238E27FC236}">
                <a16:creationId xmlns:a16="http://schemas.microsoft.com/office/drawing/2014/main" id="{466357A6-9041-4661-8A55-C7CD4A1CAFC1}"/>
              </a:ext>
            </a:extLst>
          </p:cNvPr>
          <p:cNvSpPr>
            <a:spLocks noGrp="1" noChangeArrowheads="1"/>
          </p:cNvSpPr>
          <p:nvPr>
            <p:ph type="title"/>
          </p:nvPr>
        </p:nvSpPr>
        <p:spPr>
          <a:xfrm>
            <a:off x="457200" y="274638"/>
            <a:ext cx="8229600" cy="633412"/>
          </a:xfrm>
        </p:spPr>
        <p:txBody>
          <a:bodyPr/>
          <a:lstStyle/>
          <a:p>
            <a:r>
              <a:rPr lang="en-US" altLang="ko-KR" sz="2400" u="sng" dirty="0">
                <a:solidFill>
                  <a:srgbClr val="800080"/>
                </a:solidFill>
              </a:rPr>
              <a:t>Continuous</a:t>
            </a:r>
            <a:r>
              <a:rPr lang="en-US" altLang="ko-KR" sz="2400" dirty="0">
                <a:solidFill>
                  <a:srgbClr val="800080"/>
                </a:solidFill>
              </a:rPr>
              <a:t> State Spaces &amp; Gradient Method</a:t>
            </a:r>
          </a:p>
        </p:txBody>
      </p:sp>
      <p:sp>
        <p:nvSpPr>
          <p:cNvPr id="18434" name="바닥글 개체 틀 4">
            <a:extLst>
              <a:ext uri="{FF2B5EF4-FFF2-40B4-BE49-F238E27FC236}">
                <a16:creationId xmlns:a16="http://schemas.microsoft.com/office/drawing/2014/main" id="{0E452E78-B038-43CC-8976-6B9E03C7AFF7}"/>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3557" name="슬라이드 번호 개체 틀 1">
            <a:extLst>
              <a:ext uri="{FF2B5EF4-FFF2-40B4-BE49-F238E27FC236}">
                <a16:creationId xmlns:a16="http://schemas.microsoft.com/office/drawing/2014/main" id="{A449CAA5-0FFC-4AF8-834A-9CD59ECDF30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2E9B330C-5CE1-4658-83BD-3D50D7276473}" type="slidenum">
              <a:rPr lang="ko-KR" altLang="en-US" sz="1200">
                <a:solidFill>
                  <a:srgbClr val="898989"/>
                </a:solidFill>
                <a:latin typeface="Book Antiqua" panose="02040602050305030304" pitchFamily="18" charset="0"/>
              </a:rPr>
              <a:pPr>
                <a:lnSpc>
                  <a:spcPct val="100000"/>
                </a:lnSpc>
                <a:spcBef>
                  <a:spcPct val="0"/>
                </a:spcBef>
                <a:buFontTx/>
                <a:buNone/>
              </a:pPr>
              <a:t>18</a:t>
            </a:fld>
            <a:endParaRPr lang="en-US" altLang="ko-KR" sz="1200">
              <a:solidFill>
                <a:srgbClr val="898989"/>
              </a:solidFill>
              <a:latin typeface="Book Antiqua" panose="02040602050305030304" pitchFamily="18" charset="0"/>
            </a:endParaRPr>
          </a:p>
        </p:txBody>
      </p:sp>
      <p:pic>
        <p:nvPicPr>
          <p:cNvPr id="23558" name="Picture 14" descr="gradient descent에 대한 이미지 검색결과">
            <a:extLst>
              <a:ext uri="{FF2B5EF4-FFF2-40B4-BE49-F238E27FC236}">
                <a16:creationId xmlns:a16="http://schemas.microsoft.com/office/drawing/2014/main" id="{D4A43967-44DF-4D0E-BBCF-FC2F062FE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3974" y="4517389"/>
            <a:ext cx="3004530" cy="1935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60" name="그룹 10">
            <a:extLst>
              <a:ext uri="{FF2B5EF4-FFF2-40B4-BE49-F238E27FC236}">
                <a16:creationId xmlns:a16="http://schemas.microsoft.com/office/drawing/2014/main" id="{3C1C9E16-C343-4845-B54E-407D8EA35856}"/>
              </a:ext>
            </a:extLst>
          </p:cNvPr>
          <p:cNvGrpSpPr>
            <a:grpSpLocks/>
          </p:cNvGrpSpPr>
          <p:nvPr/>
        </p:nvGrpSpPr>
        <p:grpSpPr bwMode="auto">
          <a:xfrm>
            <a:off x="1043608" y="5033863"/>
            <a:ext cx="2016125" cy="987425"/>
            <a:chOff x="2987824" y="4959058"/>
            <a:chExt cx="2016224" cy="986828"/>
          </a:xfrm>
        </p:grpSpPr>
        <p:pic>
          <p:nvPicPr>
            <p:cNvPr id="23561" name="그림 11">
              <a:extLst>
                <a:ext uri="{FF2B5EF4-FFF2-40B4-BE49-F238E27FC236}">
                  <a16:creationId xmlns:a16="http://schemas.microsoft.com/office/drawing/2014/main" id="{E3AD204F-A497-492D-BB55-56F8D8F62B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77245" y="4959058"/>
              <a:ext cx="1126803" cy="986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TextBox 12">
              <a:extLst>
                <a:ext uri="{FF2B5EF4-FFF2-40B4-BE49-F238E27FC236}">
                  <a16:creationId xmlns:a16="http://schemas.microsoft.com/office/drawing/2014/main" id="{C0AAC2CD-875F-4F61-A626-679FB8A682FE}"/>
                </a:ext>
              </a:extLst>
            </p:cNvPr>
            <p:cNvSpPr txBox="1">
              <a:spLocks noChangeArrowheads="1"/>
            </p:cNvSpPr>
            <p:nvPr/>
          </p:nvSpPr>
          <p:spPr bwMode="auto">
            <a:xfrm>
              <a:off x="2987824" y="5445224"/>
              <a:ext cx="11521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latinLnBrk="0">
                <a:lnSpc>
                  <a:spcPct val="100000"/>
                </a:lnSpc>
                <a:spcBef>
                  <a:spcPct val="0"/>
                </a:spcBef>
                <a:buFontTx/>
                <a:buNone/>
              </a:pPr>
              <a:r>
                <a:rPr lang="en-US" altLang="ko-KR" sz="1600"/>
                <a:t>Overshoot</a:t>
              </a:r>
              <a:endParaRPr lang="ko-KR" altLang="en-US" sz="1600"/>
            </a:p>
          </p:txBody>
        </p:sp>
      </p:grpSp>
      <p:grpSp>
        <p:nvGrpSpPr>
          <p:cNvPr id="2" name="그룹 1">
            <a:extLst>
              <a:ext uri="{FF2B5EF4-FFF2-40B4-BE49-F238E27FC236}">
                <a16:creationId xmlns:a16="http://schemas.microsoft.com/office/drawing/2014/main" id="{388E6C19-02E1-4F0B-AA77-242BED0A7E2B}"/>
              </a:ext>
            </a:extLst>
          </p:cNvPr>
          <p:cNvGrpSpPr/>
          <p:nvPr/>
        </p:nvGrpSpPr>
        <p:grpSpPr>
          <a:xfrm>
            <a:off x="6256338" y="2129564"/>
            <a:ext cx="2780158" cy="2307548"/>
            <a:chOff x="6256338" y="1714500"/>
            <a:chExt cx="2780158" cy="2307548"/>
          </a:xfrm>
        </p:grpSpPr>
        <p:pic>
          <p:nvPicPr>
            <p:cNvPr id="23559" name="Picture 2" descr="https://upload.wikimedia.org/wikipedia/commons/e/ea/Visualization_of_two_dimensions_of_a_NK_fitness_landscape.png">
              <a:extLst>
                <a:ext uri="{FF2B5EF4-FFF2-40B4-BE49-F238E27FC236}">
                  <a16:creationId xmlns:a16="http://schemas.microsoft.com/office/drawing/2014/main" id="{BEEF0204-B613-4371-A959-7D63C3259B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6338" y="1714500"/>
              <a:ext cx="2347912"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말풍선: 모서리가 둥근 사각형 10">
              <a:extLst>
                <a:ext uri="{FF2B5EF4-FFF2-40B4-BE49-F238E27FC236}">
                  <a16:creationId xmlns:a16="http://schemas.microsoft.com/office/drawing/2014/main" id="{F6E4B688-6F50-4E6F-B70A-BCCBEB6D72B6}"/>
                </a:ext>
              </a:extLst>
            </p:cNvPr>
            <p:cNvSpPr/>
            <p:nvPr/>
          </p:nvSpPr>
          <p:spPr>
            <a:xfrm>
              <a:off x="6516216" y="3284984"/>
              <a:ext cx="2520280" cy="737064"/>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나눔스퀘어_ac" panose="020B0600000101010101" pitchFamily="50" charset="-127"/>
                  <a:ea typeface="나눔스퀘어_ac" panose="020B0600000101010101" pitchFamily="50" charset="-127"/>
                </a:rPr>
                <a:t>state space landscape example</a:t>
              </a:r>
            </a:p>
            <a:p>
              <a:pPr algn="ctr"/>
              <a:r>
                <a:rPr lang="en-US" altLang="ko-KR" sz="1200" dirty="0">
                  <a:solidFill>
                    <a:schemeClr val="tx1"/>
                  </a:solidFill>
                  <a:latin typeface="나눔스퀘어_ac" panose="020B0600000101010101" pitchFamily="50" charset="-127"/>
                  <a:ea typeface="나눔스퀘어_ac" panose="020B0600000101010101" pitchFamily="50" charset="-127"/>
                </a:rPr>
                <a:t>x, y axis : state space, </a:t>
              </a:r>
            </a:p>
            <a:p>
              <a:pPr algn="ctr"/>
              <a:r>
                <a:rPr lang="en-US" altLang="ko-KR" sz="1200" dirty="0">
                  <a:solidFill>
                    <a:schemeClr val="tx1"/>
                  </a:solidFill>
                  <a:latin typeface="나눔스퀘어_ac" panose="020B0600000101010101" pitchFamily="50" charset="-127"/>
                  <a:ea typeface="나눔스퀘어_ac" panose="020B0600000101010101" pitchFamily="50" charset="-127"/>
                </a:rPr>
                <a:t>Z axis: Objective function magnitude</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grpSp>
      <mc:AlternateContent xmlns:mc="http://schemas.openxmlformats.org/markup-compatibility/2006">
        <mc:Choice xmlns:a14="http://schemas.microsoft.com/office/drawing/2010/main" Requires="a14">
          <p:sp>
            <p:nvSpPr>
              <p:cNvPr id="13" name="말풍선: 모서리가 둥근 사각형 12">
                <a:extLst>
                  <a:ext uri="{FF2B5EF4-FFF2-40B4-BE49-F238E27FC236}">
                    <a16:creationId xmlns:a16="http://schemas.microsoft.com/office/drawing/2014/main" id="{22918617-9D35-4782-BD16-E4DB6882F928}"/>
                  </a:ext>
                </a:extLst>
              </p:cNvPr>
              <p:cNvSpPr/>
              <p:nvPr/>
            </p:nvSpPr>
            <p:spPr>
              <a:xfrm>
                <a:off x="5014208" y="1775002"/>
                <a:ext cx="3312467" cy="306662"/>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Rule for incrementally updating state</a:t>
                </a:r>
                <a14:m>
                  <m:oMath xmlns:m="http://schemas.openxmlformats.org/officeDocument/2006/math">
                    <m:r>
                      <a:rPr lang="en-US" sz="1200" i="1" dirty="0" smtClean="0">
                        <a:latin typeface="Cambria Math" panose="02040503050406030204" pitchFamily="18" charset="0"/>
                      </a:rPr>
                      <m:t> </m:t>
                    </m:r>
                    <m:r>
                      <a:rPr lang="en-US" sz="1200" i="1" dirty="0" smtClean="0">
                        <a:latin typeface="Cambria Math" panose="02040503050406030204" pitchFamily="18" charset="0"/>
                      </a:rPr>
                      <m:t>𝑥</m:t>
                    </m:r>
                  </m:oMath>
                </a14:m>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mc:Choice>
        <mc:Fallback>
          <p:sp>
            <p:nvSpPr>
              <p:cNvPr id="13" name="말풍선: 모서리가 둥근 사각형 12">
                <a:extLst>
                  <a:ext uri="{FF2B5EF4-FFF2-40B4-BE49-F238E27FC236}">
                    <a16:creationId xmlns:a16="http://schemas.microsoft.com/office/drawing/2014/main" id="{22918617-9D35-4782-BD16-E4DB6882F928}"/>
                  </a:ext>
                </a:extLst>
              </p:cNvPr>
              <p:cNvSpPr>
                <a:spLocks noRot="1" noChangeAspect="1" noMove="1" noResize="1" noEditPoints="1" noAdjustHandles="1" noChangeArrowheads="1" noChangeShapeType="1" noTextEdit="1"/>
              </p:cNvSpPr>
              <p:nvPr/>
            </p:nvSpPr>
            <p:spPr>
              <a:xfrm>
                <a:off x="5014208" y="1775002"/>
                <a:ext cx="3312467" cy="306662"/>
              </a:xfrm>
              <a:prstGeom prst="wedgeRoundRectCallout">
                <a:avLst>
                  <a:gd name="adj1" fmla="val -26628"/>
                  <a:gd name="adj2" fmla="val 10953"/>
                  <a:gd name="adj3" fmla="val 16667"/>
                </a:avLst>
              </a:prstGeom>
              <a:blipFill>
                <a:blip r:embed="rId5"/>
                <a:stretch>
                  <a:fillRect b="-7692"/>
                </a:stretch>
              </a:blipFill>
              <a:ln w="12700"/>
            </p:spPr>
            <p:txBody>
              <a:bodyPr/>
              <a:lstStyle/>
              <a:p>
                <a:r>
                  <a:rPr lang="en-US">
                    <a:noFill/>
                  </a:rPr>
                  <a:t> </a:t>
                </a:r>
              </a:p>
            </p:txBody>
          </p:sp>
        </mc:Fallback>
      </mc:AlternateContent>
      <p:sp>
        <p:nvSpPr>
          <p:cNvPr id="14" name="말풍선: 모서리가 둥근 사각형 13">
            <a:extLst>
              <a:ext uri="{FF2B5EF4-FFF2-40B4-BE49-F238E27FC236}">
                <a16:creationId xmlns:a16="http://schemas.microsoft.com/office/drawing/2014/main" id="{0B6EC6E9-D3C3-40B2-B43D-ED8B9D9F5EE2}"/>
              </a:ext>
            </a:extLst>
          </p:cNvPr>
          <p:cNvSpPr/>
          <p:nvPr/>
        </p:nvSpPr>
        <p:spPr>
          <a:xfrm>
            <a:off x="3491880" y="5085184"/>
            <a:ext cx="2243417" cy="482264"/>
          </a:xfrm>
          <a:prstGeom prst="wedgeRoundRectCallout">
            <a:avLst>
              <a:gd name="adj1" fmla="val 21302"/>
              <a:gd name="adj2" fmla="val -94384"/>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If reached, no better state can be found nearby</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2195717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2">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55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24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56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024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4578" name="Rectangle 3">
                <a:extLst>
                  <a:ext uri="{FF2B5EF4-FFF2-40B4-BE49-F238E27FC236}">
                    <a16:creationId xmlns:a16="http://schemas.microsoft.com/office/drawing/2014/main" id="{293A9457-24D4-444E-9569-29AEDA0E332C}"/>
                  </a:ext>
                </a:extLst>
              </p:cNvPr>
              <p:cNvSpPr>
                <a:spLocks noGrp="1" noChangeAspect="1" noChangeArrowheads="1"/>
              </p:cNvSpPr>
              <p:nvPr>
                <p:ph idx="1"/>
              </p:nvPr>
            </p:nvSpPr>
            <p:spPr>
              <a:xfrm>
                <a:off x="457200" y="981075"/>
                <a:ext cx="8229600" cy="5256213"/>
              </a:xfrm>
            </p:spPr>
            <p:txBody>
              <a:bodyPr/>
              <a:lstStyle/>
              <a:p>
                <a:pPr marL="0" indent="0">
                  <a:buNone/>
                </a:pPr>
                <a:r>
                  <a:rPr lang="en-US" altLang="ko-KR" sz="1800" dirty="0">
                    <a:cs typeface="Times New Roman" panose="02020603050405020304" pitchFamily="18" charset="0"/>
                    <a:sym typeface="Symbol" panose="05050102010706020507" pitchFamily="18" charset="2"/>
                  </a:rPr>
                  <a:t>  </a:t>
                </a:r>
                <a:r>
                  <a:rPr lang="en-US" altLang="ko-KR" sz="1800" u="sng" dirty="0">
                    <a:cs typeface="Times New Roman" panose="02020603050405020304" pitchFamily="18" charset="0"/>
                    <a:sym typeface="Symbol" panose="05050102010706020507" pitchFamily="18" charset="2"/>
                  </a:rPr>
                  <a:t>Example</a:t>
                </a:r>
                <a:r>
                  <a:rPr lang="en-US" altLang="ko-KR" sz="1800" dirty="0">
                    <a:cs typeface="Times New Roman" panose="02020603050405020304" pitchFamily="18" charset="0"/>
                    <a:sym typeface="Symbol" panose="05050102010706020507" pitchFamily="18" charset="2"/>
                  </a:rPr>
                  <a:t>: Gradient </a:t>
                </a:r>
                <a:r>
                  <a:rPr lang="en-US" altLang="ko-KR" sz="1800" dirty="0">
                    <a:solidFill>
                      <a:srgbClr val="FF0000"/>
                    </a:solidFill>
                    <a:cs typeface="Times New Roman" panose="02020603050405020304" pitchFamily="18" charset="0"/>
                    <a:sym typeface="Symbol" panose="05050102010706020507" pitchFamily="18" charset="2"/>
                  </a:rPr>
                  <a:t>descent </a:t>
                </a:r>
                <a:r>
                  <a:rPr lang="en-US" altLang="ko-KR" sz="1600" dirty="0">
                    <a:solidFill>
                      <a:srgbClr val="FF0000"/>
                    </a:solidFill>
                    <a:cs typeface="Times New Roman" panose="02020603050405020304" pitchFamily="18" charset="0"/>
                    <a:sym typeface="Symbol" panose="05050102010706020507" pitchFamily="18" charset="2"/>
                  </a:rPr>
                  <a:t>(</a:t>
                </a:r>
                <a:r>
                  <a:rPr lang="en-US" sz="1600" dirty="0"/>
                  <a:t>Goal is to </a:t>
                </a:r>
                <a:r>
                  <a:rPr lang="en-US" sz="1600" u="sng" dirty="0">
                    <a:solidFill>
                      <a:srgbClr val="FF0000"/>
                    </a:solidFill>
                  </a:rPr>
                  <a:t>minimize</a:t>
                </a:r>
                <a:r>
                  <a:rPr lang="en-US" sz="1600" dirty="0"/>
                  <a:t> the objective function</a:t>
                </a:r>
                <a:r>
                  <a:rPr lang="en-US" altLang="ko-KR" sz="1600" dirty="0">
                    <a:solidFill>
                      <a:srgbClr val="FF0000"/>
                    </a:solidFill>
                    <a:cs typeface="Times New Roman" panose="02020603050405020304" pitchFamily="18" charset="0"/>
                    <a:sym typeface="Symbol" panose="05050102010706020507" pitchFamily="18" charset="2"/>
                  </a:rPr>
                  <a:t>)</a:t>
                </a:r>
                <a:endParaRPr lang="en-US" altLang="ko-KR" sz="1800" dirty="0">
                  <a:solidFill>
                    <a:srgbClr val="FF0000"/>
                  </a:solidFill>
                  <a:cs typeface="Times New Roman" panose="02020603050405020304" pitchFamily="18" charset="0"/>
                </a:endParaRPr>
              </a:p>
              <a:p>
                <a:pPr marL="611188" lvl="1" eaLnBrk="1" hangingPunct="1"/>
                <a:r>
                  <a:rPr lang="en-US" altLang="ko-KR" sz="1800" dirty="0">
                    <a:cs typeface="Times New Roman" panose="02020603050405020304" pitchFamily="18" charset="0"/>
                  </a:rPr>
                  <a:t>If </a:t>
                </a:r>
                <a14:m>
                  <m:oMath xmlns:m="http://schemas.openxmlformats.org/officeDocument/2006/math">
                    <m:r>
                      <a:rPr lang="en-US" altLang="ko-KR" sz="1800" i="1" dirty="0" smtClean="0">
                        <a:latin typeface="Cambria Math" panose="02040503050406030204" pitchFamily="18" charset="0"/>
                        <a:cs typeface="Times New Roman" panose="02020603050405020304" pitchFamily="18" charset="0"/>
                      </a:rPr>
                      <m:t>𝑓</m:t>
                    </m:r>
                    <m:r>
                      <a:rPr lang="en-US" altLang="ko-KR" sz="1800" i="1" dirty="0" smtClean="0">
                        <a:latin typeface="Cambria Math" panose="02040503050406030204" pitchFamily="18" charset="0"/>
                        <a:cs typeface="Times New Roman" panose="02020603050405020304" pitchFamily="18" charset="0"/>
                      </a:rPr>
                      <m:t>(</m:t>
                    </m:r>
                    <m:r>
                      <m:rPr>
                        <m:sty m:val="p"/>
                      </m:rPr>
                      <a:rPr lang="en-US" altLang="ko-KR" sz="1800" i="1" dirty="0">
                        <a:latin typeface="Cambria Math" panose="02040503050406030204" pitchFamily="18" charset="0"/>
                        <a:cs typeface="Times New Roman" panose="02020603050405020304" pitchFamily="18" charset="0"/>
                      </a:rPr>
                      <m:t>x</m:t>
                    </m:r>
                    <m:r>
                      <a:rPr lang="en-US" altLang="ko-KR" sz="1800" i="1" dirty="0" smtClean="0">
                        <a:latin typeface="Cambria Math" panose="02040503050406030204" pitchFamily="18" charset="0"/>
                        <a:cs typeface="Times New Roman" panose="02020603050405020304" pitchFamily="18" charset="0"/>
                      </a:rPr>
                      <m:t>) = </m:t>
                    </m:r>
                    <m:sSup>
                      <m:sSupPr>
                        <m:ctrlPr>
                          <a:rPr lang="en-US" altLang="ko-KR" sz="1800" i="1" dirty="0" smtClean="0">
                            <a:latin typeface="Cambria Math" panose="02040503050406030204" pitchFamily="18" charset="0"/>
                            <a:cs typeface="Times New Roman" panose="02020603050405020304" pitchFamily="18" charset="0"/>
                          </a:rPr>
                        </m:ctrlPr>
                      </m:sSupPr>
                      <m:e>
                        <m:r>
                          <m:rPr>
                            <m:sty m:val="p"/>
                          </m:rPr>
                          <a:rPr lang="en-US" altLang="ko-KR" sz="1800" i="1" dirty="0">
                            <a:latin typeface="Cambria Math" panose="02040503050406030204" pitchFamily="18" charset="0"/>
                            <a:cs typeface="Times New Roman" panose="02020603050405020304" pitchFamily="18" charset="0"/>
                          </a:rPr>
                          <m:t>x</m:t>
                        </m:r>
                      </m:e>
                      <m:sup>
                        <m:r>
                          <a:rPr lang="en-US" altLang="ko-KR" sz="1800" i="1" dirty="0" smtClean="0">
                            <a:latin typeface="Cambria Math" panose="02040503050406030204" pitchFamily="18" charset="0"/>
                            <a:cs typeface="Times New Roman" panose="02020603050405020304" pitchFamily="18" charset="0"/>
                          </a:rPr>
                          <m:t>2</m:t>
                        </m:r>
                      </m:sup>
                    </m:sSup>
                    <m:r>
                      <a:rPr lang="en-US" altLang="ko-KR" sz="1800" i="1" dirty="0">
                        <a:latin typeface="Cambria Math" panose="02040503050406030204" pitchFamily="18" charset="0"/>
                        <a:cs typeface="Times New Roman" panose="02020603050405020304" pitchFamily="18" charset="0"/>
                      </a:rPr>
                      <m:t>+1</m:t>
                    </m:r>
                  </m:oMath>
                </a14:m>
                <a:r>
                  <a:rPr lang="en-US" altLang="ko-KR" sz="1800" dirty="0">
                    <a:cs typeface="Times New Roman" panose="02020603050405020304" pitchFamily="18" charset="0"/>
                  </a:rPr>
                  <a:t>, then </a:t>
                </a:r>
                <a14:m>
                  <m:oMath xmlns:m="http://schemas.openxmlformats.org/officeDocument/2006/math">
                    <m:r>
                      <a:rPr lang="en-US" altLang="ko-KR" sz="1800" i="1" dirty="0" smtClean="0">
                        <a:latin typeface="Cambria Math" panose="02040503050406030204" pitchFamily="18" charset="0"/>
                        <a:cs typeface="Times New Roman" panose="02020603050405020304" pitchFamily="18" charset="0"/>
                      </a:rPr>
                      <m:t>𝑓</m:t>
                    </m:r>
                    <m:r>
                      <a:rPr lang="en-US" altLang="ko-KR" sz="1800" i="1" dirty="0" smtClean="0">
                        <a:latin typeface="Cambria Math" panose="02040503050406030204" pitchFamily="18" charset="0"/>
                        <a:cs typeface="Times New Roman" panose="02020603050405020304" pitchFamily="18" charset="0"/>
                      </a:rPr>
                      <m:t>’(</m:t>
                    </m:r>
                    <m:r>
                      <m:rPr>
                        <m:sty m:val="p"/>
                      </m:rPr>
                      <a:rPr lang="en-US" altLang="ko-KR" sz="1800" i="1" dirty="0">
                        <a:latin typeface="Cambria Math" panose="02040503050406030204" pitchFamily="18" charset="0"/>
                        <a:cs typeface="Times New Roman" panose="02020603050405020304" pitchFamily="18" charset="0"/>
                      </a:rPr>
                      <m:t>x</m:t>
                    </m:r>
                    <m:r>
                      <a:rPr lang="en-US" altLang="ko-KR" sz="1800" i="1" dirty="0">
                        <a:latin typeface="Cambria Math" panose="02040503050406030204" pitchFamily="18" charset="0"/>
                        <a:cs typeface="Times New Roman" panose="02020603050405020304" pitchFamily="18" charset="0"/>
                      </a:rPr>
                      <m:t>)=2</m:t>
                    </m:r>
                    <m:r>
                      <m:rPr>
                        <m:sty m:val="p"/>
                      </m:rPr>
                      <a:rPr lang="en-US" altLang="ko-KR" sz="1800" i="1" dirty="0">
                        <a:latin typeface="Cambria Math" panose="02040503050406030204" pitchFamily="18" charset="0"/>
                        <a:cs typeface="Times New Roman" panose="02020603050405020304" pitchFamily="18" charset="0"/>
                      </a:rPr>
                      <m:t>x</m:t>
                    </m:r>
                  </m:oMath>
                </a14:m>
                <a:endParaRPr lang="en-US" altLang="ko-KR" sz="1800" i="1" dirty="0">
                  <a:cs typeface="Times New Roman" panose="02020603050405020304" pitchFamily="18" charset="0"/>
                  <a:sym typeface="Symbol" panose="05050102010706020507" pitchFamily="18" charset="2"/>
                </a:endParaRPr>
              </a:p>
              <a:p>
                <a:pPr marL="611188" lvl="1" eaLnBrk="1" hangingPunct="1">
                  <a:buFont typeface="Arial" panose="020B0604020202020204" pitchFamily="34" charset="0"/>
                  <a:buNone/>
                </a:pPr>
                <a:r>
                  <a:rPr lang="en-US" altLang="ko-KR" sz="1800" dirty="0">
                    <a:cs typeface="Times New Roman" panose="02020603050405020304" pitchFamily="18" charset="0"/>
                  </a:rPr>
                  <a:t>	Starting from an initial value </a:t>
                </a:r>
                <a14:m>
                  <m:oMath xmlns:m="http://schemas.openxmlformats.org/officeDocument/2006/math">
                    <m:r>
                      <a:rPr lang="en-US" altLang="ko-KR" sz="1800" i="1" dirty="0" smtClean="0">
                        <a:latin typeface="Cambria Math" panose="02040503050406030204" pitchFamily="18" charset="0"/>
                        <a:cs typeface="Times New Roman" panose="02020603050405020304" pitchFamily="18" charset="0"/>
                      </a:rPr>
                      <m:t>𝑤</m:t>
                    </m:r>
                    <m:r>
                      <a:rPr lang="en-US" altLang="ko-KR" sz="1800" i="1" dirty="0" smtClean="0">
                        <a:latin typeface="Cambria Math" panose="02040503050406030204" pitchFamily="18" charset="0"/>
                        <a:cs typeface="Times New Roman" panose="02020603050405020304" pitchFamily="18" charset="0"/>
                      </a:rPr>
                      <m:t>=4</m:t>
                    </m:r>
                  </m:oMath>
                </a14:m>
                <a:r>
                  <a:rPr lang="en-US" altLang="ko-KR" sz="1800" dirty="0">
                    <a:cs typeface="Times New Roman" panose="02020603050405020304" pitchFamily="18" charset="0"/>
                  </a:rPr>
                  <a:t>, with the step size of </a:t>
                </a:r>
                <a14:m>
                  <m:oMath xmlns:m="http://schemas.openxmlformats.org/officeDocument/2006/math">
                    <m:r>
                      <a:rPr lang="en-US" altLang="ko-KR" sz="1800" i="1" dirty="0" smtClean="0">
                        <a:solidFill>
                          <a:srgbClr val="FF0000"/>
                        </a:solidFill>
                        <a:latin typeface="Cambria Math" panose="02040503050406030204" pitchFamily="18" charset="0"/>
                        <a:cs typeface="Times New Roman" panose="02020603050405020304" pitchFamily="18" charset="0"/>
                      </a:rPr>
                      <m:t>0.1</m:t>
                    </m:r>
                  </m:oMath>
                </a14:m>
                <a:r>
                  <a:rPr lang="en-US" altLang="ko-KR" sz="1800" dirty="0">
                    <a:cs typeface="Times New Roman" panose="02020603050405020304" pitchFamily="18" charset="0"/>
                  </a:rPr>
                  <a:t>:</a:t>
                </a:r>
                <a:endParaRPr lang="en-US" altLang="ko-KR" sz="1800" dirty="0">
                  <a:cs typeface="Times New Roman" panose="02020603050405020304" pitchFamily="18" charset="0"/>
                  <a:sym typeface="Symbol" panose="05050102010706020507" pitchFamily="18" charset="2"/>
                </a:endParaRPr>
              </a:p>
              <a:p>
                <a:pPr marL="898525" lvl="2" indent="-287338" eaLnBrk="1" hangingPunct="1"/>
                <a14:m>
                  <m:oMath xmlns:m="http://schemas.openxmlformats.org/officeDocument/2006/math">
                    <m:r>
                      <a:rPr lang="en-US" altLang="ko-KR" sz="1800" i="1" dirty="0" smtClean="0">
                        <a:latin typeface="Cambria Math" panose="02040503050406030204" pitchFamily="18" charset="0"/>
                        <a:cs typeface="Times New Roman" panose="02020603050405020304" pitchFamily="18" charset="0"/>
                      </a:rPr>
                      <m:t>4</m:t>
                    </m:r>
                    <m:r>
                      <a:rPr lang="en-US" altLang="ko-KR" sz="1800" b="0" i="1" dirty="0" smtClean="0">
                        <a:latin typeface="Cambria Math" panose="02040503050406030204" pitchFamily="18" charset="0"/>
                        <a:cs typeface="Times New Roman" panose="02020603050405020304" pitchFamily="18" charset="0"/>
                      </a:rPr>
                      <m:t> </m:t>
                    </m:r>
                    <m:r>
                      <a:rPr lang="en-US" altLang="ko-KR" sz="1800" i="1" dirty="0" smtClean="0">
                        <a:latin typeface="Cambria Math" panose="02040503050406030204" pitchFamily="18" charset="0"/>
                        <a:cs typeface="Times New Roman" panose="02020603050405020304" pitchFamily="18" charset="0"/>
                      </a:rPr>
                      <m:t>–(</m:t>
                    </m:r>
                    <m:r>
                      <a:rPr lang="en-US" altLang="ko-KR" sz="1800" i="1" dirty="0" smtClean="0">
                        <a:solidFill>
                          <a:srgbClr val="FF0000"/>
                        </a:solidFill>
                        <a:latin typeface="Cambria Math" panose="02040503050406030204" pitchFamily="18" charset="0"/>
                        <a:cs typeface="Times New Roman" panose="02020603050405020304" pitchFamily="18" charset="0"/>
                        <a:sym typeface="Symbol" panose="05050102010706020507" pitchFamily="18" charset="2"/>
                      </a:rPr>
                      <m:t>0.1</m:t>
                    </m:r>
                    <m:r>
                      <a:rPr lang="ko-KR" altLang="ko-KR" sz="1800" i="1" dirty="0">
                        <a:latin typeface="Cambria Math" panose="02040503050406030204" pitchFamily="18" charset="0"/>
                        <a:cs typeface="Times New Roman" panose="02020603050405020304" pitchFamily="18" charset="0"/>
                        <a:sym typeface="Symbol" panose="05050102010706020507" pitchFamily="18" charset="2"/>
                      </a:rPr>
                      <m:t></m:t>
                    </m:r>
                    <m:r>
                      <a:rPr lang="en-US" altLang="ko-KR" sz="1800" i="1" dirty="0" smtClean="0">
                        <a:solidFill>
                          <a:srgbClr val="0033CC"/>
                        </a:solidFill>
                        <a:latin typeface="Cambria Math" panose="02040503050406030204" pitchFamily="18" charset="0"/>
                        <a:cs typeface="Times New Roman" panose="02020603050405020304" pitchFamily="18" charset="0"/>
                      </a:rPr>
                      <m:t>2</m:t>
                    </m:r>
                    <m:r>
                      <a:rPr lang="ko-KR" altLang="ko-KR" sz="1800" i="1" dirty="0">
                        <a:latin typeface="Cambria Math" panose="02040503050406030204" pitchFamily="18" charset="0"/>
                        <a:cs typeface="Times New Roman" panose="02020603050405020304" pitchFamily="18" charset="0"/>
                        <a:sym typeface="Symbol" panose="05050102010706020507" pitchFamily="18" charset="2"/>
                      </a:rPr>
                      <m:t></m:t>
                    </m:r>
                    <m:r>
                      <a:rPr lang="en-US" altLang="ko-KR" sz="1800" i="1" dirty="0">
                        <a:latin typeface="Cambria Math" panose="02040503050406030204" pitchFamily="18" charset="0"/>
                        <a:cs typeface="Times New Roman" panose="02020603050405020304" pitchFamily="18" charset="0"/>
                      </a:rPr>
                      <m:t>4</m:t>
                    </m:r>
                    <m:r>
                      <a:rPr lang="en-US" altLang="ko-KR" sz="1800" i="1" dirty="0">
                        <a:latin typeface="Cambria Math" panose="02040503050406030204" pitchFamily="18" charset="0"/>
                        <a:cs typeface="Times New Roman" panose="02020603050405020304" pitchFamily="18" charset="0"/>
                        <a:sym typeface="Symbol" panose="05050102010706020507" pitchFamily="18" charset="2"/>
                      </a:rPr>
                      <m:t>)=3.2</m:t>
                    </m:r>
                  </m:oMath>
                </a14:m>
                <a:endParaRPr lang="en-US" altLang="ko-KR" sz="1800" dirty="0">
                  <a:latin typeface="Times New Roman" panose="02020603050405020304" pitchFamily="18" charset="0"/>
                  <a:cs typeface="Times New Roman" panose="02020603050405020304" pitchFamily="18" charset="0"/>
                  <a:sym typeface="Symbol" panose="05050102010706020507" pitchFamily="18" charset="2"/>
                </a:endParaRPr>
              </a:p>
              <a:p>
                <a:pPr marL="898525" lvl="2" indent="-287338" eaLnBrk="1" hangingPunct="1"/>
                <a14:m>
                  <m:oMath xmlns:m="http://schemas.openxmlformats.org/officeDocument/2006/math">
                    <m:r>
                      <a:rPr lang="en-US" altLang="ko-KR" sz="1800" i="1" dirty="0" smtClean="0">
                        <a:latin typeface="Cambria Math" panose="02040503050406030204" pitchFamily="18" charset="0"/>
                        <a:cs typeface="Times New Roman" panose="02020603050405020304" pitchFamily="18" charset="0"/>
                      </a:rPr>
                      <m:t>3.2</m:t>
                    </m:r>
                    <m:r>
                      <a:rPr lang="en-US" altLang="ko-KR" sz="1800" b="0" i="1" dirty="0" smtClean="0">
                        <a:latin typeface="Cambria Math" panose="02040503050406030204" pitchFamily="18" charset="0"/>
                        <a:cs typeface="Times New Roman" panose="02020603050405020304" pitchFamily="18" charset="0"/>
                      </a:rPr>
                      <m:t> </m:t>
                    </m:r>
                    <m:r>
                      <a:rPr lang="en-US" altLang="ko-KR" sz="1800" i="1" dirty="0" smtClean="0">
                        <a:latin typeface="Cambria Math" panose="02040503050406030204" pitchFamily="18" charset="0"/>
                        <a:cs typeface="Times New Roman" panose="02020603050405020304" pitchFamily="18" charset="0"/>
                      </a:rPr>
                      <m:t>–(</m:t>
                    </m:r>
                    <m:r>
                      <a:rPr lang="en-US" altLang="ko-KR" sz="1800" i="1" dirty="0" smtClean="0">
                        <a:solidFill>
                          <a:srgbClr val="FF0000"/>
                        </a:solidFill>
                        <a:latin typeface="Cambria Math" panose="02040503050406030204" pitchFamily="18" charset="0"/>
                        <a:cs typeface="Times New Roman" panose="02020603050405020304" pitchFamily="18" charset="0"/>
                        <a:sym typeface="Symbol" panose="05050102010706020507" pitchFamily="18" charset="2"/>
                      </a:rPr>
                      <m:t>0.1</m:t>
                    </m:r>
                    <m:r>
                      <a:rPr lang="ko-KR" altLang="ko-KR" sz="1800" i="1" dirty="0">
                        <a:latin typeface="Cambria Math" panose="02040503050406030204" pitchFamily="18" charset="0"/>
                        <a:cs typeface="Times New Roman" panose="02020603050405020304" pitchFamily="18" charset="0"/>
                        <a:sym typeface="Symbol" panose="05050102010706020507" pitchFamily="18" charset="2"/>
                      </a:rPr>
                      <m:t></m:t>
                    </m:r>
                    <m:r>
                      <a:rPr lang="en-US" altLang="ko-KR" sz="1800" i="1" dirty="0" smtClean="0">
                        <a:solidFill>
                          <a:srgbClr val="0033CC"/>
                        </a:solidFill>
                        <a:latin typeface="Cambria Math" panose="02040503050406030204" pitchFamily="18" charset="0"/>
                        <a:cs typeface="Times New Roman" panose="02020603050405020304" pitchFamily="18" charset="0"/>
                      </a:rPr>
                      <m:t>2</m:t>
                    </m:r>
                    <m:r>
                      <a:rPr lang="ko-KR" altLang="ko-KR" sz="1800" i="1" dirty="0">
                        <a:latin typeface="Cambria Math" panose="02040503050406030204" pitchFamily="18" charset="0"/>
                        <a:cs typeface="Times New Roman" panose="02020603050405020304" pitchFamily="18" charset="0"/>
                        <a:sym typeface="Symbol" panose="05050102010706020507" pitchFamily="18" charset="2"/>
                      </a:rPr>
                      <m:t></m:t>
                    </m:r>
                    <m:r>
                      <a:rPr lang="en-US" altLang="ko-KR" sz="1800" i="1" dirty="0">
                        <a:latin typeface="Cambria Math" panose="02040503050406030204" pitchFamily="18" charset="0"/>
                        <a:cs typeface="Times New Roman" panose="02020603050405020304" pitchFamily="18" charset="0"/>
                      </a:rPr>
                      <m:t>3.2</m:t>
                    </m:r>
                    <m:r>
                      <a:rPr lang="en-US" altLang="ko-KR" sz="1800" i="1" dirty="0">
                        <a:latin typeface="Cambria Math" panose="02040503050406030204" pitchFamily="18" charset="0"/>
                        <a:cs typeface="Times New Roman" panose="02020603050405020304" pitchFamily="18" charset="0"/>
                        <a:sym typeface="Symbol" panose="05050102010706020507" pitchFamily="18" charset="2"/>
                      </a:rPr>
                      <m:t>)=2.56</m:t>
                    </m:r>
                  </m:oMath>
                </a14:m>
                <a:endParaRPr lang="en-US" altLang="ko-KR" sz="1800" dirty="0">
                  <a:latin typeface="Times New Roman" panose="02020603050405020304" pitchFamily="18" charset="0"/>
                  <a:cs typeface="Times New Roman" panose="02020603050405020304" pitchFamily="18" charset="0"/>
                  <a:sym typeface="Symbol" panose="05050102010706020507" pitchFamily="18" charset="2"/>
                </a:endParaRPr>
              </a:p>
              <a:p>
                <a:pPr marL="898525" lvl="2" indent="-287338" eaLnBrk="1" hangingPunct="1"/>
                <a14:m>
                  <m:oMath xmlns:m="http://schemas.openxmlformats.org/officeDocument/2006/math">
                    <m:r>
                      <a:rPr lang="en-US" altLang="ko-KR" sz="1800" i="1" dirty="0" smtClean="0">
                        <a:latin typeface="Cambria Math" panose="02040503050406030204" pitchFamily="18" charset="0"/>
                        <a:cs typeface="Times New Roman" panose="02020603050405020304" pitchFamily="18" charset="0"/>
                      </a:rPr>
                      <m:t>2.56</m:t>
                    </m:r>
                    <m:r>
                      <a:rPr lang="en-US" altLang="ko-KR" sz="1800" b="0" i="1" dirty="0" smtClean="0">
                        <a:latin typeface="Cambria Math" panose="02040503050406030204" pitchFamily="18" charset="0"/>
                        <a:cs typeface="Times New Roman" panose="02020603050405020304" pitchFamily="18" charset="0"/>
                      </a:rPr>
                      <m:t> </m:t>
                    </m:r>
                    <m:r>
                      <a:rPr lang="en-US" altLang="ko-KR" sz="1800" i="1" dirty="0" smtClean="0">
                        <a:latin typeface="Cambria Math" panose="02040503050406030204" pitchFamily="18" charset="0"/>
                        <a:cs typeface="Times New Roman" panose="02020603050405020304" pitchFamily="18" charset="0"/>
                      </a:rPr>
                      <m:t>–(</m:t>
                    </m:r>
                    <m:r>
                      <a:rPr lang="en-US" altLang="ko-KR" sz="1800" i="1" dirty="0" smtClean="0">
                        <a:solidFill>
                          <a:srgbClr val="FF0000"/>
                        </a:solidFill>
                        <a:latin typeface="Cambria Math" panose="02040503050406030204" pitchFamily="18" charset="0"/>
                        <a:cs typeface="Times New Roman" panose="02020603050405020304" pitchFamily="18" charset="0"/>
                        <a:sym typeface="Symbol" panose="05050102010706020507" pitchFamily="18" charset="2"/>
                      </a:rPr>
                      <m:t>0.1</m:t>
                    </m:r>
                    <m:r>
                      <a:rPr lang="ko-KR" altLang="ko-KR" sz="1800" i="1" dirty="0">
                        <a:latin typeface="Cambria Math" panose="02040503050406030204" pitchFamily="18" charset="0"/>
                        <a:cs typeface="Times New Roman" panose="02020603050405020304" pitchFamily="18" charset="0"/>
                        <a:sym typeface="Symbol" panose="05050102010706020507" pitchFamily="18" charset="2"/>
                      </a:rPr>
                      <m:t></m:t>
                    </m:r>
                    <m:r>
                      <a:rPr lang="en-US" altLang="ko-KR" sz="1800" i="1" dirty="0" smtClean="0">
                        <a:solidFill>
                          <a:srgbClr val="0033CC"/>
                        </a:solidFill>
                        <a:latin typeface="Cambria Math" panose="02040503050406030204" pitchFamily="18" charset="0"/>
                        <a:cs typeface="Times New Roman" panose="02020603050405020304" pitchFamily="18" charset="0"/>
                      </a:rPr>
                      <m:t>2</m:t>
                    </m:r>
                    <m:r>
                      <a:rPr lang="ko-KR" altLang="ko-KR" sz="1800" i="1" dirty="0">
                        <a:latin typeface="Cambria Math" panose="02040503050406030204" pitchFamily="18" charset="0"/>
                        <a:cs typeface="Times New Roman" panose="02020603050405020304" pitchFamily="18" charset="0"/>
                        <a:sym typeface="Symbol" panose="05050102010706020507" pitchFamily="18" charset="2"/>
                      </a:rPr>
                      <m:t></m:t>
                    </m:r>
                    <m:r>
                      <a:rPr lang="en-US" altLang="ko-KR" sz="1800" i="1" dirty="0">
                        <a:latin typeface="Cambria Math" panose="02040503050406030204" pitchFamily="18" charset="0"/>
                        <a:cs typeface="Times New Roman" panose="02020603050405020304" pitchFamily="18" charset="0"/>
                      </a:rPr>
                      <m:t>2.56</m:t>
                    </m:r>
                    <m:r>
                      <a:rPr lang="en-US" altLang="ko-KR" sz="1800" i="1" dirty="0">
                        <a:latin typeface="Cambria Math" panose="02040503050406030204" pitchFamily="18" charset="0"/>
                        <a:cs typeface="Times New Roman" panose="02020603050405020304" pitchFamily="18" charset="0"/>
                        <a:sym typeface="Symbol" panose="05050102010706020507" pitchFamily="18" charset="2"/>
                      </a:rPr>
                      <m:t>)=2.048</m:t>
                    </m:r>
                  </m:oMath>
                </a14:m>
                <a:endParaRPr lang="en-US" altLang="ko-KR" sz="1800" dirty="0">
                  <a:latin typeface="Times New Roman" panose="02020603050405020304" pitchFamily="18" charset="0"/>
                  <a:cs typeface="Times New Roman" panose="02020603050405020304" pitchFamily="18" charset="0"/>
                  <a:sym typeface="Symbol" panose="05050102010706020507" pitchFamily="18" charset="2"/>
                </a:endParaRPr>
              </a:p>
              <a:p>
                <a:pPr marL="898525" lvl="2" indent="-287338" eaLnBrk="1" hangingPunct="1">
                  <a:buFont typeface="Arial" pitchFamily="34" charset="0"/>
                  <a:buNone/>
                </a:pPr>
                <a:r>
                  <a:rPr lang="en-US" altLang="ko-KR" sz="1800" dirty="0">
                    <a:latin typeface="Times New Roman" panose="02020603050405020304" pitchFamily="18" charset="0"/>
                    <a:cs typeface="Times New Roman" panose="02020603050405020304" pitchFamily="18" charset="0"/>
                    <a:sym typeface="Symbol" panose="05050102010706020507" pitchFamily="18" charset="2"/>
                  </a:rPr>
                  <a:t>	 </a:t>
                </a:r>
                <a:r>
                  <a:rPr lang="ko-KR" altLang="ko-KR" sz="1800" dirty="0">
                    <a:cs typeface="Times New Roman" panose="02020603050405020304" pitchFamily="18" charset="0"/>
                    <a:sym typeface="Symbol" panose="05050102010706020507" pitchFamily="18" charset="2"/>
                  </a:rPr>
                  <a:t> </a:t>
                </a:r>
                <a:r>
                  <a:rPr lang="en-US" altLang="ko-KR" sz="1800" dirty="0">
                    <a:cs typeface="Times New Roman" panose="02020603050405020304" pitchFamily="18" charset="0"/>
                    <a:sym typeface="Symbol" panose="05050102010706020507" pitchFamily="18" charset="2"/>
                  </a:rPr>
                  <a:t> </a:t>
                </a:r>
                <a:r>
                  <a:rPr lang="ko-KR" altLang="ko-KR" sz="1800" dirty="0">
                    <a:cs typeface="Times New Roman" panose="02020603050405020304" pitchFamily="18" charset="0"/>
                    <a:sym typeface="Symbol" panose="05050102010706020507" pitchFamily="18" charset="2"/>
                  </a:rPr>
                  <a:t></a:t>
                </a:r>
                <a:r>
                  <a:rPr lang="en-US" altLang="ko-KR" sz="1800" dirty="0">
                    <a:cs typeface="Times New Roman" panose="02020603050405020304" pitchFamily="18" charset="0"/>
                    <a:sym typeface="Symbol" panose="05050102010706020507" pitchFamily="18" charset="2"/>
                  </a:rPr>
                  <a:t> </a:t>
                </a:r>
                <a:r>
                  <a:rPr lang="ko-KR" altLang="ko-KR" sz="1800" dirty="0">
                    <a:cs typeface="Times New Roman" panose="02020603050405020304" pitchFamily="18" charset="0"/>
                    <a:sym typeface="Symbol" panose="05050102010706020507" pitchFamily="18" charset="2"/>
                  </a:rPr>
                  <a:t></a:t>
                </a:r>
                <a:r>
                  <a:rPr lang="en-US" altLang="ko-KR" sz="1800" dirty="0">
                    <a:cs typeface="Times New Roman" panose="02020603050405020304" pitchFamily="18" charset="0"/>
                    <a:sym typeface="Symbol" panose="05050102010706020507" pitchFamily="18" charset="2"/>
                  </a:rPr>
                  <a:t> </a:t>
                </a:r>
                <a:r>
                  <a:rPr lang="ko-KR" altLang="ko-KR" sz="1800" dirty="0">
                    <a:cs typeface="Times New Roman" panose="02020603050405020304" pitchFamily="18" charset="0"/>
                    <a:sym typeface="Symbol" panose="05050102010706020507" pitchFamily="18" charset="2"/>
                  </a:rPr>
                  <a:t></a:t>
                </a:r>
                <a:r>
                  <a:rPr lang="en-US" altLang="ko-KR" sz="1800" dirty="0">
                    <a:cs typeface="Times New Roman" panose="02020603050405020304" pitchFamily="18" charset="0"/>
                    <a:sym typeface="Symbol" panose="05050102010706020507" pitchFamily="18" charset="2"/>
                  </a:rPr>
                  <a:t> </a:t>
                </a:r>
                <a:r>
                  <a:rPr lang="ko-KR" altLang="ko-KR" sz="1800" dirty="0">
                    <a:cs typeface="Times New Roman" panose="02020603050405020304" pitchFamily="18" charset="0"/>
                    <a:sym typeface="Symbol" panose="05050102010706020507" pitchFamily="18" charset="2"/>
                  </a:rPr>
                  <a:t></a:t>
                </a:r>
                <a:r>
                  <a:rPr lang="en-US" altLang="ko-KR" sz="1800" dirty="0">
                    <a:cs typeface="Times New Roman" panose="02020603050405020304" pitchFamily="18" charset="0"/>
                    <a:sym typeface="Symbol" panose="05050102010706020507" pitchFamily="18" charset="2"/>
                  </a:rPr>
                  <a:t> </a:t>
                </a:r>
                <a:r>
                  <a:rPr lang="ko-KR" altLang="ko-KR" sz="1800" dirty="0">
                    <a:cs typeface="Times New Roman" panose="02020603050405020304" pitchFamily="18" charset="0"/>
                    <a:sym typeface="Symbol" panose="05050102010706020507" pitchFamily="18" charset="2"/>
                  </a:rPr>
                  <a:t></a:t>
                </a:r>
                <a:endParaRPr lang="en-US" altLang="ko-KR" sz="1800" dirty="0">
                  <a:cs typeface="Times New Roman" panose="02020603050405020304" pitchFamily="18" charset="0"/>
                  <a:sym typeface="Symbol" panose="05050102010706020507" pitchFamily="18" charset="2"/>
                </a:endParaRPr>
              </a:p>
              <a:p>
                <a:pPr marL="611188" lvl="1"/>
                <a:r>
                  <a:rPr lang="en-US" altLang="ko-KR" sz="1600" dirty="0">
                    <a:cs typeface="Times New Roman" panose="02020603050405020304" pitchFamily="18" charset="0"/>
                  </a:rPr>
                  <a:t>Stops when the change in parameter </a:t>
                </a:r>
                <a:br>
                  <a:rPr lang="en-US" altLang="ko-KR" sz="1600" dirty="0">
                    <a:cs typeface="Times New Roman" panose="02020603050405020304" pitchFamily="18" charset="0"/>
                  </a:rPr>
                </a:br>
                <a:r>
                  <a:rPr lang="en-US" altLang="ko-KR" sz="1600" dirty="0">
                    <a:cs typeface="Times New Roman" panose="02020603050405020304" pitchFamily="18" charset="0"/>
                  </a:rPr>
                  <a:t>value becomes too small</a:t>
                </a:r>
              </a:p>
              <a:p>
                <a:pPr marL="899188" lvl="2"/>
                <a:r>
                  <a:rPr lang="en-US" altLang="ko-KR" sz="1400" dirty="0">
                    <a:ea typeface="나눔스퀘어_ac" panose="020B0600000101010101" pitchFamily="50" charset="-127"/>
                    <a:cs typeface="Times New Roman" panose="02020603050405020304" pitchFamily="18" charset="0"/>
                  </a:rPr>
                  <a:t>Ex</a:t>
                </a:r>
                <a:r>
                  <a:rPr lang="en-US" altLang="ko-KR" sz="1400" dirty="0">
                    <a:cs typeface="Times New Roman" panose="02020603050405020304" pitchFamily="18" charset="0"/>
                  </a:rPr>
                  <a:t>: </a:t>
                </a:r>
                <a:r>
                  <a:rPr lang="en-US" altLang="ko-KR" sz="1400" dirty="0">
                    <a:latin typeface="consolas" panose="020B0609020204030204" pitchFamily="49" charset="0"/>
                    <a:cs typeface="Times New Roman" panose="02020603050405020304" pitchFamily="18" charset="0"/>
                  </a:rPr>
                  <a:t>stop if </a:t>
                </a:r>
                <a14:m>
                  <m:oMath xmlns:m="http://schemas.openxmlformats.org/officeDocument/2006/math">
                    <m:d>
                      <m:dPr>
                        <m:begChr m:val="|"/>
                        <m:endChr m:val="|"/>
                        <m:ctrlPr>
                          <a:rPr lang="en-US" altLang="ko-KR" sz="1400" i="1" dirty="0">
                            <a:latin typeface="Cambria Math" panose="02040503050406030204" pitchFamily="18" charset="0"/>
                            <a:cs typeface="Times New Roman" panose="02020603050405020304" pitchFamily="18" charset="0"/>
                          </a:rPr>
                        </m:ctrlPr>
                      </m:dPr>
                      <m:e>
                        <m:r>
                          <m:rPr>
                            <m:sty m:val="p"/>
                          </m:rPr>
                          <a:rPr lang="en-US" altLang="ko-KR" sz="1400" dirty="0">
                            <a:latin typeface="Cambria Math" panose="02040503050406030204" pitchFamily="18" charset="0"/>
                            <a:cs typeface="Times New Roman" panose="02020603050405020304" pitchFamily="18" charset="0"/>
                          </a:rPr>
                          <m:t>x</m:t>
                        </m:r>
                        <m:d>
                          <m:dPr>
                            <m:begChr m:val="["/>
                            <m:endChr m:val="]"/>
                            <m:ctrlPr>
                              <a:rPr lang="en-US" altLang="ko-KR" sz="1400" i="1" dirty="0">
                                <a:latin typeface="Cambria Math" panose="02040503050406030204" pitchFamily="18" charset="0"/>
                                <a:cs typeface="Times New Roman" panose="02020603050405020304" pitchFamily="18" charset="0"/>
                              </a:rPr>
                            </m:ctrlPr>
                          </m:dPr>
                          <m:e>
                            <m:r>
                              <m:rPr>
                                <m:sty m:val="p"/>
                              </m:rPr>
                              <a:rPr lang="en-US" altLang="ko-KR" sz="1400" dirty="0">
                                <a:latin typeface="Cambria Math" panose="02040503050406030204" pitchFamily="18" charset="0"/>
                                <a:cs typeface="Times New Roman" panose="02020603050405020304" pitchFamily="18" charset="0"/>
                              </a:rPr>
                              <m:t>t</m:t>
                            </m:r>
                            <m:r>
                              <a:rPr lang="en-US" altLang="ko-KR" sz="1400" dirty="0">
                                <a:latin typeface="Cambria Math" panose="02040503050406030204" pitchFamily="18" charset="0"/>
                                <a:cs typeface="Times New Roman" panose="02020603050405020304" pitchFamily="18" charset="0"/>
                              </a:rPr>
                              <m:t>+1</m:t>
                            </m:r>
                          </m:e>
                        </m:d>
                        <m:r>
                          <a:rPr lang="en-US" altLang="ko-KR" sz="1400" i="1" dirty="0" smtClean="0">
                            <a:latin typeface="Cambria Math" panose="02040503050406030204" pitchFamily="18" charset="0"/>
                            <a:cs typeface="Times New Roman" panose="02020603050405020304" pitchFamily="18" charset="0"/>
                          </a:rPr>
                          <m:t>−</m:t>
                        </m:r>
                        <m:r>
                          <m:rPr>
                            <m:sty m:val="p"/>
                          </m:rPr>
                          <a:rPr lang="en-US" altLang="ko-KR" sz="1400" dirty="0">
                            <a:latin typeface="Cambria Math" panose="02040503050406030204" pitchFamily="18" charset="0"/>
                            <a:cs typeface="Times New Roman" panose="02020603050405020304" pitchFamily="18" charset="0"/>
                          </a:rPr>
                          <m:t>x</m:t>
                        </m:r>
                        <m:d>
                          <m:dPr>
                            <m:begChr m:val="["/>
                            <m:endChr m:val="]"/>
                            <m:ctrlPr>
                              <a:rPr lang="en-US" altLang="ko-KR" sz="1400" i="1" dirty="0">
                                <a:latin typeface="Cambria Math" panose="02040503050406030204" pitchFamily="18" charset="0"/>
                                <a:cs typeface="Times New Roman" panose="02020603050405020304" pitchFamily="18" charset="0"/>
                              </a:rPr>
                            </m:ctrlPr>
                          </m:dPr>
                          <m:e>
                            <m:r>
                              <m:rPr>
                                <m:sty m:val="p"/>
                              </m:rPr>
                              <a:rPr lang="en-US" altLang="ko-KR" sz="1400" dirty="0">
                                <a:latin typeface="Cambria Math" panose="02040503050406030204" pitchFamily="18" charset="0"/>
                                <a:cs typeface="Times New Roman" panose="02020603050405020304" pitchFamily="18" charset="0"/>
                              </a:rPr>
                              <m:t>t</m:t>
                            </m:r>
                          </m:e>
                        </m:d>
                      </m:e>
                    </m:d>
                    <m:r>
                      <a:rPr lang="en-US" altLang="ko-KR" sz="1400" i="1" dirty="0" smtClean="0">
                        <a:latin typeface="Cambria Math" panose="02040503050406030204" pitchFamily="18" charset="0"/>
                        <a:cs typeface="Times New Roman" panose="02020603050405020304" pitchFamily="18" charset="0"/>
                      </a:rPr>
                      <m:t>≤</m:t>
                    </m:r>
                    <m:r>
                      <a:rPr lang="en-US" altLang="ko-KR" sz="1400" i="1" dirty="0">
                        <a:latin typeface="Cambria Math" panose="02040503050406030204" pitchFamily="18" charset="0"/>
                        <a:cs typeface="Times New Roman" panose="02020603050405020304" pitchFamily="18" charset="0"/>
                      </a:rPr>
                      <m:t>1</m:t>
                    </m:r>
                    <m:r>
                      <m:rPr>
                        <m:sty m:val="p"/>
                      </m:rPr>
                      <a:rPr lang="en-US" altLang="ko-KR" sz="1400" i="1" dirty="0">
                        <a:latin typeface="Cambria Math" panose="02040503050406030204" pitchFamily="18" charset="0"/>
                        <a:cs typeface="Times New Roman" panose="02020603050405020304" pitchFamily="18" charset="0"/>
                      </a:rPr>
                      <m:t>e</m:t>
                    </m:r>
                    <m:r>
                      <a:rPr lang="en-US" altLang="ko-KR" sz="1400" i="1" dirty="0">
                        <a:latin typeface="Cambria Math" panose="02040503050406030204" pitchFamily="18" charset="0"/>
                        <a:cs typeface="Times New Roman" panose="02020603050405020304" pitchFamily="18" charset="0"/>
                      </a:rPr>
                      <m:t>−5 </m:t>
                    </m:r>
                  </m:oMath>
                </a14:m>
                <a:endParaRPr lang="en-US" altLang="ko-KR" sz="1400" dirty="0">
                  <a:cs typeface="Times New Roman" panose="02020603050405020304" pitchFamily="18" charset="0"/>
                </a:endParaRPr>
              </a:p>
              <a:p>
                <a:pPr marL="899188" lvl="2"/>
                <a:r>
                  <a:rPr lang="en-US" altLang="ko-KR" sz="1400" dirty="0">
                    <a:ea typeface="나눔스퀘어_ac" panose="020B0600000101010101" pitchFamily="50" charset="-127"/>
                    <a:cs typeface="Times New Roman" panose="02020603050405020304" pitchFamily="18" charset="0"/>
                  </a:rPr>
                  <a:t>or</a:t>
                </a:r>
                <a:r>
                  <a:rPr lang="en-US" altLang="ko-KR" sz="1400" dirty="0">
                    <a:cs typeface="Times New Roman" panose="02020603050405020304" pitchFamily="18" charset="0"/>
                  </a:rPr>
                  <a:t>, </a:t>
                </a:r>
                <a:r>
                  <a:rPr lang="en-US" altLang="ko-KR" sz="1400" dirty="0">
                    <a:latin typeface="consolas" panose="020B0609020204030204" pitchFamily="49" charset="0"/>
                    <a:cs typeface="Times New Roman" panose="02020603050405020304" pitchFamily="18" charset="0"/>
                  </a:rPr>
                  <a:t>stop if </a:t>
                </a:r>
                <a14:m>
                  <m:oMath xmlns:m="http://schemas.openxmlformats.org/officeDocument/2006/math">
                    <m:d>
                      <m:dPr>
                        <m:begChr m:val="|"/>
                        <m:endChr m:val="|"/>
                        <m:ctrlPr>
                          <a:rPr lang="en-US" altLang="ko-KR" sz="1400" i="1" dirty="0">
                            <a:latin typeface="Cambria Math" panose="02040503050406030204" pitchFamily="18" charset="0"/>
                            <a:cs typeface="Times New Roman" panose="02020603050405020304" pitchFamily="18" charset="0"/>
                          </a:rPr>
                        </m:ctrlPr>
                      </m:dPr>
                      <m:e>
                        <m:r>
                          <m:rPr>
                            <m:sty m:val="p"/>
                          </m:rPr>
                          <a:rPr lang="en-US" altLang="ko-KR" sz="1400" dirty="0">
                            <a:latin typeface="Cambria Math" panose="02040503050406030204" pitchFamily="18" charset="0"/>
                            <a:cs typeface="Times New Roman" panose="02020603050405020304" pitchFamily="18" charset="0"/>
                          </a:rPr>
                          <m:t>f</m:t>
                        </m:r>
                        <m:r>
                          <a:rPr lang="en-US" altLang="ko-KR" sz="1400" b="0" i="1" dirty="0" smtClean="0">
                            <a:latin typeface="Cambria Math" panose="02040503050406030204" pitchFamily="18" charset="0"/>
                            <a:cs typeface="Times New Roman" panose="02020603050405020304" pitchFamily="18" charset="0"/>
                          </a:rPr>
                          <m:t> </m:t>
                        </m:r>
                        <m:r>
                          <a:rPr lang="en-US" altLang="ko-KR" sz="1400" i="1" dirty="0" smtClean="0">
                            <a:latin typeface="Cambria Math" panose="02040503050406030204" pitchFamily="18" charset="0"/>
                            <a:cs typeface="Times New Roman" panose="02020603050405020304" pitchFamily="18" charset="0"/>
                          </a:rPr>
                          <m:t>′</m:t>
                        </m:r>
                        <m:d>
                          <m:dPr>
                            <m:ctrlPr>
                              <a:rPr lang="en-US" altLang="ko-KR" sz="1400" b="0" i="1" dirty="0" smtClean="0">
                                <a:latin typeface="Cambria Math" panose="02040503050406030204" pitchFamily="18" charset="0"/>
                                <a:cs typeface="Times New Roman" panose="02020603050405020304" pitchFamily="18" charset="0"/>
                                <a:sym typeface="Symbol" panose="05050102010706020507" pitchFamily="18" charset="2"/>
                              </a:rPr>
                            </m:ctrlPr>
                          </m:dPr>
                          <m:e>
                            <m:r>
                              <m:rPr>
                                <m:sty m:val="p"/>
                              </m:rPr>
                              <a:rPr lang="en-US" altLang="ko-KR" sz="1400" dirty="0">
                                <a:latin typeface="Cambria Math" panose="02040503050406030204" pitchFamily="18" charset="0"/>
                                <a:cs typeface="Times New Roman" panose="02020603050405020304" pitchFamily="18" charset="0"/>
                              </a:rPr>
                              <m:t>x</m:t>
                            </m:r>
                            <m:d>
                              <m:dPr>
                                <m:begChr m:val="["/>
                                <m:endChr m:val="]"/>
                                <m:ctrlPr>
                                  <a:rPr lang="en-US" altLang="ko-KR" sz="1400" i="1" dirty="0">
                                    <a:latin typeface="Cambria Math" panose="02040503050406030204" pitchFamily="18" charset="0"/>
                                    <a:cs typeface="Times New Roman" panose="02020603050405020304" pitchFamily="18" charset="0"/>
                                  </a:rPr>
                                </m:ctrlPr>
                              </m:dPr>
                              <m:e>
                                <m:r>
                                  <m:rPr>
                                    <m:sty m:val="p"/>
                                  </m:rPr>
                                  <a:rPr lang="en-US" altLang="ko-KR" sz="1400" dirty="0">
                                    <a:latin typeface="Cambria Math" panose="02040503050406030204" pitchFamily="18" charset="0"/>
                                    <a:cs typeface="Times New Roman" panose="02020603050405020304" pitchFamily="18" charset="0"/>
                                  </a:rPr>
                                  <m:t>t</m:t>
                                </m:r>
                              </m:e>
                            </m:d>
                          </m:e>
                        </m:d>
                      </m:e>
                    </m:d>
                    <m:r>
                      <a:rPr lang="en-US" altLang="ko-KR" sz="1400" i="1" dirty="0" smtClean="0">
                        <a:latin typeface="Cambria Math" panose="02040503050406030204" pitchFamily="18" charset="0"/>
                        <a:cs typeface="Times New Roman" panose="02020603050405020304" pitchFamily="18" charset="0"/>
                      </a:rPr>
                      <m:t>≤</m:t>
                    </m:r>
                    <m:r>
                      <a:rPr lang="en-US" altLang="ko-KR" sz="1400" i="1" dirty="0">
                        <a:latin typeface="Cambria Math" panose="02040503050406030204" pitchFamily="18" charset="0"/>
                        <a:cs typeface="Times New Roman" panose="02020603050405020304" pitchFamily="18" charset="0"/>
                      </a:rPr>
                      <m:t>1</m:t>
                    </m:r>
                    <m:r>
                      <m:rPr>
                        <m:sty m:val="p"/>
                      </m:rPr>
                      <a:rPr lang="en-US" altLang="ko-KR" sz="1400" i="1" dirty="0">
                        <a:latin typeface="Cambria Math" panose="02040503050406030204" pitchFamily="18" charset="0"/>
                        <a:cs typeface="Times New Roman" panose="02020603050405020304" pitchFamily="18" charset="0"/>
                      </a:rPr>
                      <m:t>e</m:t>
                    </m:r>
                    <m:r>
                      <a:rPr lang="en-US" altLang="ko-KR" sz="1400" i="1" dirty="0">
                        <a:latin typeface="Cambria Math" panose="02040503050406030204" pitchFamily="18" charset="0"/>
                        <a:cs typeface="Times New Roman" panose="02020603050405020304" pitchFamily="18" charset="0"/>
                      </a:rPr>
                      <m:t>−5 </m:t>
                    </m:r>
                  </m:oMath>
                </a14:m>
                <a:endParaRPr lang="en-US" altLang="ko-KR" sz="1400" dirty="0">
                  <a:cs typeface="Times New Roman" panose="02020603050405020304" pitchFamily="18" charset="0"/>
                </a:endParaRPr>
              </a:p>
            </p:txBody>
          </p:sp>
        </mc:Choice>
        <mc:Fallback>
          <p:sp>
            <p:nvSpPr>
              <p:cNvPr id="24578" name="Rectangle 3">
                <a:extLst>
                  <a:ext uri="{FF2B5EF4-FFF2-40B4-BE49-F238E27FC236}">
                    <a16:creationId xmlns:a16="http://schemas.microsoft.com/office/drawing/2014/main" id="{293A9457-24D4-444E-9569-29AEDA0E332C}"/>
                  </a:ext>
                </a:extLst>
              </p:cNvPr>
              <p:cNvSpPr>
                <a:spLocks noGrp="1" noRot="1" noChangeAspect="1" noMove="1" noResize="1" noEditPoints="1" noAdjustHandles="1" noChangeArrowheads="1" noChangeShapeType="1" noTextEdit="1"/>
              </p:cNvSpPr>
              <p:nvPr>
                <p:ph idx="1"/>
              </p:nvPr>
            </p:nvSpPr>
            <p:spPr>
              <a:xfrm>
                <a:off x="457200" y="981075"/>
                <a:ext cx="8229600" cy="5256213"/>
              </a:xfrm>
              <a:blipFill>
                <a:blip r:embed="rId2"/>
                <a:stretch>
                  <a:fillRect t="-116"/>
                </a:stretch>
              </a:blipFill>
            </p:spPr>
            <p:txBody>
              <a:bodyPr/>
              <a:lstStyle/>
              <a:p>
                <a:r>
                  <a:rPr lang="en-US">
                    <a:noFill/>
                  </a:rPr>
                  <a:t> </a:t>
                </a:r>
              </a:p>
            </p:txBody>
          </p:sp>
        </mc:Fallback>
      </mc:AlternateContent>
      <p:sp>
        <p:nvSpPr>
          <p:cNvPr id="24579" name="Rectangle 2">
            <a:extLst>
              <a:ext uri="{FF2B5EF4-FFF2-40B4-BE49-F238E27FC236}">
                <a16:creationId xmlns:a16="http://schemas.microsoft.com/office/drawing/2014/main" id="{32D47996-4BEB-440D-8C1B-9C351B9244DA}"/>
              </a:ext>
            </a:extLst>
          </p:cNvPr>
          <p:cNvSpPr>
            <a:spLocks noGrp="1" noChangeArrowheads="1"/>
          </p:cNvSpPr>
          <p:nvPr>
            <p:ph type="title"/>
          </p:nvPr>
        </p:nvSpPr>
        <p:spPr>
          <a:xfrm>
            <a:off x="457200" y="274638"/>
            <a:ext cx="8229600" cy="633412"/>
          </a:xfrm>
        </p:spPr>
        <p:txBody>
          <a:bodyPr/>
          <a:lstStyle/>
          <a:p>
            <a:r>
              <a:rPr lang="en-US" altLang="ko-KR" sz="2400" u="sng" dirty="0">
                <a:solidFill>
                  <a:srgbClr val="800080"/>
                </a:solidFill>
              </a:rPr>
              <a:t>Continuous</a:t>
            </a:r>
            <a:r>
              <a:rPr lang="en-US" altLang="ko-KR" sz="2400" dirty="0">
                <a:solidFill>
                  <a:srgbClr val="800080"/>
                </a:solidFill>
              </a:rPr>
              <a:t> State Spaces &amp; Gradient Method</a:t>
            </a:r>
            <a:endParaRPr lang="en-US" altLang="ko-KR" sz="2400" dirty="0">
              <a:solidFill>
                <a:srgbClr val="D7ADD9"/>
              </a:solidFill>
            </a:endParaRPr>
          </a:p>
        </p:txBody>
      </p:sp>
      <p:sp>
        <p:nvSpPr>
          <p:cNvPr id="18434" name="바닥글 개체 틀 4">
            <a:extLst>
              <a:ext uri="{FF2B5EF4-FFF2-40B4-BE49-F238E27FC236}">
                <a16:creationId xmlns:a16="http://schemas.microsoft.com/office/drawing/2014/main" id="{03AC5BE3-C8A6-4047-A70F-C27B178695B0}"/>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4581" name="슬라이드 번호 개체 틀 1">
            <a:extLst>
              <a:ext uri="{FF2B5EF4-FFF2-40B4-BE49-F238E27FC236}">
                <a16:creationId xmlns:a16="http://schemas.microsoft.com/office/drawing/2014/main" id="{E0E33B8C-0556-451F-A551-3428326DD39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E90BB0DD-BC98-495E-80C5-2E8DD556D644}" type="slidenum">
              <a:rPr lang="ko-KR" altLang="en-US" sz="1200">
                <a:solidFill>
                  <a:srgbClr val="898989"/>
                </a:solidFill>
                <a:latin typeface="Book Antiqua" panose="02040602050305030304" pitchFamily="18" charset="0"/>
              </a:rPr>
              <a:pPr>
                <a:lnSpc>
                  <a:spcPct val="100000"/>
                </a:lnSpc>
                <a:spcBef>
                  <a:spcPct val="0"/>
                </a:spcBef>
                <a:buFontTx/>
                <a:buNone/>
              </a:pPr>
              <a:t>19</a:t>
            </a:fld>
            <a:endParaRPr lang="en-US" altLang="ko-KR" sz="1200">
              <a:solidFill>
                <a:srgbClr val="898989"/>
              </a:solidFill>
              <a:latin typeface="Book Antiqua" panose="02040602050305030304" pitchFamily="18" charset="0"/>
            </a:endParaRPr>
          </a:p>
        </p:txBody>
      </p:sp>
      <mc:AlternateContent xmlns:mc="http://schemas.openxmlformats.org/markup-compatibility/2006" xmlns:a14="http://schemas.microsoft.com/office/drawing/2010/main">
        <mc:Choice Requires="a14">
          <p:sp>
            <p:nvSpPr>
              <p:cNvPr id="24582" name="TextBox 13">
                <a:extLst>
                  <a:ext uri="{FF2B5EF4-FFF2-40B4-BE49-F238E27FC236}">
                    <a16:creationId xmlns:a16="http://schemas.microsoft.com/office/drawing/2014/main" id="{5766FD36-3371-4451-915D-346B3F9807A9}"/>
                  </a:ext>
                </a:extLst>
              </p:cNvPr>
              <p:cNvSpPr txBox="1">
                <a:spLocks noChangeArrowheads="1"/>
              </p:cNvSpPr>
              <p:nvPr/>
            </p:nvSpPr>
            <p:spPr bwMode="auto">
              <a:xfrm>
                <a:off x="4932362" y="2564904"/>
                <a:ext cx="2952005" cy="369332"/>
              </a:xfrm>
              <a:prstGeom prst="rect">
                <a:avLst/>
              </a:prstGeom>
              <a:solidFill>
                <a:srgbClr val="99CCFF">
                  <a:alpha val="50195"/>
                </a:srgbClr>
              </a:solidFill>
              <a:ln>
                <a:noFill/>
              </a:ln>
              <a:extLst>
                <a:ext uri="{91240B29-F687-4F45-9708-019B960494DF}">
                  <a14:hiddenLine w="9525">
                    <a:solidFill>
                      <a:srgbClr val="000000"/>
                    </a:solidFill>
                    <a:miter lim="800000"/>
                    <a:headEnd/>
                    <a:tailEnd/>
                  </a14:hiddenLine>
                </a:ext>
              </a:extLst>
            </p:spPr>
            <p:txBody>
              <a:bodyPr wrap="square">
                <a:spAutoFit/>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gn="ctr" latinLnBrk="0">
                  <a:lnSpc>
                    <a:spcPct val="100000"/>
                  </a:lnSpc>
                  <a:spcBef>
                    <a:spcPct val="0"/>
                  </a:spcBef>
                  <a:buFontTx/>
                  <a:buNone/>
                </a:pPr>
                <a14:m>
                  <m:oMathPara xmlns:m="http://schemas.openxmlformats.org/officeDocument/2006/math">
                    <m:oMathParaPr>
                      <m:jc m:val="centerGroup"/>
                    </m:oMathParaPr>
                    <m:oMath xmlns:m="http://schemas.openxmlformats.org/officeDocument/2006/math">
                      <m:r>
                        <a:rPr lang="en-US" altLang="ko-KR" sz="1800" i="0" dirty="0" smtClean="0">
                          <a:latin typeface="Cambria Math" panose="02040503050406030204" pitchFamily="18" charset="0"/>
                          <a:cs typeface="Times New Roman" panose="02020603050405020304" pitchFamily="18" charset="0"/>
                        </a:rPr>
                        <m:t> </m:t>
                      </m:r>
                      <m:r>
                        <m:rPr>
                          <m:sty m:val="p"/>
                        </m:rPr>
                        <a:rPr lang="en-US" altLang="ko-KR" sz="1800" i="0" dirty="0" smtClean="0">
                          <a:latin typeface="Cambria Math" panose="02040503050406030204" pitchFamily="18" charset="0"/>
                          <a:cs typeface="Times New Roman" panose="02020603050405020304" pitchFamily="18" charset="0"/>
                        </a:rPr>
                        <m:t>x</m:t>
                      </m:r>
                      <m:r>
                        <a:rPr lang="en-US" altLang="ko-KR" sz="1800" i="0" dirty="0">
                          <a:latin typeface="Cambria Math" panose="02040503050406030204" pitchFamily="18" charset="0"/>
                          <a:cs typeface="Times New Roman" panose="02020603050405020304" pitchFamily="18" charset="0"/>
                        </a:rPr>
                        <m:t>[</m:t>
                      </m:r>
                      <m:r>
                        <m:rPr>
                          <m:sty m:val="p"/>
                        </m:rPr>
                        <a:rPr lang="en-US" altLang="ko-KR" sz="1800" i="0" dirty="0" smtClean="0">
                          <a:latin typeface="Cambria Math" panose="02040503050406030204" pitchFamily="18" charset="0"/>
                          <a:cs typeface="Times New Roman" panose="02020603050405020304" pitchFamily="18" charset="0"/>
                        </a:rPr>
                        <m:t>t</m:t>
                      </m:r>
                      <m:r>
                        <a:rPr lang="en-US" altLang="ko-KR" sz="1800" i="0" dirty="0" smtClean="0">
                          <a:latin typeface="Cambria Math" panose="02040503050406030204" pitchFamily="18" charset="0"/>
                          <a:cs typeface="Times New Roman" panose="02020603050405020304" pitchFamily="18" charset="0"/>
                        </a:rPr>
                        <m:t>+1]=</m:t>
                      </m:r>
                      <m:r>
                        <m:rPr>
                          <m:sty m:val="p"/>
                        </m:rPr>
                        <a:rPr lang="en-US" altLang="ko-KR" sz="1800" i="0" dirty="0" smtClean="0">
                          <a:latin typeface="Cambria Math" panose="02040503050406030204" pitchFamily="18" charset="0"/>
                          <a:cs typeface="Times New Roman" panose="02020603050405020304" pitchFamily="18" charset="0"/>
                        </a:rPr>
                        <m:t>x</m:t>
                      </m:r>
                      <m:r>
                        <a:rPr lang="en-US" altLang="ko-KR" sz="1800" i="0" dirty="0">
                          <a:latin typeface="Cambria Math" panose="02040503050406030204" pitchFamily="18" charset="0"/>
                          <a:cs typeface="Times New Roman" panose="02020603050405020304" pitchFamily="18" charset="0"/>
                        </a:rPr>
                        <m:t>[</m:t>
                      </m:r>
                      <m:r>
                        <m:rPr>
                          <m:sty m:val="p"/>
                        </m:rPr>
                        <a:rPr lang="en-US" altLang="ko-KR" sz="1800" i="0" dirty="0">
                          <a:latin typeface="Cambria Math" panose="02040503050406030204" pitchFamily="18" charset="0"/>
                          <a:cs typeface="Times New Roman" panose="02020603050405020304" pitchFamily="18" charset="0"/>
                        </a:rPr>
                        <m:t>t</m:t>
                      </m:r>
                      <m:r>
                        <a:rPr lang="en-US" altLang="ko-KR" sz="1800" i="0" dirty="0" smtClean="0">
                          <a:latin typeface="Cambria Math" panose="02040503050406030204" pitchFamily="18" charset="0"/>
                          <a:cs typeface="Times New Roman" panose="02020603050405020304" pitchFamily="18" charset="0"/>
                        </a:rPr>
                        <m:t>]</m:t>
                      </m:r>
                      <m:r>
                        <a:rPr lang="en-US" altLang="ko-KR" sz="1800" b="1" i="0" dirty="0" smtClean="0">
                          <a:solidFill>
                            <a:srgbClr val="FF0000"/>
                          </a:solidFill>
                          <a:latin typeface="Cambria Math" panose="02040503050406030204" pitchFamily="18" charset="0"/>
                          <a:cs typeface="Times New Roman" panose="02020603050405020304" pitchFamily="18" charset="0"/>
                        </a:rPr>
                        <m:t>–</m:t>
                      </m:r>
                      <m:r>
                        <a:rPr lang="ko-KR" altLang="ko-KR" sz="1800" i="0" dirty="0">
                          <a:latin typeface="Cambria Math" panose="02040503050406030204" pitchFamily="18" charset="0"/>
                          <a:cs typeface="Times New Roman" panose="02020603050405020304" pitchFamily="18" charset="0"/>
                          <a:sym typeface="Symbol" panose="05050102010706020507" pitchFamily="18" charset="2"/>
                        </a:rPr>
                        <m:t></m:t>
                      </m:r>
                      <m:r>
                        <a:rPr lang="en-US" altLang="ko-KR" sz="1400" i="0" dirty="0">
                          <a:latin typeface="Cambria Math" panose="02040503050406030204" pitchFamily="18" charset="0"/>
                          <a:cs typeface="Times New Roman" panose="02020603050405020304" pitchFamily="18" charset="0"/>
                          <a:sym typeface="Symbol" panose="05050102010706020507" pitchFamily="18" charset="2"/>
                        </a:rPr>
                        <m:t> </m:t>
                      </m:r>
                      <m:r>
                        <m:rPr>
                          <m:sty m:val="p"/>
                        </m:rPr>
                        <a:rPr lang="en-US" altLang="ko-KR" sz="1800" i="0" dirty="0">
                          <a:latin typeface="Cambria Math" panose="02040503050406030204" pitchFamily="18" charset="0"/>
                          <a:cs typeface="Times New Roman" panose="02020603050405020304" pitchFamily="18" charset="0"/>
                        </a:rPr>
                        <m:t>f</m:t>
                      </m:r>
                      <m:r>
                        <a:rPr lang="en-US" altLang="ko-KR" sz="1800" i="0" baseline="30000" dirty="0">
                          <a:latin typeface="Cambria Math" panose="02040503050406030204" pitchFamily="18" charset="0"/>
                          <a:cs typeface="Times New Roman" panose="02020603050405020304" pitchFamily="18" charset="0"/>
                        </a:rPr>
                        <m:t> </m:t>
                      </m:r>
                      <m:r>
                        <a:rPr lang="ko-KR" altLang="ko-KR" sz="1800" i="0" dirty="0">
                          <a:latin typeface="Cambria Math" panose="02040503050406030204" pitchFamily="18" charset="0"/>
                          <a:cs typeface="Times New Roman" panose="02020603050405020304" pitchFamily="18" charset="0"/>
                          <a:sym typeface="Symbol" panose="05050102010706020507" pitchFamily="18" charset="2"/>
                        </a:rPr>
                        <m:t></m:t>
                      </m:r>
                      <m:r>
                        <a:rPr lang="en-US" altLang="ko-KR" sz="1800" i="0" dirty="0" smtClean="0">
                          <a:latin typeface="Cambria Math" panose="02040503050406030204" pitchFamily="18" charset="0"/>
                          <a:cs typeface="Times New Roman" panose="02020603050405020304" pitchFamily="18" charset="0"/>
                          <a:sym typeface="Symbol" panose="05050102010706020507" pitchFamily="18" charset="2"/>
                        </a:rPr>
                        <m:t>(</m:t>
                      </m:r>
                      <m:r>
                        <m:rPr>
                          <m:sty m:val="p"/>
                        </m:rPr>
                        <a:rPr lang="en-US" altLang="ko-KR" sz="1800" i="0" dirty="0" smtClean="0">
                          <a:latin typeface="Cambria Math" panose="02040503050406030204" pitchFamily="18" charset="0"/>
                          <a:cs typeface="Times New Roman" panose="02020603050405020304" pitchFamily="18" charset="0"/>
                        </a:rPr>
                        <m:t>x</m:t>
                      </m:r>
                      <m:r>
                        <a:rPr lang="en-US" altLang="ko-KR" sz="1800" i="0" dirty="0">
                          <a:latin typeface="Cambria Math" panose="02040503050406030204" pitchFamily="18" charset="0"/>
                          <a:cs typeface="Times New Roman" panose="02020603050405020304" pitchFamily="18" charset="0"/>
                        </a:rPr>
                        <m:t>[</m:t>
                      </m:r>
                      <m:r>
                        <m:rPr>
                          <m:sty m:val="p"/>
                        </m:rPr>
                        <a:rPr lang="en-US" altLang="ko-KR" sz="1800" i="0" dirty="0">
                          <a:latin typeface="Cambria Math" panose="02040503050406030204" pitchFamily="18" charset="0"/>
                          <a:cs typeface="Times New Roman" panose="02020603050405020304" pitchFamily="18" charset="0"/>
                        </a:rPr>
                        <m:t>t</m:t>
                      </m:r>
                      <m:r>
                        <a:rPr lang="en-US" altLang="ko-KR" sz="1800" i="0" dirty="0">
                          <a:latin typeface="Cambria Math" panose="02040503050406030204" pitchFamily="18" charset="0"/>
                          <a:cs typeface="Times New Roman" panose="02020603050405020304" pitchFamily="18" charset="0"/>
                        </a:rPr>
                        <m:t>])</m:t>
                      </m:r>
                    </m:oMath>
                  </m:oMathPara>
                </a14:m>
                <a:endParaRPr lang="ko-KR" altLang="en-US" sz="1800" dirty="0">
                  <a:latin typeface="굴림" panose="020B0600000101010101" pitchFamily="50" charset="-127"/>
                  <a:cs typeface="Times New Roman" panose="02020603050405020304" pitchFamily="18" charset="0"/>
                </a:endParaRPr>
              </a:p>
            </p:txBody>
          </p:sp>
        </mc:Choice>
        <mc:Fallback xmlns="">
          <p:sp>
            <p:nvSpPr>
              <p:cNvPr id="24582" name="TextBox 13">
                <a:extLst>
                  <a:ext uri="{FF2B5EF4-FFF2-40B4-BE49-F238E27FC236}">
                    <a16:creationId xmlns:a16="http://schemas.microsoft.com/office/drawing/2014/main" id="{5766FD36-3371-4451-915D-346B3F9807A9}"/>
                  </a:ext>
                </a:extLst>
              </p:cNvPr>
              <p:cNvSpPr txBox="1">
                <a:spLocks noRot="1" noChangeAspect="1" noMove="1" noResize="1" noEditPoints="1" noAdjustHandles="1" noChangeArrowheads="1" noChangeShapeType="1" noTextEdit="1"/>
              </p:cNvSpPr>
              <p:nvPr/>
            </p:nvSpPr>
            <p:spPr bwMode="auto">
              <a:xfrm>
                <a:off x="4932362" y="2564904"/>
                <a:ext cx="2952005" cy="369332"/>
              </a:xfrm>
              <a:prstGeom prst="rect">
                <a:avLst/>
              </a:prstGeom>
              <a:blipFill>
                <a:blip r:embed="rId3"/>
                <a:stretch>
                  <a:fillRect b="-20000"/>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ko-KR" altLang="en-US">
                    <a:noFill/>
                  </a:rPr>
                  <a:t> </a:t>
                </a:r>
              </a:p>
            </p:txBody>
          </p:sp>
        </mc:Fallback>
      </mc:AlternateContent>
      <p:pic>
        <p:nvPicPr>
          <p:cNvPr id="15" name="Picture 7" descr="p_229_figure_6_12">
            <a:extLst>
              <a:ext uri="{FF2B5EF4-FFF2-40B4-BE49-F238E27FC236}">
                <a16:creationId xmlns:a16="http://schemas.microsoft.com/office/drawing/2014/main" id="{041CBAE3-7628-4B29-B63A-7AD4916D01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3429000"/>
            <a:ext cx="363220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오른쪽 중괄호 2">
            <a:extLst>
              <a:ext uri="{FF2B5EF4-FFF2-40B4-BE49-F238E27FC236}">
                <a16:creationId xmlns:a16="http://schemas.microsoft.com/office/drawing/2014/main" id="{E733D038-7EAA-48C6-B5B4-73E2E4DA3B54}"/>
              </a:ext>
            </a:extLst>
          </p:cNvPr>
          <p:cNvSpPr/>
          <p:nvPr/>
        </p:nvSpPr>
        <p:spPr>
          <a:xfrm>
            <a:off x="4355976" y="2177924"/>
            <a:ext cx="360040" cy="1143292"/>
          </a:xfrm>
          <a:prstGeom prst="rightBrace">
            <a:avLst>
              <a:gd name="adj1" fmla="val 6242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ko-KR" altLang="en-US"/>
          </a:p>
        </p:txBody>
      </p:sp>
      <p:sp>
        <p:nvSpPr>
          <p:cNvPr id="12" name="말풍선: 모서리가 둥근 사각형 11">
            <a:extLst>
              <a:ext uri="{FF2B5EF4-FFF2-40B4-BE49-F238E27FC236}">
                <a16:creationId xmlns:a16="http://schemas.microsoft.com/office/drawing/2014/main" id="{4798E360-462F-4133-B0C1-D1BE4ACBD3CA}"/>
              </a:ext>
            </a:extLst>
          </p:cNvPr>
          <p:cNvSpPr/>
          <p:nvPr/>
        </p:nvSpPr>
        <p:spPr>
          <a:xfrm>
            <a:off x="5306962" y="2984276"/>
            <a:ext cx="2202804" cy="210695"/>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200" dirty="0">
                <a:solidFill>
                  <a:schemeClr val="tx1"/>
                </a:solidFill>
                <a:latin typeface="나눔스퀘어_ac" panose="020B0600000101010101" pitchFamily="50" charset="-127"/>
                <a:ea typeface="나눔스퀘어_ac" panose="020B0600000101010101" pitchFamily="50" charset="-127"/>
              </a:rPr>
              <a:t>state</a:t>
            </a:r>
            <a:r>
              <a:rPr lang="ko-KR" altLang="en-US" sz="1200" dirty="0">
                <a:solidFill>
                  <a:schemeClr val="tx1"/>
                </a:solidFill>
                <a:latin typeface="나눔스퀘어_ac" panose="020B0600000101010101" pitchFamily="50" charset="-127"/>
                <a:ea typeface="나눔스퀘어_ac" panose="020B0600000101010101" pitchFamily="50" charset="-127"/>
              </a:rPr>
              <a:t> </a:t>
            </a:r>
            <a:r>
              <a:rPr lang="en-US" altLang="ko-KR" sz="1200" dirty="0">
                <a:solidFill>
                  <a:schemeClr val="tx1"/>
                </a:solidFill>
                <a:latin typeface="나눔스퀘어_ac" panose="020B0600000101010101" pitchFamily="50" charset="-127"/>
                <a:ea typeface="나눔스퀘어_ac" panose="020B0600000101010101" pitchFamily="50" charset="-127"/>
              </a:rPr>
              <a:t>x update rule</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cxnSp>
        <p:nvCxnSpPr>
          <p:cNvPr id="5" name="직선 화살표 연결선 4">
            <a:extLst>
              <a:ext uri="{FF2B5EF4-FFF2-40B4-BE49-F238E27FC236}">
                <a16:creationId xmlns:a16="http://schemas.microsoft.com/office/drawing/2014/main" id="{6235B022-0538-4630-9347-F88DBB5F50C5}"/>
              </a:ext>
            </a:extLst>
          </p:cNvPr>
          <p:cNvCxnSpPr/>
          <p:nvPr/>
        </p:nvCxnSpPr>
        <p:spPr>
          <a:xfrm>
            <a:off x="4957763" y="1340768"/>
            <a:ext cx="1680105" cy="1389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말풍선: 모서리가 둥근 사각형 12">
            <a:extLst>
              <a:ext uri="{FF2B5EF4-FFF2-40B4-BE49-F238E27FC236}">
                <a16:creationId xmlns:a16="http://schemas.microsoft.com/office/drawing/2014/main" id="{8005F498-B684-4679-BEBF-315014A7AC35}"/>
              </a:ext>
            </a:extLst>
          </p:cNvPr>
          <p:cNvSpPr/>
          <p:nvPr/>
        </p:nvSpPr>
        <p:spPr>
          <a:xfrm>
            <a:off x="6084168" y="2132856"/>
            <a:ext cx="2575422" cy="385664"/>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1000" dirty="0">
                <a:solidFill>
                  <a:schemeClr val="tx1"/>
                </a:solidFill>
                <a:latin typeface="나눔스퀘어_ac" panose="020B0600000101010101" pitchFamily="50" charset="-127"/>
                <a:ea typeface="나눔스퀘어_ac" panose="020B0600000101010101" pitchFamily="50" charset="-127"/>
              </a:rPr>
              <a:t>“</a:t>
            </a:r>
            <a:r>
              <a:rPr lang="en-US" sz="1000" dirty="0"/>
              <a:t>To minimize”, update the state in the negative (-) direction</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
        <p:nvSpPr>
          <p:cNvPr id="14" name="말풍선: 모서리가 둥근 사각형 13">
            <a:extLst>
              <a:ext uri="{FF2B5EF4-FFF2-40B4-BE49-F238E27FC236}">
                <a16:creationId xmlns:a16="http://schemas.microsoft.com/office/drawing/2014/main" id="{41C909ED-B374-408E-B331-D38F04607E81}"/>
              </a:ext>
            </a:extLst>
          </p:cNvPr>
          <p:cNvSpPr/>
          <p:nvPr/>
        </p:nvSpPr>
        <p:spPr>
          <a:xfrm>
            <a:off x="1446578" y="4991711"/>
            <a:ext cx="2880320" cy="360040"/>
          </a:xfrm>
          <a:prstGeom prst="wedgeRoundRectCallout">
            <a:avLst>
              <a:gd name="adj1" fmla="val -26628"/>
              <a:gd name="adj2" fmla="val 1095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Because reaching the Critical point </a:t>
            </a:r>
            <a:r>
              <a:rPr lang="en-US" sz="1000" i="1" dirty="0"/>
              <a:t>exactly</a:t>
            </a:r>
            <a:r>
              <a:rPr lang="en-US" sz="1000" dirty="0"/>
              <a:t> is probabilistically almost impossible</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98D7A47A-9B75-40D7-B5D3-35A431AB3FF2}"/>
              </a:ext>
            </a:extLst>
          </p:cNvPr>
          <p:cNvSpPr>
            <a:spLocks noGrp="1" noChangeAspect="1" noChangeArrowheads="1"/>
          </p:cNvSpPr>
          <p:nvPr>
            <p:ph idx="1"/>
          </p:nvPr>
        </p:nvSpPr>
        <p:spPr>
          <a:xfrm>
            <a:off x="457200" y="981075"/>
            <a:ext cx="8229600" cy="5256213"/>
          </a:xfrm>
        </p:spPr>
        <p:txBody>
          <a:bodyPr/>
          <a:lstStyle/>
          <a:p>
            <a:pPr marL="287338" indent="-287338" latinLnBrk="0">
              <a:defRPr/>
            </a:pPr>
            <a:r>
              <a:rPr lang="en-US" altLang="ko-KR" sz="1800" dirty="0">
                <a:ea typeface="나눔스퀘어_ac" panose="020B0600000101010101" pitchFamily="50" charset="-127"/>
              </a:rPr>
              <a:t>Idea:</a:t>
            </a:r>
          </a:p>
          <a:p>
            <a:pPr marL="611338" lvl="1" indent="-287338" latinLnBrk="0">
              <a:defRPr/>
            </a:pPr>
            <a:r>
              <a:rPr lang="en-US" sz="1600" dirty="0"/>
              <a:t>Hill-Climbing/Gradient method examines the surroundings and makes the best choice from them (i.e., makes a locally optimal choice)</a:t>
            </a:r>
            <a:endParaRPr lang="en-US" altLang="ko-KR" sz="1600" dirty="0">
              <a:ea typeface="나눔스퀘어_ac" panose="020B0600000101010101" pitchFamily="50" charset="-127"/>
            </a:endParaRPr>
          </a:p>
          <a:p>
            <a:pPr marL="899338" lvl="2" indent="-287338" latinLnBrk="0">
              <a:defRPr/>
            </a:pPr>
            <a:r>
              <a:rPr lang="en-US" altLang="ko-KR" sz="1400" dirty="0">
                <a:ea typeface="나눔스퀘어_ac" panose="020B0600000101010101" pitchFamily="50" charset="-127"/>
              </a:rPr>
              <a:t>HC : </a:t>
            </a:r>
            <a:r>
              <a:rPr lang="en-US" sz="1400" dirty="0"/>
              <a:t>Selects the best state among neighboring states</a:t>
            </a:r>
            <a:endParaRPr lang="en-US" altLang="ko-KR" sz="1400" dirty="0">
              <a:ea typeface="나눔스퀘어_ac" panose="020B0600000101010101" pitchFamily="50" charset="-127"/>
            </a:endParaRPr>
          </a:p>
          <a:p>
            <a:pPr marL="899338" lvl="2" indent="-287338" latinLnBrk="0">
              <a:defRPr/>
            </a:pPr>
            <a:r>
              <a:rPr lang="en-US" altLang="ko-KR" sz="1400" dirty="0">
                <a:ea typeface="나눔스퀘어_ac" panose="020B0600000101010101" pitchFamily="50" charset="-127"/>
              </a:rPr>
              <a:t>Grad. : </a:t>
            </a:r>
            <a:r>
              <a:rPr lang="en-US" sz="1400" dirty="0"/>
              <a:t>Calculates the derivative (gradient) based on the current position, and moves in that direction to select a new state</a:t>
            </a:r>
            <a:endParaRPr lang="en-US" altLang="ko-KR" sz="1400" dirty="0">
              <a:ea typeface="나눔스퀘어_ac" panose="020B0600000101010101" pitchFamily="50" charset="-127"/>
            </a:endParaRPr>
          </a:p>
          <a:p>
            <a:pPr marL="899338" lvl="2" indent="-287338" latinLnBrk="0">
              <a:defRPr/>
            </a:pPr>
            <a:r>
              <a:rPr lang="en-US" sz="1400" dirty="0"/>
              <a:t>Both techniques stop when there is no better state</a:t>
            </a:r>
            <a:endParaRPr lang="en-US" altLang="ko-KR" sz="1400" dirty="0">
              <a:ea typeface="나눔스퀘어_ac" panose="020B0600000101010101" pitchFamily="50" charset="-127"/>
            </a:endParaRPr>
          </a:p>
          <a:p>
            <a:pPr marL="611338" lvl="1" indent="-287338" latinLnBrk="0">
              <a:defRPr/>
            </a:pPr>
            <a:r>
              <a:rPr lang="en-US" sz="1600" dirty="0"/>
              <a:t>However, if the starting position is poor, it may reach and terminate at a local optimal solution.</a:t>
            </a:r>
            <a:endParaRPr lang="en-US" altLang="ko-KR" sz="1600" dirty="0">
              <a:ea typeface="나눔스퀘어_ac" panose="020B0600000101010101" pitchFamily="50" charset="-127"/>
            </a:endParaRPr>
          </a:p>
          <a:p>
            <a:pPr marL="611338" lvl="1" indent="-287338" latinLnBrk="0">
              <a:defRPr/>
            </a:pPr>
            <a:r>
              <a:rPr lang="en-US" sz="1600" dirty="0"/>
              <a:t>Furthermore, always moving in the seemingly best direction after only checking the vicinity may be a poor decision</a:t>
            </a:r>
            <a:endParaRPr lang="en-US" altLang="ko-KR" sz="1600" dirty="0">
              <a:ea typeface="나눔스퀘어_ac" panose="020B0600000101010101" pitchFamily="50" charset="-127"/>
            </a:endParaRPr>
          </a:p>
        </p:txBody>
      </p:sp>
      <p:sp>
        <p:nvSpPr>
          <p:cNvPr id="25603" name="Rectangle 2">
            <a:extLst>
              <a:ext uri="{FF2B5EF4-FFF2-40B4-BE49-F238E27FC236}">
                <a16:creationId xmlns:a16="http://schemas.microsoft.com/office/drawing/2014/main" id="{DE1AFF0B-2F8E-406B-AFAB-D0E6182B2700}"/>
              </a:ext>
            </a:extLst>
          </p:cNvPr>
          <p:cNvSpPr>
            <a:spLocks noGrp="1" noChangeArrowheads="1"/>
          </p:cNvSpPr>
          <p:nvPr>
            <p:ph type="title"/>
          </p:nvPr>
        </p:nvSpPr>
        <p:spPr>
          <a:xfrm>
            <a:off x="457200" y="274638"/>
            <a:ext cx="8229600" cy="633412"/>
          </a:xfrm>
        </p:spPr>
        <p:txBody>
          <a:bodyPr/>
          <a:lstStyle/>
          <a:p>
            <a:r>
              <a:rPr lang="en-US" altLang="ko-KR" sz="2400" dirty="0">
                <a:solidFill>
                  <a:srgbClr val="800080"/>
                </a:solidFill>
              </a:rPr>
              <a:t>Simulated Annealing Search</a:t>
            </a:r>
          </a:p>
        </p:txBody>
      </p:sp>
      <p:sp>
        <p:nvSpPr>
          <p:cNvPr id="18434" name="바닥글 개체 틀 4">
            <a:extLst>
              <a:ext uri="{FF2B5EF4-FFF2-40B4-BE49-F238E27FC236}">
                <a16:creationId xmlns:a16="http://schemas.microsoft.com/office/drawing/2014/main" id="{80D0E4BF-8DE6-4EAE-B4E9-E0D3A97681FF}"/>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5605" name="슬라이드 번호 개체 틀 1">
            <a:extLst>
              <a:ext uri="{FF2B5EF4-FFF2-40B4-BE49-F238E27FC236}">
                <a16:creationId xmlns:a16="http://schemas.microsoft.com/office/drawing/2014/main" id="{84817D9C-7C01-49E6-BB02-3D4D8CED781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B3CC4FD-6D66-480F-8358-32617956C1B5}" type="slidenum">
              <a:rPr lang="ko-KR" altLang="en-US" sz="1200">
                <a:solidFill>
                  <a:srgbClr val="898989"/>
                </a:solidFill>
                <a:latin typeface="Book Antiqua" panose="02040602050305030304" pitchFamily="18" charset="0"/>
              </a:rPr>
              <a:pPr>
                <a:lnSpc>
                  <a:spcPct val="100000"/>
                </a:lnSpc>
                <a:spcBef>
                  <a:spcPct val="0"/>
                </a:spcBef>
                <a:buFontTx/>
                <a:buNone/>
              </a:pPr>
              <a:t>20</a:t>
            </a:fld>
            <a:endParaRPr lang="en-US" altLang="ko-KR" sz="1200">
              <a:solidFill>
                <a:srgbClr val="898989"/>
              </a:solidFill>
              <a:latin typeface="Book Antiqua" panose="02040602050305030304" pitchFamily="18" charset="0"/>
            </a:endParaRPr>
          </a:p>
        </p:txBody>
      </p:sp>
      <p:pic>
        <p:nvPicPr>
          <p:cNvPr id="6" name="Picture 2">
            <a:extLst>
              <a:ext uri="{FF2B5EF4-FFF2-40B4-BE49-F238E27FC236}">
                <a16:creationId xmlns:a16="http://schemas.microsoft.com/office/drawing/2014/main" id="{4C305922-C451-48AD-87CA-F4327204D0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333" y="4437112"/>
            <a:ext cx="3493333" cy="197224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9581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98D7A47A-9B75-40D7-B5D3-35A431AB3FF2}"/>
              </a:ext>
            </a:extLst>
          </p:cNvPr>
          <p:cNvSpPr>
            <a:spLocks noGrp="1" noChangeAspect="1" noChangeArrowheads="1"/>
          </p:cNvSpPr>
          <p:nvPr>
            <p:ph idx="1"/>
          </p:nvPr>
        </p:nvSpPr>
        <p:spPr>
          <a:xfrm>
            <a:off x="457200" y="981075"/>
            <a:ext cx="8229600" cy="5740400"/>
          </a:xfrm>
        </p:spPr>
        <p:txBody>
          <a:bodyPr/>
          <a:lstStyle/>
          <a:p>
            <a:pPr marL="287338" indent="-287338">
              <a:defRPr/>
            </a:pPr>
            <a:r>
              <a:rPr lang="en-US" altLang="ko-KR" sz="1800" dirty="0"/>
              <a:t>Idea:</a:t>
            </a:r>
          </a:p>
          <a:p>
            <a:pPr lvl="1">
              <a:defRPr/>
            </a:pPr>
            <a:r>
              <a:rPr lang="en-US" altLang="ko-KR" sz="1600" dirty="0"/>
              <a:t>Efficiency of </a:t>
            </a:r>
            <a:r>
              <a:rPr lang="en-US" altLang="ko-KR" sz="1600" dirty="0">
                <a:solidFill>
                  <a:srgbClr val="7030A0"/>
                </a:solidFill>
              </a:rPr>
              <a:t>valley-descending</a:t>
            </a:r>
            <a:r>
              <a:rPr lang="en-US" altLang="ko-KR" sz="1600" dirty="0"/>
              <a:t> + completeness of </a:t>
            </a:r>
            <a:r>
              <a:rPr lang="en-US" altLang="ko-KR" sz="1600" u="sng" dirty="0"/>
              <a:t>random walk</a:t>
            </a:r>
          </a:p>
          <a:p>
            <a:pPr lvl="2">
              <a:defRPr/>
            </a:pPr>
            <a:r>
              <a:rPr lang="en-US" sz="1400" dirty="0"/>
              <a:t>That is, select a better next state in a time-efficient manner, but add a "random" selection process when choosing the next state </a:t>
            </a:r>
            <a:endParaRPr lang="en-US" altLang="ko-KR" sz="1400" dirty="0">
              <a:latin typeface="나눔스퀘어_ac" panose="020B0600000101010101" pitchFamily="50" charset="-127"/>
              <a:ea typeface="나눔스퀘어_ac" panose="020B0600000101010101" pitchFamily="50" charset="-127"/>
            </a:endParaRPr>
          </a:p>
          <a:p>
            <a:pPr lvl="1">
              <a:defRPr/>
            </a:pPr>
            <a:endParaRPr lang="en-US" altLang="ko-KR" sz="1600" dirty="0"/>
          </a:p>
          <a:p>
            <a:pPr lvl="1">
              <a:defRPr/>
            </a:pPr>
            <a:r>
              <a:rPr lang="en-US" altLang="ko-KR" sz="1600" dirty="0"/>
              <a:t>Escape local </a:t>
            </a:r>
            <a:r>
              <a:rPr lang="en-US" altLang="ko-KR" sz="1600" dirty="0">
                <a:solidFill>
                  <a:srgbClr val="7030A0"/>
                </a:solidFill>
              </a:rPr>
              <a:t>minima</a:t>
            </a:r>
            <a:r>
              <a:rPr lang="en-US" altLang="ko-KR" sz="1600" dirty="0"/>
              <a:t> </a:t>
            </a:r>
            <a:r>
              <a:rPr lang="en-US" altLang="ko-KR" sz="1600" u="sng" dirty="0"/>
              <a:t>by allowing some “bad” moves. </a:t>
            </a:r>
            <a:r>
              <a:rPr lang="en-US" altLang="ko-KR" sz="1600" dirty="0">
                <a:solidFill>
                  <a:srgbClr val="0033CC"/>
                </a:solidFill>
              </a:rPr>
              <a:t>But gradually decrease their step size and frequency</a:t>
            </a:r>
          </a:p>
          <a:p>
            <a:pPr lvl="2">
              <a:defRPr/>
            </a:pPr>
            <a:r>
              <a:rPr lang="en-US" sz="1400" dirty="0"/>
              <a:t>Randomly allows bad moves, which helps to find better solutions</a:t>
            </a:r>
            <a:endParaRPr lang="en-US" altLang="ko-KR" sz="1400" dirty="0">
              <a:latin typeface="나눔스퀘어_ac" panose="020B0600000101010101" pitchFamily="50" charset="-127"/>
              <a:ea typeface="나눔스퀘어_ac" panose="020B0600000101010101" pitchFamily="50" charset="-127"/>
            </a:endParaRPr>
          </a:p>
          <a:p>
            <a:pPr lvl="2">
              <a:defRPr/>
            </a:pPr>
            <a:r>
              <a:rPr lang="en-US" sz="1400" dirty="0"/>
              <a:t>However, bad moves should be performed restrictively (i.e., gradually reduce the frequency of bad moves and the extent to which they change the state)</a:t>
            </a:r>
            <a:r>
              <a:rPr lang="ko-KR" altLang="en-US" sz="1400" dirty="0">
                <a:latin typeface="나눔스퀘어_ac" panose="020B0600000101010101" pitchFamily="50" charset="-127"/>
                <a:ea typeface="나눔스퀘어_ac" panose="020B0600000101010101" pitchFamily="50" charset="-127"/>
              </a:rPr>
              <a:t> </a:t>
            </a:r>
            <a:endParaRPr lang="en-US" altLang="ko-KR" sz="1400" dirty="0">
              <a:latin typeface="나눔스퀘어_ac" panose="020B0600000101010101" pitchFamily="50" charset="-127"/>
              <a:ea typeface="나눔스퀘어_ac" panose="020B0600000101010101" pitchFamily="50" charset="-127"/>
            </a:endParaRPr>
          </a:p>
          <a:p>
            <a:pPr lvl="1">
              <a:defRPr/>
            </a:pPr>
            <a:endParaRPr lang="en-US" altLang="ko-KR" sz="1400" dirty="0"/>
          </a:p>
        </p:txBody>
      </p:sp>
      <p:sp>
        <p:nvSpPr>
          <p:cNvPr id="25603" name="Rectangle 2">
            <a:extLst>
              <a:ext uri="{FF2B5EF4-FFF2-40B4-BE49-F238E27FC236}">
                <a16:creationId xmlns:a16="http://schemas.microsoft.com/office/drawing/2014/main" id="{DE1AFF0B-2F8E-406B-AFAB-D0E6182B2700}"/>
              </a:ext>
            </a:extLst>
          </p:cNvPr>
          <p:cNvSpPr>
            <a:spLocks noGrp="1" noChangeArrowheads="1"/>
          </p:cNvSpPr>
          <p:nvPr>
            <p:ph type="title"/>
          </p:nvPr>
        </p:nvSpPr>
        <p:spPr>
          <a:xfrm>
            <a:off x="457200" y="274638"/>
            <a:ext cx="8229600" cy="633412"/>
          </a:xfrm>
        </p:spPr>
        <p:txBody>
          <a:bodyPr/>
          <a:lstStyle/>
          <a:p>
            <a:r>
              <a:rPr lang="en-US" altLang="ko-KR" sz="2400" dirty="0">
                <a:solidFill>
                  <a:srgbClr val="800080"/>
                </a:solidFill>
              </a:rPr>
              <a:t>Simulated Annealing Search</a:t>
            </a:r>
          </a:p>
        </p:txBody>
      </p:sp>
      <p:sp>
        <p:nvSpPr>
          <p:cNvPr id="25605" name="슬라이드 번호 개체 틀 1">
            <a:extLst>
              <a:ext uri="{FF2B5EF4-FFF2-40B4-BE49-F238E27FC236}">
                <a16:creationId xmlns:a16="http://schemas.microsoft.com/office/drawing/2014/main" id="{84817D9C-7C01-49E6-BB02-3D4D8CED781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B3CC4FD-6D66-480F-8358-32617956C1B5}" type="slidenum">
              <a:rPr lang="ko-KR" altLang="en-US" sz="1200">
                <a:solidFill>
                  <a:srgbClr val="898989"/>
                </a:solidFill>
                <a:latin typeface="Book Antiqua" panose="02040602050305030304" pitchFamily="18" charset="0"/>
              </a:rPr>
              <a:pPr>
                <a:lnSpc>
                  <a:spcPct val="100000"/>
                </a:lnSpc>
                <a:spcBef>
                  <a:spcPct val="0"/>
                </a:spcBef>
                <a:buFontTx/>
                <a:buNone/>
              </a:pPr>
              <a:t>21</a:t>
            </a:fld>
            <a:endParaRPr lang="en-US" altLang="ko-KR" sz="1200">
              <a:solidFill>
                <a:srgbClr val="898989"/>
              </a:solidFill>
              <a:latin typeface="Book Antiqua" panose="0204060205030503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98D7A47A-9B75-40D7-B5D3-35A431AB3FF2}"/>
              </a:ext>
            </a:extLst>
          </p:cNvPr>
          <p:cNvSpPr>
            <a:spLocks noGrp="1" noChangeAspect="1" noChangeArrowheads="1"/>
          </p:cNvSpPr>
          <p:nvPr>
            <p:ph idx="1"/>
          </p:nvPr>
        </p:nvSpPr>
        <p:spPr>
          <a:xfrm>
            <a:off x="457200" y="981075"/>
            <a:ext cx="8229600" cy="5740400"/>
          </a:xfrm>
        </p:spPr>
        <p:txBody>
          <a:bodyPr/>
          <a:lstStyle/>
          <a:p>
            <a:pPr eaLnBrk="1" latinLnBrk="0" hangingPunct="1">
              <a:defRPr/>
            </a:pPr>
            <a:r>
              <a:rPr lang="en-US" sz="1800" dirty="0"/>
              <a:t>Origin of the Algorithm's Name (annealing: metal tempering/heat treatment)</a:t>
            </a:r>
            <a:endParaRPr lang="en-US" altLang="ko-KR" sz="1800" dirty="0">
              <a:latin typeface="나눔스퀘어_ac" panose="020B0600000101010101" pitchFamily="50" charset="-127"/>
              <a:ea typeface="나눔스퀘어_ac" panose="020B0600000101010101" pitchFamily="50" charset="-127"/>
            </a:endParaRPr>
          </a:p>
          <a:p>
            <a:pPr lvl="1" latinLnBrk="0">
              <a:defRPr/>
            </a:pPr>
            <a:endParaRPr lang="en-US" altLang="ko-KR" sz="1600" dirty="0">
              <a:latin typeface="나눔스퀘어_ac" panose="020B0600000101010101" pitchFamily="50" charset="-127"/>
              <a:ea typeface="나눔스퀘어_ac" panose="020B0600000101010101" pitchFamily="50" charset="-127"/>
            </a:endParaRPr>
          </a:p>
          <a:p>
            <a:pPr lvl="1" latinLnBrk="0">
              <a:defRPr/>
            </a:pPr>
            <a:r>
              <a:rPr lang="en-US" sz="1600" dirty="0"/>
              <a:t>Originates from the method of heating a metal material and then slowly cooling it (changing the temperature) to eliminate internal defects and encourage optimal physical properties </a:t>
            </a:r>
            <a:r>
              <a:rPr lang="en-US" sz="1400" dirty="0"/>
              <a:t>(i.e., cool quickly at first, then slowly later to achieve stable properties!)</a:t>
            </a:r>
            <a:endParaRPr lang="en-US" altLang="ko-KR" sz="1600" dirty="0">
              <a:latin typeface="나눔스퀘어_ac" panose="020B0600000101010101" pitchFamily="50" charset="-127"/>
              <a:ea typeface="나눔스퀘어_ac" panose="020B0600000101010101" pitchFamily="50" charset="-127"/>
            </a:endParaRPr>
          </a:p>
          <a:p>
            <a:pPr lvl="2" latinLnBrk="0">
              <a:defRPr/>
            </a:pPr>
            <a:r>
              <a:rPr lang="en-US" altLang="ko-KR" sz="1400" dirty="0">
                <a:latin typeface="나눔스퀘어_ac" panose="020B0600000101010101" pitchFamily="50" charset="-127"/>
                <a:ea typeface="나눔스퀘어_ac" panose="020B0600000101010101" pitchFamily="50" charset="-127"/>
              </a:rPr>
              <a:t>Devised by Metropolis </a:t>
            </a:r>
            <a:r>
              <a:rPr lang="en-US" altLang="ko-KR" sz="1400" i="1" dirty="0">
                <a:latin typeface="나눔스퀘어_ac" panose="020B0600000101010101" pitchFamily="50" charset="-127"/>
                <a:ea typeface="나눔스퀘어_ac" panose="020B0600000101010101" pitchFamily="50" charset="-127"/>
              </a:rPr>
              <a:t>et al</a:t>
            </a:r>
            <a:r>
              <a:rPr lang="en-US" altLang="ko-KR" sz="1400" dirty="0">
                <a:latin typeface="나눔스퀘어_ac" panose="020B0600000101010101" pitchFamily="50" charset="-127"/>
                <a:ea typeface="나눔스퀘어_ac" panose="020B0600000101010101" pitchFamily="50" charset="-127"/>
              </a:rPr>
              <a:t>., 1953, for physical process modeling</a:t>
            </a:r>
          </a:p>
          <a:p>
            <a:pPr lvl="2" latinLnBrk="0">
              <a:defRPr/>
            </a:pPr>
            <a:r>
              <a:rPr lang="en-US" altLang="ko-KR" sz="1400" dirty="0">
                <a:latin typeface="나눔스퀘어_ac" panose="020B0600000101010101" pitchFamily="50" charset="-127"/>
                <a:ea typeface="나눔스퀘어_ac" panose="020B0600000101010101" pitchFamily="50" charset="-127"/>
              </a:rPr>
              <a:t>Widely used in VLSI layout, airline scheduling, etc.</a:t>
            </a:r>
            <a:endParaRPr lang="en-US" altLang="ko-KR" sz="1600" dirty="0">
              <a:latin typeface="나눔스퀘어_ac" panose="020B0600000101010101" pitchFamily="50" charset="-127"/>
              <a:ea typeface="나눔스퀘어_ac" panose="020B0600000101010101" pitchFamily="50" charset="-127"/>
            </a:endParaRPr>
          </a:p>
          <a:p>
            <a:pPr lvl="1" latinLnBrk="0">
              <a:defRPr/>
            </a:pPr>
            <a:endParaRPr lang="en-US" altLang="ko-KR" sz="1600" dirty="0"/>
          </a:p>
          <a:p>
            <a:pPr lvl="1" latinLnBrk="0">
              <a:defRPr/>
            </a:pPr>
            <a:r>
              <a:rPr lang="en-US" altLang="ko-KR" sz="1600" dirty="0"/>
              <a:t>At fixed temperature </a:t>
            </a:r>
            <a:r>
              <a:rPr lang="en-US" altLang="ko-KR" sz="1600" i="1" dirty="0">
                <a:latin typeface="Times New Roman" pitchFamily="18" charset="0"/>
                <a:cs typeface="Times New Roman" pitchFamily="18" charset="0"/>
              </a:rPr>
              <a:t>T</a:t>
            </a:r>
            <a:r>
              <a:rPr lang="en-US" altLang="ko-KR" sz="1600" dirty="0"/>
              <a:t>, state occupation probability reaches </a:t>
            </a:r>
            <a:r>
              <a:rPr lang="en-US" altLang="ko-KR" sz="1600" dirty="0" err="1"/>
              <a:t>Boltzman</a:t>
            </a:r>
            <a:r>
              <a:rPr lang="en-US" altLang="ko-KR" sz="1600" dirty="0"/>
              <a:t> distribution</a:t>
            </a:r>
            <a:r>
              <a:rPr lang="en-US" altLang="ko-KR" sz="1600" i="1" dirty="0">
                <a:latin typeface="Times New Roman" pitchFamily="18" charset="0"/>
              </a:rPr>
              <a:t> </a:t>
            </a:r>
            <a:r>
              <a:rPr lang="en-US" altLang="ko-KR" sz="1600" dirty="0">
                <a:latin typeface="Times New Roman" pitchFamily="18" charset="0"/>
              </a:rPr>
              <a:t>p(x) = </a:t>
            </a:r>
            <a:r>
              <a:rPr lang="ko-KR" altLang="ko-KR" sz="1600" dirty="0">
                <a:latin typeface="Times New Roman" pitchFamily="18" charset="0"/>
                <a:cs typeface="Times New Roman" pitchFamily="18" charset="0"/>
                <a:sym typeface="Symbol" pitchFamily="18" charset="2"/>
              </a:rPr>
              <a:t></a:t>
            </a:r>
            <a:r>
              <a:rPr lang="en-US" altLang="ko-KR" sz="1600" dirty="0">
                <a:latin typeface="Times New Roman" pitchFamily="18" charset="0"/>
                <a:cs typeface="Times New Roman" pitchFamily="18" charset="0"/>
                <a:sym typeface="Symbol" pitchFamily="18" charset="2"/>
              </a:rPr>
              <a:t> </a:t>
            </a:r>
            <a:r>
              <a:rPr lang="en-US" altLang="ko-KR" sz="1600" dirty="0">
                <a:latin typeface="Times New Roman" pitchFamily="18" charset="0"/>
              </a:rPr>
              <a:t>e</a:t>
            </a:r>
            <a:r>
              <a:rPr lang="en-US" altLang="ko-KR" sz="1600" baseline="30000" dirty="0">
                <a:latin typeface="Times New Roman" pitchFamily="18" charset="0"/>
              </a:rPr>
              <a:t>–E(x) / </a:t>
            </a:r>
            <a:r>
              <a:rPr lang="en-US" altLang="ko-KR" sz="1600" baseline="30000" dirty="0" err="1">
                <a:latin typeface="Times New Roman" pitchFamily="18" charset="0"/>
              </a:rPr>
              <a:t>kT</a:t>
            </a:r>
            <a:endParaRPr lang="en-US" altLang="ko-KR" sz="1600" baseline="30000" dirty="0">
              <a:latin typeface="Times New Roman" pitchFamily="18" charset="0"/>
            </a:endParaRPr>
          </a:p>
          <a:p>
            <a:pPr lvl="1" latinLnBrk="0">
              <a:defRPr/>
            </a:pPr>
            <a:endParaRPr lang="en-US" altLang="ko-KR" sz="1600" i="1" dirty="0">
              <a:latin typeface="Times New Roman" pitchFamily="18" charset="0"/>
              <a:cs typeface="Times New Roman" pitchFamily="18" charset="0"/>
            </a:endParaRPr>
          </a:p>
          <a:p>
            <a:pPr lvl="1" latinLnBrk="0">
              <a:defRPr/>
            </a:pPr>
            <a:r>
              <a:rPr lang="en-US" altLang="ko-KR" sz="1600" i="1" dirty="0">
                <a:latin typeface="Times New Roman" pitchFamily="18" charset="0"/>
                <a:cs typeface="Times New Roman" pitchFamily="18" charset="0"/>
              </a:rPr>
              <a:t>T</a:t>
            </a:r>
            <a:r>
              <a:rPr lang="en-US" altLang="ko-KR" sz="1600" dirty="0"/>
              <a:t> decreased slowly enough </a:t>
            </a:r>
            <a:r>
              <a:rPr lang="ko-KR" altLang="ko-KR" sz="1600" dirty="0">
                <a:sym typeface="Symbol" pitchFamily="18" charset="2"/>
              </a:rPr>
              <a:t></a:t>
            </a:r>
            <a:r>
              <a:rPr lang="en-US" altLang="ko-KR" sz="1600" dirty="0"/>
              <a:t> always reach the best state</a:t>
            </a:r>
            <a:endParaRPr lang="en-US" altLang="ko-KR" sz="1050" dirty="0"/>
          </a:p>
          <a:p>
            <a:pPr lvl="1" latinLnBrk="0">
              <a:defRPr/>
            </a:pPr>
            <a:endParaRPr lang="en-US" altLang="ko-KR" sz="1400" dirty="0"/>
          </a:p>
        </p:txBody>
      </p:sp>
      <p:sp>
        <p:nvSpPr>
          <p:cNvPr id="25603" name="Rectangle 2">
            <a:extLst>
              <a:ext uri="{FF2B5EF4-FFF2-40B4-BE49-F238E27FC236}">
                <a16:creationId xmlns:a16="http://schemas.microsoft.com/office/drawing/2014/main" id="{DE1AFF0B-2F8E-406B-AFAB-D0E6182B2700}"/>
              </a:ext>
            </a:extLst>
          </p:cNvPr>
          <p:cNvSpPr>
            <a:spLocks noGrp="1" noChangeArrowheads="1"/>
          </p:cNvSpPr>
          <p:nvPr>
            <p:ph type="title"/>
          </p:nvPr>
        </p:nvSpPr>
        <p:spPr>
          <a:xfrm>
            <a:off x="457200" y="274638"/>
            <a:ext cx="8229600" cy="633412"/>
          </a:xfrm>
        </p:spPr>
        <p:txBody>
          <a:bodyPr/>
          <a:lstStyle/>
          <a:p>
            <a:r>
              <a:rPr lang="en-US" altLang="ko-KR" sz="2400" dirty="0">
                <a:solidFill>
                  <a:srgbClr val="800080"/>
                </a:solidFill>
              </a:rPr>
              <a:t>Simulated Annealing Search</a:t>
            </a:r>
          </a:p>
        </p:txBody>
      </p:sp>
      <p:sp>
        <p:nvSpPr>
          <p:cNvPr id="25605" name="슬라이드 번호 개체 틀 1">
            <a:extLst>
              <a:ext uri="{FF2B5EF4-FFF2-40B4-BE49-F238E27FC236}">
                <a16:creationId xmlns:a16="http://schemas.microsoft.com/office/drawing/2014/main" id="{84817D9C-7C01-49E6-BB02-3D4D8CED7819}"/>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0B3CC4FD-6D66-480F-8358-32617956C1B5}" type="slidenum">
              <a:rPr lang="ko-KR" altLang="en-US" sz="1200">
                <a:solidFill>
                  <a:srgbClr val="898989"/>
                </a:solidFill>
                <a:latin typeface="Book Antiqua" panose="02040602050305030304" pitchFamily="18" charset="0"/>
              </a:rPr>
              <a:pPr>
                <a:lnSpc>
                  <a:spcPct val="100000"/>
                </a:lnSpc>
                <a:spcBef>
                  <a:spcPct val="0"/>
                </a:spcBef>
                <a:buFontTx/>
                <a:buNone/>
              </a:pPr>
              <a:t>22</a:t>
            </a:fld>
            <a:endParaRPr lang="en-US" altLang="ko-KR" sz="1200">
              <a:solidFill>
                <a:srgbClr val="898989"/>
              </a:solidFill>
              <a:latin typeface="Book Antiqua" panose="02040602050305030304" pitchFamily="18" charset="0"/>
            </a:endParaRPr>
          </a:p>
        </p:txBody>
      </p:sp>
    </p:spTree>
    <p:extLst>
      <p:ext uri="{BB962C8B-B14F-4D97-AF65-F5344CB8AC3E}">
        <p14:creationId xmlns:p14="http://schemas.microsoft.com/office/powerpoint/2010/main" val="832754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2">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9E46D07D-655E-41F9-A299-D27C8C409451}"/>
              </a:ext>
            </a:extLst>
          </p:cNvPr>
          <p:cNvSpPr>
            <a:spLocks noGrp="1" noChangeArrowheads="1"/>
          </p:cNvSpPr>
          <p:nvPr>
            <p:ph type="title"/>
          </p:nvPr>
        </p:nvSpPr>
        <p:spPr>
          <a:xfrm>
            <a:off x="457200" y="274638"/>
            <a:ext cx="8229600" cy="633412"/>
          </a:xfrm>
        </p:spPr>
        <p:txBody>
          <a:bodyPr/>
          <a:lstStyle/>
          <a:p>
            <a:r>
              <a:rPr lang="en-US" altLang="ko-KR" sz="2400">
                <a:solidFill>
                  <a:srgbClr val="D7ADD9"/>
                </a:solidFill>
              </a:rPr>
              <a:t>Simulated Annealing Search</a:t>
            </a:r>
          </a:p>
        </p:txBody>
      </p:sp>
      <p:sp>
        <p:nvSpPr>
          <p:cNvPr id="18434" name="바닥글 개체 틀 4">
            <a:extLst>
              <a:ext uri="{FF2B5EF4-FFF2-40B4-BE49-F238E27FC236}">
                <a16:creationId xmlns:a16="http://schemas.microsoft.com/office/drawing/2014/main" id="{28B7CB1A-0173-414B-97CE-44E52BBC72B4}"/>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6628" name="슬라이드 번호 개체 틀 1">
            <a:extLst>
              <a:ext uri="{FF2B5EF4-FFF2-40B4-BE49-F238E27FC236}">
                <a16:creationId xmlns:a16="http://schemas.microsoft.com/office/drawing/2014/main" id="{48FFC158-E375-4841-9F29-73BABA48C927}"/>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3BC31517-D153-43C5-85A8-1FFCD7A395D4}" type="slidenum">
              <a:rPr lang="ko-KR" altLang="en-US" sz="1200">
                <a:solidFill>
                  <a:srgbClr val="898989"/>
                </a:solidFill>
                <a:latin typeface="Book Antiqua" panose="02040602050305030304" pitchFamily="18" charset="0"/>
              </a:rPr>
              <a:pPr>
                <a:lnSpc>
                  <a:spcPct val="100000"/>
                </a:lnSpc>
                <a:spcBef>
                  <a:spcPct val="0"/>
                </a:spcBef>
                <a:buFontTx/>
                <a:buNone/>
              </a:pPr>
              <a:t>23</a:t>
            </a:fld>
            <a:endParaRPr lang="en-US" altLang="ko-KR" sz="1200">
              <a:solidFill>
                <a:srgbClr val="898989"/>
              </a:solidFill>
              <a:latin typeface="Book Antiqua" panose="02040602050305030304" pitchFamily="18" charset="0"/>
            </a:endParaRPr>
          </a:p>
        </p:txBody>
      </p:sp>
      <p:sp>
        <p:nvSpPr>
          <p:cNvPr id="26629" name="Rectangle 2">
            <a:extLst>
              <a:ext uri="{FF2B5EF4-FFF2-40B4-BE49-F238E27FC236}">
                <a16:creationId xmlns:a16="http://schemas.microsoft.com/office/drawing/2014/main" id="{050C13ED-80E8-4DB7-92F7-A984676C4107}"/>
              </a:ext>
            </a:extLst>
          </p:cNvPr>
          <p:cNvSpPr>
            <a:spLocks noChangeArrowheads="1"/>
          </p:cNvSpPr>
          <p:nvPr/>
        </p:nvSpPr>
        <p:spPr bwMode="auto">
          <a:xfrm>
            <a:off x="611981" y="1412875"/>
            <a:ext cx="7920037" cy="40322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latinLnBrk="0">
              <a:spcBef>
                <a:spcPct val="0"/>
              </a:spcBef>
              <a:buFontTx/>
              <a:buNone/>
            </a:pPr>
            <a:r>
              <a:rPr lang="en-US" altLang="ko-KR" sz="1800" b="1" dirty="0">
                <a:latin typeface="Times New Roman" panose="02020603050405020304" pitchFamily="18" charset="0"/>
                <a:cs typeface="Times New Roman" panose="02020603050405020304" pitchFamily="18" charset="0"/>
              </a:rPr>
              <a:t> function</a:t>
            </a:r>
            <a:r>
              <a:rPr lang="en-US" altLang="ko-KR" sz="1800" dirty="0">
                <a:latin typeface="Times New Roman" panose="02020603050405020304" pitchFamily="18" charset="0"/>
                <a:cs typeface="Times New Roman" panose="02020603050405020304" pitchFamily="18" charset="0"/>
              </a:rPr>
              <a:t> S</a:t>
            </a:r>
            <a:r>
              <a:rPr lang="en-US" altLang="ko-KR" sz="1400" dirty="0">
                <a:latin typeface="Times New Roman" panose="02020603050405020304" pitchFamily="18" charset="0"/>
                <a:cs typeface="Times New Roman" panose="02020603050405020304" pitchFamily="18" charset="0"/>
              </a:rPr>
              <a:t>IMULATED</a:t>
            </a:r>
            <a:r>
              <a:rPr lang="en-US" altLang="ko-KR" sz="1800" dirty="0">
                <a:latin typeface="Times New Roman" panose="02020603050405020304" pitchFamily="18" charset="0"/>
                <a:cs typeface="Times New Roman" panose="02020603050405020304" pitchFamily="18" charset="0"/>
              </a:rPr>
              <a:t>-A</a:t>
            </a:r>
            <a:r>
              <a:rPr lang="en-US" altLang="ko-KR" sz="1400" dirty="0">
                <a:latin typeface="Times New Roman" panose="02020603050405020304" pitchFamily="18" charset="0"/>
                <a:cs typeface="Times New Roman" panose="02020603050405020304" pitchFamily="18" charset="0"/>
              </a:rPr>
              <a:t>NNEALING</a:t>
            </a:r>
            <a:r>
              <a:rPr lang="en-US" altLang="ko-KR" sz="1800" dirty="0">
                <a:latin typeface="Times New Roman" panose="02020603050405020304" pitchFamily="18" charset="0"/>
                <a:cs typeface="Times New Roman" panose="02020603050405020304" pitchFamily="18" charset="0"/>
              </a:rPr>
              <a:t>(</a:t>
            </a:r>
            <a:r>
              <a:rPr lang="en-US" altLang="ko-KR" sz="1800" i="1" dirty="0">
                <a:latin typeface="Times New Roman" panose="02020603050405020304" pitchFamily="18" charset="0"/>
                <a:cs typeface="Times New Roman" panose="02020603050405020304" pitchFamily="18" charset="0"/>
              </a:rPr>
              <a:t>problem, </a:t>
            </a:r>
            <a:r>
              <a:rPr lang="en-US" altLang="ko-KR" sz="1800" i="1" u="sng" dirty="0">
                <a:latin typeface="Times New Roman" panose="02020603050405020304" pitchFamily="18" charset="0"/>
                <a:cs typeface="Times New Roman" panose="02020603050405020304" pitchFamily="18" charset="0"/>
              </a:rPr>
              <a:t>schedule</a:t>
            </a:r>
            <a:r>
              <a:rPr lang="en-US" altLang="ko-KR" sz="1800" dirty="0">
                <a:latin typeface="Times New Roman" panose="02020603050405020304" pitchFamily="18" charset="0"/>
                <a:cs typeface="Times New Roman" panose="02020603050405020304" pitchFamily="18" charset="0"/>
              </a:rPr>
              <a:t>) </a:t>
            </a:r>
            <a:r>
              <a:rPr lang="en-US" altLang="ko-KR" sz="1800" b="1" dirty="0">
                <a:latin typeface="Times New Roman" panose="02020603050405020304" pitchFamily="18" charset="0"/>
                <a:cs typeface="Times New Roman" panose="02020603050405020304" pitchFamily="18" charset="0"/>
              </a:rPr>
              <a:t>returns</a:t>
            </a:r>
            <a:r>
              <a:rPr lang="en-US" altLang="ko-KR" sz="1800" dirty="0">
                <a:latin typeface="Times New Roman" panose="02020603050405020304" pitchFamily="18" charset="0"/>
                <a:cs typeface="Times New Roman" panose="02020603050405020304" pitchFamily="18" charset="0"/>
              </a:rPr>
              <a:t> a solution state</a:t>
            </a: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b="1" dirty="0">
                <a:latin typeface="Times New Roman" panose="02020603050405020304" pitchFamily="18" charset="0"/>
                <a:cs typeface="Times New Roman" panose="02020603050405020304" pitchFamily="18" charset="0"/>
              </a:rPr>
              <a:t>inputs</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problem</a:t>
            </a:r>
            <a:r>
              <a:rPr lang="en-US" altLang="ko-KR" sz="1800" dirty="0">
                <a:latin typeface="Times New Roman" panose="02020603050405020304" pitchFamily="18" charset="0"/>
                <a:cs typeface="Times New Roman" panose="02020603050405020304" pitchFamily="18" charset="0"/>
              </a:rPr>
              <a:t>, a problem</a:t>
            </a: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schedule</a:t>
            </a:r>
            <a:r>
              <a:rPr lang="en-US" altLang="ko-KR" sz="1800" dirty="0">
                <a:latin typeface="Times New Roman" panose="02020603050405020304" pitchFamily="18" charset="0"/>
                <a:cs typeface="Times New Roman" panose="02020603050405020304" pitchFamily="18" charset="0"/>
              </a:rPr>
              <a:t>, a mapping from time to “temperature”</a:t>
            </a:r>
          </a:p>
          <a:p>
            <a:pPr latinLnBrk="0">
              <a:spcBef>
                <a:spcPct val="0"/>
              </a:spcBef>
              <a:buFontTx/>
              <a:buNone/>
            </a:pPr>
            <a:r>
              <a:rPr lang="en-US" altLang="ko-KR" sz="1200" dirty="0">
                <a:latin typeface="Times New Roman" panose="02020603050405020304" pitchFamily="18" charset="0"/>
                <a:cs typeface="Times New Roman" panose="02020603050405020304" pitchFamily="18" charset="0"/>
              </a:rPr>
              <a:t>  </a:t>
            </a:r>
            <a:endParaRPr lang="en-US" altLang="ko-KR" sz="10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800" i="1" dirty="0">
                <a:latin typeface="Times New Roman" panose="02020603050405020304" pitchFamily="18" charset="0"/>
                <a:cs typeface="Times New Roman" panose="02020603050405020304" pitchFamily="18" charset="0"/>
              </a:rPr>
              <a:t>    current</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M</a:t>
            </a:r>
            <a:r>
              <a:rPr lang="en-US" altLang="ko-KR" sz="1400" dirty="0">
                <a:latin typeface="Times New Roman" panose="02020603050405020304" pitchFamily="18" charset="0"/>
                <a:cs typeface="Times New Roman" panose="02020603050405020304" pitchFamily="18" charset="0"/>
              </a:rPr>
              <a:t>AKE</a:t>
            </a:r>
            <a:r>
              <a:rPr lang="en-US" altLang="ko-KR" sz="1800" dirty="0">
                <a:latin typeface="Times New Roman" panose="02020603050405020304" pitchFamily="18" charset="0"/>
                <a:cs typeface="Times New Roman" panose="02020603050405020304" pitchFamily="18" charset="0"/>
              </a:rPr>
              <a:t>-N</a:t>
            </a:r>
            <a:r>
              <a:rPr lang="en-US" altLang="ko-KR" sz="1400" dirty="0">
                <a:latin typeface="Times New Roman" panose="02020603050405020304" pitchFamily="18" charset="0"/>
                <a:cs typeface="Times New Roman" panose="02020603050405020304" pitchFamily="18" charset="0"/>
              </a:rPr>
              <a:t>ODE</a:t>
            </a:r>
            <a:r>
              <a:rPr lang="en-US" altLang="ko-KR" sz="1800" dirty="0">
                <a:latin typeface="Times New Roman" panose="02020603050405020304" pitchFamily="18" charset="0"/>
                <a:cs typeface="Times New Roman" panose="02020603050405020304" pitchFamily="18" charset="0"/>
              </a:rPr>
              <a:t>(</a:t>
            </a:r>
            <a:r>
              <a:rPr lang="en-US" altLang="ko-KR" sz="1800" i="1" dirty="0" err="1">
                <a:latin typeface="Times New Roman" panose="02020603050405020304" pitchFamily="18" charset="0"/>
                <a:cs typeface="Times New Roman" panose="02020603050405020304" pitchFamily="18" charset="0"/>
              </a:rPr>
              <a:t>problem</a:t>
            </a:r>
            <a:r>
              <a:rPr lang="en-US" altLang="ko-KR" sz="1800" dirty="0" err="1">
                <a:latin typeface="Times New Roman" panose="02020603050405020304" pitchFamily="18" charset="0"/>
                <a:cs typeface="Times New Roman" panose="02020603050405020304" pitchFamily="18" charset="0"/>
              </a:rPr>
              <a:t>.I</a:t>
            </a:r>
            <a:r>
              <a:rPr lang="en-US" altLang="ko-KR" sz="1400" dirty="0" err="1">
                <a:latin typeface="Times New Roman" panose="02020603050405020304" pitchFamily="18" charset="0"/>
                <a:cs typeface="Times New Roman" panose="02020603050405020304" pitchFamily="18" charset="0"/>
              </a:rPr>
              <a:t>NITIAL</a:t>
            </a:r>
            <a:r>
              <a:rPr lang="en-US" altLang="ko-KR" sz="1800" dirty="0">
                <a:latin typeface="Times New Roman" panose="02020603050405020304" pitchFamily="18" charset="0"/>
                <a:cs typeface="Times New Roman" panose="02020603050405020304" pitchFamily="18" charset="0"/>
              </a:rPr>
              <a:t>-S</a:t>
            </a:r>
            <a:r>
              <a:rPr lang="en-US" altLang="ko-KR" sz="1400" dirty="0">
                <a:latin typeface="Times New Roman" panose="02020603050405020304" pitchFamily="18" charset="0"/>
                <a:cs typeface="Times New Roman" panose="02020603050405020304" pitchFamily="18" charset="0"/>
              </a:rPr>
              <a:t>TATE</a:t>
            </a:r>
            <a:r>
              <a:rPr lang="en-US" altLang="ko-KR" sz="1800" dirty="0">
                <a:latin typeface="Times New Roman" panose="02020603050405020304" pitchFamily="18" charset="0"/>
                <a:cs typeface="Times New Roman" panose="02020603050405020304" pitchFamily="18" charset="0"/>
              </a:rPr>
              <a:t>)</a:t>
            </a: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b="1" dirty="0">
                <a:latin typeface="Times New Roman" panose="02020603050405020304" pitchFamily="18" charset="0"/>
                <a:cs typeface="Times New Roman" panose="02020603050405020304" pitchFamily="18" charset="0"/>
              </a:rPr>
              <a:t>for </a:t>
            </a:r>
            <a:r>
              <a:rPr lang="en-US" altLang="ko-KR" sz="1800" i="1" dirty="0">
                <a:latin typeface="Times New Roman" panose="02020603050405020304" pitchFamily="18" charset="0"/>
                <a:cs typeface="Times New Roman" panose="02020603050405020304" pitchFamily="18" charset="0"/>
              </a:rPr>
              <a:t>t</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1</a:t>
            </a:r>
            <a:r>
              <a:rPr lang="en-US" altLang="ko-KR" sz="1800" b="1" dirty="0">
                <a:latin typeface="Times New Roman" panose="02020603050405020304" pitchFamily="18" charset="0"/>
                <a:cs typeface="Times New Roman" panose="02020603050405020304" pitchFamily="18" charset="0"/>
              </a:rPr>
              <a:t> to </a:t>
            </a:r>
            <a:r>
              <a:rPr lang="en-US" altLang="ko-KR" sz="1800" dirty="0">
                <a:latin typeface="Times New Roman" panose="02020603050405020304" pitchFamily="18" charset="0"/>
                <a:cs typeface="Times New Roman" panose="02020603050405020304" pitchFamily="18" charset="0"/>
                <a:sym typeface="Symbol" panose="05050102010706020507" pitchFamily="18" charset="2"/>
              </a:rPr>
              <a:t></a:t>
            </a:r>
            <a:r>
              <a:rPr lang="en-US" altLang="ko-KR" sz="1800" b="1" dirty="0">
                <a:latin typeface="Times New Roman" panose="02020603050405020304" pitchFamily="18" charset="0"/>
                <a:cs typeface="Times New Roman" panose="02020603050405020304" pitchFamily="18" charset="0"/>
              </a:rPr>
              <a:t> do</a:t>
            </a:r>
            <a:endParaRPr lang="en-US" altLang="ko-KR" sz="18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T</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schedule</a:t>
            </a:r>
            <a:r>
              <a:rPr lang="en-US" altLang="ko-KR" sz="1800" dirty="0">
                <a:latin typeface="Times New Roman" panose="02020603050405020304" pitchFamily="18" charset="0"/>
                <a:cs typeface="Times New Roman" panose="02020603050405020304" pitchFamily="18" charset="0"/>
              </a:rPr>
              <a:t>[</a:t>
            </a:r>
            <a:r>
              <a:rPr lang="en-US" altLang="ko-KR" sz="1800" i="1" dirty="0">
                <a:latin typeface="Times New Roman" panose="02020603050405020304" pitchFamily="18" charset="0"/>
                <a:cs typeface="Times New Roman" panose="02020603050405020304" pitchFamily="18" charset="0"/>
              </a:rPr>
              <a:t>t</a:t>
            </a:r>
            <a:r>
              <a:rPr lang="en-US" altLang="ko-KR" sz="1800" dirty="0">
                <a:latin typeface="Times New Roman" panose="02020603050405020304" pitchFamily="18" charset="0"/>
                <a:cs typeface="Times New Roman" panose="02020603050405020304" pitchFamily="18" charset="0"/>
              </a:rPr>
              <a:t>]</a:t>
            </a: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b="1" dirty="0">
                <a:latin typeface="Times New Roman" panose="02020603050405020304" pitchFamily="18" charset="0"/>
                <a:cs typeface="Times New Roman" panose="02020603050405020304" pitchFamily="18" charset="0"/>
              </a:rPr>
              <a:t>if</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T</a:t>
            </a:r>
            <a:r>
              <a:rPr lang="en-US" altLang="ko-KR" sz="1800" dirty="0">
                <a:latin typeface="Times New Roman" panose="02020603050405020304" pitchFamily="18" charset="0"/>
                <a:cs typeface="Times New Roman" panose="02020603050405020304" pitchFamily="18" charset="0"/>
              </a:rPr>
              <a:t> = 0 </a:t>
            </a:r>
            <a:r>
              <a:rPr lang="en-US" altLang="ko-KR" sz="1800" b="1" dirty="0">
                <a:latin typeface="Times New Roman" panose="02020603050405020304" pitchFamily="18" charset="0"/>
                <a:cs typeface="Times New Roman" panose="02020603050405020304" pitchFamily="18" charset="0"/>
              </a:rPr>
              <a:t>then return</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current</a:t>
            </a:r>
            <a:endParaRPr lang="en-US" altLang="ko-KR" sz="18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next</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a </a:t>
            </a:r>
            <a:r>
              <a:rPr lang="en-US" altLang="ko-KR" sz="1800" u="sng" dirty="0">
                <a:solidFill>
                  <a:srgbClr val="FF0000"/>
                </a:solidFill>
                <a:latin typeface="Times New Roman" panose="02020603050405020304" pitchFamily="18" charset="0"/>
                <a:cs typeface="Times New Roman" panose="02020603050405020304" pitchFamily="18" charset="0"/>
              </a:rPr>
              <a:t>randomly</a:t>
            </a:r>
            <a:r>
              <a:rPr lang="en-US" altLang="ko-KR" sz="1800" u="sng" dirty="0">
                <a:latin typeface="Times New Roman" panose="02020603050405020304" pitchFamily="18" charset="0"/>
                <a:cs typeface="Times New Roman" panose="02020603050405020304" pitchFamily="18" charset="0"/>
              </a:rPr>
              <a:t> selected</a:t>
            </a:r>
            <a:r>
              <a:rPr lang="en-US" altLang="ko-KR" sz="1800" dirty="0">
                <a:latin typeface="Times New Roman" panose="02020603050405020304" pitchFamily="18" charset="0"/>
                <a:cs typeface="Times New Roman" panose="02020603050405020304" pitchFamily="18" charset="0"/>
              </a:rPr>
              <a:t> successor of </a:t>
            </a:r>
            <a:r>
              <a:rPr lang="en-US" altLang="ko-KR" sz="1800" i="1" dirty="0">
                <a:latin typeface="Times New Roman" panose="02020603050405020304" pitchFamily="18" charset="0"/>
                <a:cs typeface="Times New Roman" panose="02020603050405020304" pitchFamily="18" charset="0"/>
              </a:rPr>
              <a:t>current</a:t>
            </a:r>
            <a:endParaRPr lang="en-US" altLang="ko-KR" sz="18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ko-KR" sz="1800" i="1" dirty="0">
                <a:latin typeface="Times New Roman" panose="02020603050405020304" pitchFamily="18" charset="0"/>
                <a:cs typeface="Times New Roman" panose="02020603050405020304" pitchFamily="18" charset="0"/>
              </a:rPr>
              <a:t>E</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a:t>
            </a:r>
            <a:r>
              <a:rPr lang="en-US" altLang="ko-KR" sz="1800" i="1" dirty="0" err="1">
                <a:latin typeface="Times New Roman" panose="02020603050405020304" pitchFamily="18" charset="0"/>
                <a:cs typeface="Times New Roman" panose="02020603050405020304" pitchFamily="18" charset="0"/>
              </a:rPr>
              <a:t>next</a:t>
            </a:r>
            <a:r>
              <a:rPr lang="en-US" altLang="ko-KR" sz="1800" dirty="0" err="1">
                <a:latin typeface="Times New Roman" panose="02020603050405020304" pitchFamily="18" charset="0"/>
                <a:cs typeface="Times New Roman" panose="02020603050405020304" pitchFamily="18" charset="0"/>
              </a:rPr>
              <a:t>.V</a:t>
            </a:r>
            <a:r>
              <a:rPr lang="en-US" altLang="ko-KR" sz="1400" dirty="0" err="1">
                <a:latin typeface="Times New Roman" panose="02020603050405020304" pitchFamily="18" charset="0"/>
                <a:cs typeface="Times New Roman" panose="02020603050405020304" pitchFamily="18" charset="0"/>
              </a:rPr>
              <a:t>ALUE</a:t>
            </a:r>
            <a:r>
              <a:rPr lang="en-US" altLang="ko-KR" sz="1800" dirty="0">
                <a:latin typeface="Times New Roman" panose="02020603050405020304" pitchFamily="18" charset="0"/>
                <a:cs typeface="Times New Roman" panose="02020603050405020304" pitchFamily="18" charset="0"/>
              </a:rPr>
              <a:t> </a:t>
            </a:r>
            <a:r>
              <a:rPr lang="en-US" altLang="ko-KR" sz="1800" dirty="0">
                <a:latin typeface="Times New Roman" panose="02020603050405020304" pitchFamily="18" charset="0"/>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a:t>
            </a:r>
            <a:r>
              <a:rPr lang="en-US" altLang="ko-KR" sz="1800" i="1" dirty="0" err="1">
                <a:latin typeface="Times New Roman" panose="02020603050405020304" pitchFamily="18" charset="0"/>
                <a:cs typeface="Times New Roman" panose="02020603050405020304" pitchFamily="18" charset="0"/>
              </a:rPr>
              <a:t>current</a:t>
            </a:r>
            <a:r>
              <a:rPr lang="en-US" altLang="ko-KR" sz="1800" dirty="0" err="1">
                <a:latin typeface="Times New Roman" panose="02020603050405020304" pitchFamily="18" charset="0"/>
                <a:cs typeface="Times New Roman" panose="02020603050405020304" pitchFamily="18" charset="0"/>
              </a:rPr>
              <a:t>.V</a:t>
            </a:r>
            <a:r>
              <a:rPr lang="en-US" altLang="ko-KR" sz="1400" dirty="0" err="1">
                <a:latin typeface="Times New Roman" panose="02020603050405020304" pitchFamily="18" charset="0"/>
                <a:cs typeface="Times New Roman" panose="02020603050405020304" pitchFamily="18" charset="0"/>
              </a:rPr>
              <a:t>ALUE</a:t>
            </a:r>
            <a:endParaRPr lang="en-US" altLang="ko-KR" sz="18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b="1" dirty="0">
                <a:latin typeface="Times New Roman" panose="02020603050405020304" pitchFamily="18" charset="0"/>
                <a:cs typeface="Times New Roman" panose="02020603050405020304" pitchFamily="18" charset="0"/>
              </a:rPr>
              <a:t>if </a:t>
            </a:r>
            <a:r>
              <a:rPr lang="en-US" altLang="ko-KR" sz="1800" i="1" dirty="0">
                <a:latin typeface="Times New Roman" panose="02020603050405020304" pitchFamily="18" charset="0"/>
                <a:cs typeface="Times New Roman" panose="02020603050405020304" pitchFamily="18" charset="0"/>
                <a:sym typeface="Symbol" panose="05050102010706020507" pitchFamily="18" charset="2"/>
              </a:rPr>
              <a:t></a:t>
            </a:r>
            <a:r>
              <a:rPr lang="en-US" altLang="ko-KR" sz="1800" i="1" dirty="0">
                <a:latin typeface="Times New Roman" panose="02020603050405020304" pitchFamily="18" charset="0"/>
                <a:cs typeface="Times New Roman" panose="02020603050405020304" pitchFamily="18" charset="0"/>
              </a:rPr>
              <a:t>E</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0</a:t>
            </a:r>
            <a:r>
              <a:rPr lang="en-US" altLang="ko-KR" sz="1800" b="1" dirty="0">
                <a:latin typeface="Times New Roman" panose="02020603050405020304" pitchFamily="18" charset="0"/>
                <a:cs typeface="Times New Roman" panose="02020603050405020304" pitchFamily="18" charset="0"/>
              </a:rPr>
              <a:t> then</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current</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next</a:t>
            </a:r>
            <a:endParaRPr lang="en-US" altLang="ko-KR" sz="1800" dirty="0">
              <a:latin typeface="Times New Roman" panose="02020603050405020304" pitchFamily="18" charset="0"/>
              <a:cs typeface="Times New Roman" panose="02020603050405020304" pitchFamily="18" charset="0"/>
            </a:endParaRPr>
          </a:p>
          <a:p>
            <a:pPr latinLnBrk="0">
              <a:spcBef>
                <a:spcPct val="0"/>
              </a:spcBef>
              <a:buFontTx/>
              <a:buNone/>
            </a:pPr>
            <a:r>
              <a:rPr lang="en-US" altLang="ko-KR" sz="1800" dirty="0">
                <a:latin typeface="Times New Roman" panose="02020603050405020304" pitchFamily="18" charset="0"/>
                <a:cs typeface="Times New Roman" panose="02020603050405020304" pitchFamily="18" charset="0"/>
              </a:rPr>
              <a:t>       </a:t>
            </a:r>
            <a:r>
              <a:rPr lang="en-US" altLang="ko-KR" sz="1800" b="1" dirty="0">
                <a:latin typeface="Times New Roman" panose="02020603050405020304" pitchFamily="18" charset="0"/>
                <a:cs typeface="Times New Roman" panose="02020603050405020304" pitchFamily="18" charset="0"/>
              </a:rPr>
              <a:t>else</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current</a:t>
            </a:r>
            <a:r>
              <a:rPr lang="en-US" altLang="ko-KR" sz="1800" dirty="0">
                <a:latin typeface="Times New Roman" panose="02020603050405020304" pitchFamily="18" charset="0"/>
                <a:cs typeface="Times New Roman" panose="02020603050405020304" pitchFamily="18" charset="0"/>
              </a:rPr>
              <a:t> </a:t>
            </a:r>
            <a:r>
              <a:rPr lang="ko-KR" altLang="ko-KR" sz="1800" dirty="0">
                <a:latin typeface="굴림" panose="020B0600000101010101" pitchFamily="50" charset="-127"/>
                <a:cs typeface="Times New Roman" panose="02020603050405020304" pitchFamily="18" charset="0"/>
                <a:sym typeface="Symbol" panose="05050102010706020507" pitchFamily="18" charset="2"/>
              </a:rPr>
              <a:t></a:t>
            </a:r>
            <a:r>
              <a:rPr lang="en-US" altLang="ko-KR" sz="1800" dirty="0">
                <a:latin typeface="Times New Roman" panose="02020603050405020304" pitchFamily="18" charset="0"/>
                <a:cs typeface="Times New Roman" panose="02020603050405020304" pitchFamily="18" charset="0"/>
              </a:rPr>
              <a:t> </a:t>
            </a:r>
            <a:r>
              <a:rPr lang="en-US" altLang="ko-KR" sz="1800" i="1" dirty="0">
                <a:latin typeface="Times New Roman" panose="02020603050405020304" pitchFamily="18" charset="0"/>
                <a:cs typeface="Times New Roman" panose="02020603050405020304" pitchFamily="18" charset="0"/>
              </a:rPr>
              <a:t>next</a:t>
            </a:r>
            <a:r>
              <a:rPr lang="en-US" altLang="ko-KR" sz="1800" dirty="0">
                <a:latin typeface="Times New Roman" panose="02020603050405020304" pitchFamily="18" charset="0"/>
                <a:cs typeface="Times New Roman" panose="02020603050405020304" pitchFamily="18" charset="0"/>
              </a:rPr>
              <a:t> only with </a:t>
            </a:r>
            <a:r>
              <a:rPr lang="en-US" altLang="ko-KR" sz="1800" dirty="0">
                <a:solidFill>
                  <a:srgbClr val="FF0000"/>
                </a:solidFill>
                <a:latin typeface="Times New Roman" panose="02020603050405020304" pitchFamily="18" charset="0"/>
                <a:cs typeface="Times New Roman" panose="02020603050405020304" pitchFamily="18" charset="0"/>
              </a:rPr>
              <a:t>probability </a:t>
            </a:r>
            <a:r>
              <a:rPr lang="en-US" altLang="ko-KR" sz="1800" i="1" dirty="0">
                <a:solidFill>
                  <a:srgbClr val="FF0000"/>
                </a:solidFill>
                <a:latin typeface="Times New Roman" panose="02020603050405020304" pitchFamily="18" charset="0"/>
                <a:cs typeface="Times New Roman" panose="02020603050405020304" pitchFamily="18" charset="0"/>
              </a:rPr>
              <a:t>e</a:t>
            </a:r>
            <a:r>
              <a:rPr lang="en-US" altLang="ko-KR" sz="1800" i="1" baseline="30000" dirty="0">
                <a:solidFill>
                  <a:srgbClr val="FF0000"/>
                </a:solidFill>
                <a:latin typeface="Times New Roman" panose="02020603050405020304" pitchFamily="18" charset="0"/>
                <a:cs typeface="Times New Roman" panose="02020603050405020304" pitchFamily="18" charset="0"/>
              </a:rPr>
              <a:t>–</a:t>
            </a:r>
            <a:r>
              <a:rPr lang="en-US" altLang="ko-KR" sz="1800" i="1" baseline="30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ko-KR" sz="1800" i="1" baseline="30000" dirty="0">
                <a:solidFill>
                  <a:srgbClr val="FF0000"/>
                </a:solidFill>
                <a:latin typeface="Times New Roman" panose="02020603050405020304" pitchFamily="18" charset="0"/>
                <a:cs typeface="Times New Roman" panose="02020603050405020304" pitchFamily="18" charset="0"/>
              </a:rPr>
              <a:t>E/T</a:t>
            </a:r>
            <a:endParaRPr lang="en-US" altLang="ko-KR" sz="1800" dirty="0">
              <a:solidFill>
                <a:srgbClr val="FF0000"/>
              </a:solidFill>
              <a:latin typeface="Times New Roman" panose="02020603050405020304" pitchFamily="18" charset="0"/>
              <a:cs typeface="Times New Roman" panose="02020603050405020304" pitchFamily="18" charset="0"/>
            </a:endParaRPr>
          </a:p>
        </p:txBody>
      </p:sp>
      <p:sp>
        <p:nvSpPr>
          <p:cNvPr id="6" name="말풍선: 모서리가 둥근 사각형 5">
            <a:extLst>
              <a:ext uri="{FF2B5EF4-FFF2-40B4-BE49-F238E27FC236}">
                <a16:creationId xmlns:a16="http://schemas.microsoft.com/office/drawing/2014/main" id="{116403FB-FB24-4395-B222-288EDA1D1EAB}"/>
              </a:ext>
            </a:extLst>
          </p:cNvPr>
          <p:cNvSpPr/>
          <p:nvPr/>
        </p:nvSpPr>
        <p:spPr>
          <a:xfrm>
            <a:off x="2627784" y="789781"/>
            <a:ext cx="4824536" cy="550987"/>
          </a:xfrm>
          <a:prstGeom prst="wedgeRoundRectCallout">
            <a:avLst>
              <a:gd name="adj1" fmla="val 7496"/>
              <a:gd name="adj2" fmla="val 100743"/>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[Temperature change schedule] Passed as input, a schedule that changes the temperature from high to low (close to 0). It's stored as a list of what the temperature will be at each time-step.</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
        <p:nvSpPr>
          <p:cNvPr id="7" name="말풍선: 모서리가 둥근 사각형 6">
            <a:extLst>
              <a:ext uri="{FF2B5EF4-FFF2-40B4-BE49-F238E27FC236}">
                <a16:creationId xmlns:a16="http://schemas.microsoft.com/office/drawing/2014/main" id="{AFCC2F80-A07B-453B-8C54-D2F690A48F7A}"/>
              </a:ext>
            </a:extLst>
          </p:cNvPr>
          <p:cNvSpPr/>
          <p:nvPr/>
        </p:nvSpPr>
        <p:spPr>
          <a:xfrm>
            <a:off x="3954015" y="4765674"/>
            <a:ext cx="3930353" cy="251087"/>
          </a:xfrm>
          <a:prstGeom prst="wedgeRoundRectCallout">
            <a:avLst>
              <a:gd name="adj1" fmla="val -5405"/>
              <a:gd name="adj2" fmla="val -17450"/>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Assumes a minimization problem </a:t>
            </a:r>
            <a:r>
              <a:rPr lang="en-US" altLang="ko-KR" sz="1100" dirty="0">
                <a:solidFill>
                  <a:schemeClr val="tx1"/>
                </a:solidFill>
                <a:latin typeface="나눔스퀘어_ac" panose="020B0600000101010101" pitchFamily="50" charset="-127"/>
                <a:ea typeface="나눔스퀘어_ac" panose="020B0600000101010101" pitchFamily="50" charset="-127"/>
                <a:sym typeface="Wingdings" panose="05000000000000000000" pitchFamily="2" charset="2"/>
              </a:rPr>
              <a:t></a:t>
            </a:r>
            <a:r>
              <a:rPr lang="en-US" sz="1100" dirty="0"/>
              <a:t> Lower value is better</a:t>
            </a:r>
            <a:endParaRPr lang="ko-KR" altLang="en-US" sz="1100" dirty="0">
              <a:solidFill>
                <a:schemeClr val="tx1"/>
              </a:solidFill>
              <a:latin typeface="나눔스퀘어_ac" panose="020B0600000101010101" pitchFamily="50" charset="-127"/>
              <a:ea typeface="나눔스퀘어_ac" panose="020B0600000101010101" pitchFamily="50" charset="-127"/>
            </a:endParaRPr>
          </a:p>
        </p:txBody>
      </p:sp>
      <p:sp>
        <p:nvSpPr>
          <p:cNvPr id="8" name="말풍선: 모서리가 둥근 사각형 7">
            <a:extLst>
              <a:ext uri="{FF2B5EF4-FFF2-40B4-BE49-F238E27FC236}">
                <a16:creationId xmlns:a16="http://schemas.microsoft.com/office/drawing/2014/main" id="{E8E661F3-3E46-4AD8-90D1-43109C0550F4}"/>
              </a:ext>
            </a:extLst>
          </p:cNvPr>
          <p:cNvSpPr/>
          <p:nvPr/>
        </p:nvSpPr>
        <p:spPr>
          <a:xfrm>
            <a:off x="5577656" y="5103232"/>
            <a:ext cx="3498304" cy="630024"/>
          </a:xfrm>
          <a:prstGeom prst="wedgeRoundRectCallout">
            <a:avLst>
              <a:gd name="adj1" fmla="val -5405"/>
              <a:gd name="adj2" fmla="val -17450"/>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Selects a bad state probabilistically. Here, the probability varies based on the difference between the two solutions and the temperature (T)</a:t>
            </a:r>
            <a:endParaRPr lang="ko-KR" altLang="en-US" sz="1100" dirty="0">
              <a:solidFill>
                <a:schemeClr val="tx1"/>
              </a:solidFill>
              <a:latin typeface="나눔스퀘어_ac" panose="020B0600000101010101" pitchFamily="50" charset="-127"/>
              <a:ea typeface="나눔스퀘어_ac" panose="020B0600000101010101" pitchFamily="50" charset="-127"/>
            </a:endParaRPr>
          </a:p>
        </p:txBody>
      </p:sp>
      <p:sp>
        <p:nvSpPr>
          <p:cNvPr id="9" name="말풍선: 모서리가 둥근 사각형 8">
            <a:extLst>
              <a:ext uri="{FF2B5EF4-FFF2-40B4-BE49-F238E27FC236}">
                <a16:creationId xmlns:a16="http://schemas.microsoft.com/office/drawing/2014/main" id="{436D1839-6F76-4AD3-B26C-DC602CD3ECC4}"/>
              </a:ext>
            </a:extLst>
          </p:cNvPr>
          <p:cNvSpPr/>
          <p:nvPr/>
        </p:nvSpPr>
        <p:spPr>
          <a:xfrm>
            <a:off x="5679544" y="2762384"/>
            <a:ext cx="2132816" cy="560111"/>
          </a:xfrm>
          <a:prstGeom prst="wedgeRoundRectCallout">
            <a:avLst>
              <a:gd name="adj1" fmla="val -64197"/>
              <a:gd name="adj2" fmla="val -23068"/>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Calculate the current state from the initial state</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
        <p:nvSpPr>
          <p:cNvPr id="10" name="말풍선: 모서리가 둥근 사각형 9">
            <a:extLst>
              <a:ext uri="{FF2B5EF4-FFF2-40B4-BE49-F238E27FC236}">
                <a16:creationId xmlns:a16="http://schemas.microsoft.com/office/drawing/2014/main" id="{F0B79E27-4856-44A3-B107-B3265053B31C}"/>
              </a:ext>
            </a:extLst>
          </p:cNvPr>
          <p:cNvSpPr/>
          <p:nvPr/>
        </p:nvSpPr>
        <p:spPr>
          <a:xfrm>
            <a:off x="5679544" y="4121286"/>
            <a:ext cx="2406744" cy="224868"/>
          </a:xfrm>
          <a:prstGeom prst="wedgeRoundRectCallout">
            <a:avLst>
              <a:gd name="adj1" fmla="val -31275"/>
              <a:gd name="adj2" fmla="val 15024"/>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Randomly select the next state</a:t>
            </a:r>
            <a:endParaRPr lang="ko-KR" altLang="en-US" sz="1200" dirty="0">
              <a:solidFill>
                <a:schemeClr val="tx1"/>
              </a:solidFill>
              <a:latin typeface="나눔스퀘어_ac" panose="020B0600000101010101" pitchFamily="50" charset="-127"/>
              <a:ea typeface="나눔스퀘어_ac" panose="020B0600000101010101" pitchFamily="50" charset="-127"/>
            </a:endParaRPr>
          </a:p>
        </p:txBody>
      </p:sp>
      <p:sp>
        <p:nvSpPr>
          <p:cNvPr id="11" name="말풍선: 모서리가 둥근 사각형 10">
            <a:extLst>
              <a:ext uri="{FF2B5EF4-FFF2-40B4-BE49-F238E27FC236}">
                <a16:creationId xmlns:a16="http://schemas.microsoft.com/office/drawing/2014/main" id="{88AFCD54-20DA-4A03-9220-0A72E1030382}"/>
              </a:ext>
            </a:extLst>
          </p:cNvPr>
          <p:cNvSpPr/>
          <p:nvPr/>
        </p:nvSpPr>
        <p:spPr>
          <a:xfrm>
            <a:off x="4440670" y="4402633"/>
            <a:ext cx="4363319" cy="326987"/>
          </a:xfrm>
          <a:prstGeom prst="wedgeRoundRectCallout">
            <a:avLst>
              <a:gd name="adj1" fmla="val -31275"/>
              <a:gd name="adj2" fmla="val 15024"/>
              <a:gd name="adj3" fmla="val 16667"/>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Calculate the difference in objective function between the two states (= energy difference)</a:t>
            </a:r>
            <a:endParaRPr lang="ko-KR" altLang="en-US" sz="1000" dirty="0">
              <a:solidFill>
                <a:schemeClr val="tx1"/>
              </a:solidFill>
              <a:latin typeface="나눔스퀘어_ac" panose="020B0600000101010101" pitchFamily="50" charset="-127"/>
              <a:ea typeface="나눔스퀘어_ac" panose="020B0600000101010101" pitchFamily="50" charset="-127"/>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225329F8-E6C3-480F-8522-DD568CC797FF}"/>
              </a:ext>
            </a:extLst>
          </p:cNvPr>
          <p:cNvSpPr>
            <a:spLocks noGrp="1" noChangeAspect="1" noChangeArrowheads="1"/>
          </p:cNvSpPr>
          <p:nvPr>
            <p:ph idx="1"/>
          </p:nvPr>
        </p:nvSpPr>
        <p:spPr>
          <a:xfrm>
            <a:off x="457200" y="981075"/>
            <a:ext cx="8229600" cy="5256213"/>
          </a:xfrm>
        </p:spPr>
        <p:txBody>
          <a:bodyPr/>
          <a:lstStyle/>
          <a:p>
            <a:pPr marL="287338" indent="-287338" latinLnBrk="0">
              <a:defRPr/>
            </a:pPr>
            <a:r>
              <a:rPr lang="en-US" altLang="ko-KR" sz="1800" dirty="0"/>
              <a:t>A </a:t>
            </a:r>
            <a:r>
              <a:rPr lang="en-US" altLang="ko-KR" sz="1800" dirty="0">
                <a:solidFill>
                  <a:srgbClr val="0033CC"/>
                </a:solidFill>
              </a:rPr>
              <a:t>random</a:t>
            </a:r>
            <a:r>
              <a:rPr lang="en-US" altLang="ko-KR" sz="1800" dirty="0"/>
              <a:t> move is picked </a:t>
            </a:r>
            <a:r>
              <a:rPr lang="en-US" altLang="ko-KR" sz="1600" dirty="0"/>
              <a:t>(with decreasing probability) </a:t>
            </a:r>
            <a:r>
              <a:rPr lang="en-US" altLang="ko-KR" sz="1800" dirty="0"/>
              <a:t>instead of the best move</a:t>
            </a:r>
          </a:p>
          <a:p>
            <a:pPr eaLnBrk="1" latinLnBrk="0" hangingPunct="1">
              <a:defRPr/>
            </a:pPr>
            <a:r>
              <a:rPr lang="en-US" altLang="ko-KR" sz="1800" dirty="0"/>
              <a:t>If the move improves the situation, it is always accepted</a:t>
            </a:r>
          </a:p>
          <a:p>
            <a:pPr eaLnBrk="1" latinLnBrk="0" hangingPunct="1">
              <a:defRPr/>
            </a:pPr>
            <a:r>
              <a:rPr lang="en-US" altLang="ko-KR" sz="1800" dirty="0"/>
              <a:t>Otherwise, the move is accepted with probability </a:t>
            </a:r>
            <a:r>
              <a:rPr lang="en-US" altLang="ko-KR" sz="1800" i="1" dirty="0">
                <a:latin typeface="Times New Roman" pitchFamily="18" charset="0"/>
              </a:rPr>
              <a:t>e </a:t>
            </a:r>
            <a:r>
              <a:rPr lang="en-US" altLang="ko-KR" sz="1800" i="1" baseline="30000" dirty="0">
                <a:latin typeface="Times New Roman" pitchFamily="18" charset="0"/>
              </a:rPr>
              <a:t>– </a:t>
            </a:r>
            <a:r>
              <a:rPr lang="en-US" altLang="ko-KR" sz="1800" i="1" baseline="30000" dirty="0">
                <a:latin typeface="Times New Roman" pitchFamily="18" charset="0"/>
                <a:sym typeface="Symbol" pitchFamily="18" charset="2"/>
              </a:rPr>
              <a:t></a:t>
            </a:r>
            <a:r>
              <a:rPr lang="en-US" altLang="ko-KR" sz="1800" i="1" baseline="30000" dirty="0">
                <a:latin typeface="Times New Roman" pitchFamily="18" charset="0"/>
              </a:rPr>
              <a:t>E / T</a:t>
            </a:r>
            <a:endParaRPr lang="en-US" altLang="ko-KR" sz="1800" dirty="0"/>
          </a:p>
          <a:p>
            <a:pPr lvl="1" eaLnBrk="1" latinLnBrk="0" hangingPunct="1">
              <a:defRPr/>
            </a:pPr>
            <a:r>
              <a:rPr lang="en-US" altLang="ko-KR" sz="1600" i="1" dirty="0">
                <a:latin typeface="Times New Roman" pitchFamily="18" charset="0"/>
                <a:sym typeface="Symbol" pitchFamily="18" charset="2"/>
              </a:rPr>
              <a:t></a:t>
            </a:r>
            <a:r>
              <a:rPr lang="en-US" altLang="ko-KR" sz="1600" i="1" dirty="0">
                <a:latin typeface="Times New Roman" pitchFamily="18" charset="0"/>
              </a:rPr>
              <a:t>E</a:t>
            </a:r>
            <a:r>
              <a:rPr lang="en-US" altLang="ko-KR" sz="1600" dirty="0">
                <a:latin typeface="Times New Roman" pitchFamily="18" charset="0"/>
              </a:rPr>
              <a:t> :</a:t>
            </a:r>
            <a:r>
              <a:rPr lang="en-US" altLang="ko-KR" sz="1600" dirty="0"/>
              <a:t> the amount by which the evaluation is worsened</a:t>
            </a:r>
          </a:p>
          <a:p>
            <a:pPr lvl="2" eaLnBrk="1" latinLnBrk="0" hangingPunct="1">
              <a:defRPr/>
            </a:pPr>
            <a:r>
              <a:rPr lang="en-US" altLang="ko-KR" sz="1400" dirty="0"/>
              <a:t>The acceptance probability decreases exponentially with the “badness” of the move</a:t>
            </a:r>
          </a:p>
          <a:p>
            <a:pPr lvl="2" eaLnBrk="1" latinLnBrk="0" hangingPunct="1">
              <a:defRPr/>
            </a:pPr>
            <a:r>
              <a:rPr lang="en-US" sz="1400" dirty="0"/>
              <a:t>i.e., The worse the next state is, the lower the probability of selecting it</a:t>
            </a:r>
            <a:r>
              <a:rPr lang="en-US" altLang="ko-KR" sz="1400" dirty="0">
                <a:latin typeface="나눔스퀘어_ac" panose="020B0600000101010101" pitchFamily="50" charset="-127"/>
                <a:ea typeface="나눔스퀘어_ac" panose="020B0600000101010101" pitchFamily="50" charset="-127"/>
              </a:rPr>
              <a:t>.</a:t>
            </a:r>
          </a:p>
          <a:p>
            <a:pPr lvl="1" eaLnBrk="1" latinLnBrk="0" hangingPunct="1">
              <a:defRPr/>
            </a:pPr>
            <a:r>
              <a:rPr lang="en-US" altLang="ko-KR" sz="1600" i="1" dirty="0">
                <a:latin typeface="Times New Roman" pitchFamily="18" charset="0"/>
              </a:rPr>
              <a:t>T</a:t>
            </a:r>
            <a:r>
              <a:rPr lang="en-US" altLang="ko-KR" sz="1600" dirty="0">
                <a:latin typeface="Times New Roman" pitchFamily="18" charset="0"/>
              </a:rPr>
              <a:t> :</a:t>
            </a:r>
            <a:r>
              <a:rPr lang="en-US" altLang="ko-KR" sz="1600" dirty="0"/>
              <a:t> temperature, determined by the </a:t>
            </a:r>
            <a:r>
              <a:rPr lang="en-US" altLang="ko-KR" sz="1600" dirty="0">
                <a:solidFill>
                  <a:srgbClr val="990033"/>
                </a:solidFill>
              </a:rPr>
              <a:t>annealing schedule </a:t>
            </a:r>
            <a:r>
              <a:rPr lang="en-US" altLang="ko-KR" sz="1600" dirty="0"/>
              <a:t>(controls the randomness) </a:t>
            </a:r>
          </a:p>
          <a:p>
            <a:pPr lvl="2" eaLnBrk="1" latinLnBrk="0" hangingPunct="1">
              <a:defRPr/>
            </a:pPr>
            <a:r>
              <a:rPr lang="en-US" altLang="ko-KR" sz="1600" dirty="0"/>
              <a:t>Bad moves are more likely at the start when </a:t>
            </a:r>
            <a:r>
              <a:rPr lang="en-US" altLang="ko-KR" sz="1600" i="1" dirty="0">
                <a:latin typeface="Times New Roman" pitchFamily="18" charset="0"/>
              </a:rPr>
              <a:t>T</a:t>
            </a:r>
            <a:r>
              <a:rPr lang="en-US" altLang="ko-KR" sz="1600" dirty="0"/>
              <a:t> is high</a:t>
            </a:r>
          </a:p>
          <a:p>
            <a:pPr lvl="3" eaLnBrk="1" latinLnBrk="0" hangingPunct="1">
              <a:defRPr/>
            </a:pPr>
            <a:r>
              <a:rPr lang="en-US" altLang="ko-KR" sz="1200" dirty="0">
                <a:latin typeface="나눔스퀘어_ac" panose="020B0600000101010101" pitchFamily="50" charset="-127"/>
                <a:ea typeface="나눔스퀘어_ac" panose="020B0600000101010101" pitchFamily="50" charset="-127"/>
              </a:rPr>
              <a:t>When the initial T value is high, the probability of accepting a random bad move is high.</a:t>
            </a:r>
          </a:p>
          <a:p>
            <a:pPr lvl="2" eaLnBrk="1" latinLnBrk="0" hangingPunct="1">
              <a:defRPr/>
            </a:pPr>
            <a:r>
              <a:rPr lang="en-US" altLang="ko-KR" sz="1600" dirty="0"/>
              <a:t>They become less likely as </a:t>
            </a:r>
            <a:r>
              <a:rPr lang="en-US" altLang="ko-KR" sz="1600" i="1" dirty="0">
                <a:latin typeface="Times New Roman" pitchFamily="18" charset="0"/>
              </a:rPr>
              <a:t>T</a:t>
            </a:r>
            <a:r>
              <a:rPr lang="en-US" altLang="ko-KR" sz="1600" dirty="0"/>
              <a:t> decreases</a:t>
            </a:r>
          </a:p>
          <a:p>
            <a:pPr lvl="3" eaLnBrk="1" latinLnBrk="0" hangingPunct="1">
              <a:defRPr/>
            </a:pPr>
            <a:r>
              <a:rPr lang="en-US" altLang="ko-KR" sz="1200" dirty="0">
                <a:latin typeface="나눔스퀘어_ac" panose="020B0600000101010101" pitchFamily="50" charset="-127"/>
                <a:ea typeface="나눔스퀘어_ac" panose="020B0600000101010101" pitchFamily="50" charset="-127"/>
              </a:rPr>
              <a:t>Since it's common to set the schedule so that T decreases as the iteration progresses, the probability of selecting a bad move decreases with each iteration.</a:t>
            </a:r>
          </a:p>
          <a:p>
            <a:pPr lvl="1" eaLnBrk="1" latinLnBrk="0" hangingPunct="1">
              <a:defRPr/>
            </a:pPr>
            <a:r>
              <a:rPr lang="en-US" altLang="ko-KR" sz="1400" dirty="0">
                <a:ea typeface="나눔스퀘어_ac" panose="020B0600000101010101" pitchFamily="50" charset="-127"/>
              </a:rPr>
              <a:t>In short, random moves are highly permitted in the early stages, and restricted in the later stages</a:t>
            </a:r>
            <a:endParaRPr lang="en-US" altLang="ko-KR" sz="1600" dirty="0">
              <a:ea typeface="나눔스퀘어_ac" panose="020B0600000101010101" pitchFamily="50" charset="-127"/>
            </a:endParaRPr>
          </a:p>
        </p:txBody>
      </p:sp>
      <p:sp>
        <p:nvSpPr>
          <p:cNvPr id="27651" name="Rectangle 2">
            <a:extLst>
              <a:ext uri="{FF2B5EF4-FFF2-40B4-BE49-F238E27FC236}">
                <a16:creationId xmlns:a16="http://schemas.microsoft.com/office/drawing/2014/main" id="{838EBFBB-9F64-4F16-9ADC-703A7E7B0C27}"/>
              </a:ext>
            </a:extLst>
          </p:cNvPr>
          <p:cNvSpPr>
            <a:spLocks noGrp="1" noChangeArrowheads="1"/>
          </p:cNvSpPr>
          <p:nvPr>
            <p:ph type="title"/>
          </p:nvPr>
        </p:nvSpPr>
        <p:spPr>
          <a:xfrm>
            <a:off x="457200" y="274638"/>
            <a:ext cx="8229600" cy="633412"/>
          </a:xfrm>
        </p:spPr>
        <p:txBody>
          <a:bodyPr/>
          <a:lstStyle/>
          <a:p>
            <a:r>
              <a:rPr lang="en-US" altLang="ko-KR" sz="2400">
                <a:solidFill>
                  <a:srgbClr val="D7ADD9"/>
                </a:solidFill>
              </a:rPr>
              <a:t>Simulated Annealing Search</a:t>
            </a:r>
          </a:p>
        </p:txBody>
      </p:sp>
      <p:sp>
        <p:nvSpPr>
          <p:cNvPr id="27653" name="슬라이드 번호 개체 틀 1">
            <a:extLst>
              <a:ext uri="{FF2B5EF4-FFF2-40B4-BE49-F238E27FC236}">
                <a16:creationId xmlns:a16="http://schemas.microsoft.com/office/drawing/2014/main" id="{5A9947B2-C2DC-4A37-B25A-1D45FB4DBD3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A311F016-C568-4BE7-8EE0-B5ED465D62C0}" type="slidenum">
              <a:rPr lang="ko-KR" altLang="en-US" sz="1200">
                <a:solidFill>
                  <a:srgbClr val="898989"/>
                </a:solidFill>
                <a:latin typeface="Book Antiqua" panose="02040602050305030304" pitchFamily="18" charset="0"/>
              </a:rPr>
              <a:pPr>
                <a:lnSpc>
                  <a:spcPct val="100000"/>
                </a:lnSpc>
                <a:spcBef>
                  <a:spcPct val="0"/>
                </a:spcBef>
                <a:buFontTx/>
                <a:buNone/>
              </a:pPr>
              <a:t>24</a:t>
            </a:fld>
            <a:endParaRPr lang="en-US" altLang="ko-KR" sz="1200">
              <a:solidFill>
                <a:srgbClr val="898989"/>
              </a:solidFill>
              <a:latin typeface="Book Antiqua" panose="02040602050305030304" pitchFamily="18" charset="0"/>
            </a:endParaRPr>
          </a:p>
        </p:txBody>
      </p:sp>
      <p:pic>
        <p:nvPicPr>
          <p:cNvPr id="5" name="그림 4">
            <a:extLst>
              <a:ext uri="{FF2B5EF4-FFF2-40B4-BE49-F238E27FC236}">
                <a16:creationId xmlns:a16="http://schemas.microsoft.com/office/drawing/2014/main" id="{4A8A8BB1-4BFC-8C6E-6BA6-7BFF91ED14A8}"/>
              </a:ext>
            </a:extLst>
          </p:cNvPr>
          <p:cNvPicPr>
            <a:picLocks noChangeAspect="1"/>
          </p:cNvPicPr>
          <p:nvPr/>
        </p:nvPicPr>
        <p:blipFill>
          <a:blip r:embed="rId2"/>
          <a:stretch>
            <a:fillRect/>
          </a:stretch>
        </p:blipFill>
        <p:spPr>
          <a:xfrm>
            <a:off x="2145256" y="5369209"/>
            <a:ext cx="4853488" cy="12415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242">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24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42">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24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4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24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674" name="Rectangle 3">
                <a:extLst>
                  <a:ext uri="{FF2B5EF4-FFF2-40B4-BE49-F238E27FC236}">
                    <a16:creationId xmlns:a16="http://schemas.microsoft.com/office/drawing/2014/main" id="{1124E1BE-B91A-4702-8629-9C1BD2AAE303}"/>
                  </a:ext>
                </a:extLst>
              </p:cNvPr>
              <p:cNvSpPr>
                <a:spLocks noGrp="1" noChangeAspect="1" noChangeArrowheads="1"/>
              </p:cNvSpPr>
              <p:nvPr>
                <p:ph idx="1"/>
              </p:nvPr>
            </p:nvSpPr>
            <p:spPr>
              <a:xfrm>
                <a:off x="457200" y="981075"/>
                <a:ext cx="8229600" cy="5256213"/>
              </a:xfrm>
            </p:spPr>
            <p:txBody>
              <a:bodyPr/>
              <a:lstStyle/>
              <a:p>
                <a:pPr marL="287338" indent="-287338" eaLnBrk="1" latinLnBrk="0" hangingPunct="1"/>
                <a:r>
                  <a:rPr lang="en-US" altLang="ko-KR" sz="1800" i="1" dirty="0">
                    <a:latin typeface="Times New Roman" panose="02020603050405020304" pitchFamily="18" charset="0"/>
                  </a:rPr>
                  <a:t>T</a:t>
                </a:r>
                <a:r>
                  <a:rPr lang="en-US" altLang="ko-KR" sz="1800" dirty="0"/>
                  <a:t> </a:t>
                </a:r>
                <a:r>
                  <a:rPr lang="en-US" altLang="ko-KR" sz="1800" dirty="0">
                    <a:sym typeface="Symbol" panose="05050102010706020507" pitchFamily="18" charset="2"/>
                  </a:rPr>
                  <a:t></a:t>
                </a:r>
                <a:r>
                  <a:rPr lang="en-US" altLang="ko-KR" sz="1800" dirty="0"/>
                  <a:t> </a:t>
                </a:r>
                <a:r>
                  <a:rPr lang="en-US" altLang="ko-KR" sz="1800" dirty="0">
                    <a:latin typeface="Times New Roman" panose="02020603050405020304" pitchFamily="18" charset="0"/>
                    <a:cs typeface="Times New Roman" panose="02020603050405020304" pitchFamily="18" charset="0"/>
                  </a:rPr>
                  <a:t>0</a:t>
                </a:r>
                <a:r>
                  <a:rPr lang="en-US" altLang="ko-KR" sz="1800" dirty="0"/>
                  <a:t>: simple hill-climbing (first-choice hill-climbing)</a:t>
                </a:r>
              </a:p>
              <a:p>
                <a:pPr marL="611338" lvl="1" indent="-287338" eaLnBrk="1" latinLnBrk="0" hangingPunct="1"/>
                <a:r>
                  <a:rPr lang="en-US" altLang="ko-KR" sz="1600" dirty="0"/>
                  <a:t>If </a:t>
                </a:r>
                <a:r>
                  <a:rPr lang="en-US" altLang="ko-KR" sz="1600" i="1" dirty="0">
                    <a:latin typeface="Times New Roman" panose="02020603050405020304" pitchFamily="18" charset="0"/>
                  </a:rPr>
                  <a:t>T</a:t>
                </a:r>
                <a:r>
                  <a:rPr lang="en-US" altLang="ko-KR" sz="1600" dirty="0"/>
                  <a:t> approaches 0, the probability of accepting any move that worsens the solution </a:t>
                </a:r>
                <a14:m>
                  <m:oMath xmlns:m="http://schemas.openxmlformats.org/officeDocument/2006/math">
                    <m:d>
                      <m:dPr>
                        <m:ctrlPr>
                          <a:rPr lang="en-US" altLang="ko-KR" sz="1600" i="1" dirty="0" smtClean="0">
                            <a:latin typeface="Cambria Math" panose="02040503050406030204" pitchFamily="18" charset="0"/>
                          </a:rPr>
                        </m:ctrlPr>
                      </m:dPr>
                      <m:e>
                        <m:r>
                          <m:rPr>
                            <m:sty m:val="p"/>
                          </m:rPr>
                          <a:rPr lang="en-US" altLang="ko-KR" sz="1600" i="0" dirty="0" smtClean="0">
                            <a:latin typeface="Cambria Math" panose="02040503050406030204" pitchFamily="18" charset="0"/>
                          </a:rPr>
                          <m:t>Δ</m:t>
                        </m:r>
                        <m:r>
                          <a:rPr lang="en-US" altLang="ko-KR" sz="1600" i="1" dirty="0" smtClean="0">
                            <a:latin typeface="Cambria Math" panose="02040503050406030204" pitchFamily="18" charset="0"/>
                          </a:rPr>
                          <m:t>𝐸</m:t>
                        </m:r>
                        <m:r>
                          <a:rPr lang="en-US" altLang="ko-KR" sz="1600" i="1" dirty="0" smtClean="0">
                            <a:latin typeface="Cambria Math" panose="02040503050406030204" pitchFamily="18" charset="0"/>
                          </a:rPr>
                          <m:t>&gt;0</m:t>
                        </m:r>
                      </m:e>
                    </m:d>
                  </m:oMath>
                </a14:m>
                <a:r>
                  <a:rPr lang="en-US" altLang="ko-KR" sz="1600" u="sng" dirty="0"/>
                  <a:t>drops to zero</a:t>
                </a:r>
                <a:r>
                  <a:rPr lang="en-US" altLang="ko-KR" sz="1600" dirty="0"/>
                  <a:t>. The algorithm is then </a:t>
                </a:r>
                <a:r>
                  <a:rPr lang="en-US" altLang="ko-KR" sz="1600" u="sng" dirty="0"/>
                  <a:t>forced to only accept improving moves</a:t>
                </a:r>
                <a:r>
                  <a:rPr lang="en-US" altLang="ko-KR" sz="1600" dirty="0"/>
                  <a:t> (</a:t>
                </a:r>
                <a14:m>
                  <m:oMath xmlns:m="http://schemas.openxmlformats.org/officeDocument/2006/math">
                    <m:r>
                      <m:rPr>
                        <m:sty m:val="p"/>
                      </m:rPr>
                      <a:rPr lang="en-US" altLang="ko-KR" sz="1600" i="0" dirty="0" smtClean="0">
                        <a:latin typeface="Cambria Math" panose="02040503050406030204" pitchFamily="18" charset="0"/>
                      </a:rPr>
                      <m:t>Δ</m:t>
                    </m:r>
                    <m:r>
                      <a:rPr lang="en-US" altLang="ko-KR" sz="1600" i="1" dirty="0" smtClean="0">
                        <a:latin typeface="Cambria Math" panose="02040503050406030204" pitchFamily="18" charset="0"/>
                      </a:rPr>
                      <m:t>𝐸</m:t>
                    </m:r>
                    <m:r>
                      <a:rPr lang="en-US" altLang="ko-KR" sz="1600" i="1" dirty="0" smtClean="0">
                        <a:latin typeface="Cambria Math" panose="02040503050406030204" pitchFamily="18" charset="0"/>
                      </a:rPr>
                      <m:t> &lt; 0</m:t>
                    </m:r>
                  </m:oMath>
                </a14:m>
                <a:r>
                  <a:rPr lang="en-US" altLang="ko-KR" sz="1600" dirty="0"/>
                  <a:t>), which is the defining characteristic of a greedy Hill-Climbing search.</a:t>
                </a:r>
                <a:endParaRPr lang="en-US" altLang="ko-KR" sz="1600" dirty="0">
                  <a:ea typeface="나눔스퀘어_ac" panose="020B0600000101010101" pitchFamily="50" charset="-127"/>
                </a:endParaRPr>
              </a:p>
              <a:p>
                <a:pPr marL="611338" lvl="1" indent="-287338" eaLnBrk="1" latinLnBrk="0" hangingPunct="1"/>
                <a:endParaRPr lang="en-US" altLang="ko-KR" sz="1600" dirty="0"/>
              </a:p>
              <a:p>
                <a:pPr marL="287338" indent="-287338" eaLnBrk="1" latinLnBrk="0" hangingPunct="1"/>
                <a:r>
                  <a:rPr lang="en-US" altLang="ko-KR" sz="1800" dirty="0"/>
                  <a:t>If the annealing schedule reduces </a:t>
                </a:r>
                <a:r>
                  <a:rPr lang="en-US" altLang="ko-KR" sz="1800" i="1" dirty="0">
                    <a:latin typeface="Times New Roman" panose="02020603050405020304" pitchFamily="18" charset="0"/>
                  </a:rPr>
                  <a:t>T</a:t>
                </a:r>
                <a:r>
                  <a:rPr lang="en-US" altLang="ko-KR" sz="1800" dirty="0"/>
                  <a:t> slowly enough, a global optimum will be found with probability approaching </a:t>
                </a:r>
                <a:r>
                  <a:rPr lang="en-US" altLang="ko-KR" sz="1800" dirty="0">
                    <a:latin typeface="Times New Roman" panose="02020603050405020304" pitchFamily="18" charset="0"/>
                  </a:rPr>
                  <a:t>1</a:t>
                </a:r>
              </a:p>
              <a:p>
                <a:pPr marL="611338" lvl="1" indent="-287338" eaLnBrk="1" latinLnBrk="0" hangingPunct="1"/>
                <a:r>
                  <a:rPr lang="en-US" sz="1600" dirty="0"/>
                  <a:t>In practice, following this theoretically slow schedule would require an </a:t>
                </a:r>
                <a:r>
                  <a:rPr lang="en-US" sz="1600" b="1" dirty="0"/>
                  <a:t>impractically large number of iterations</a:t>
                </a:r>
                <a:r>
                  <a:rPr lang="en-US" sz="1600" dirty="0"/>
                  <a:t> (often exponential time)</a:t>
                </a:r>
                <a:r>
                  <a:rPr lang="en-US" altLang="ko-KR" sz="1600" dirty="0">
                    <a:latin typeface="나눔스퀘어_ac" panose="020B0600000101010101" pitchFamily="50" charset="-127"/>
                    <a:ea typeface="나눔스퀘어_ac" panose="020B0600000101010101" pitchFamily="50" charset="-127"/>
                  </a:rPr>
                  <a:t>!</a:t>
                </a:r>
              </a:p>
              <a:p>
                <a:pPr marL="611338" lvl="1" indent="-287338" eaLnBrk="1" latinLnBrk="0" hangingPunct="1"/>
                <a:endParaRPr lang="en-US" altLang="ko-KR" sz="1600" dirty="0">
                  <a:latin typeface="Times New Roman" panose="02020603050405020304" pitchFamily="18" charset="0"/>
                </a:endParaRPr>
              </a:p>
              <a:p>
                <a:pPr marL="287338" indent="-287338" eaLnBrk="1" latinLnBrk="0" hangingPunct="1"/>
                <a:r>
                  <a:rPr lang="en-US" altLang="ko-KR" sz="1800" dirty="0"/>
                  <a:t>The initial temperature is often heuristically set to a value so that the probability of accepting bad moves is </a:t>
                </a:r>
                <a:r>
                  <a:rPr lang="en-US" altLang="ko-KR" sz="1800" dirty="0">
                    <a:latin typeface="Times New Roman" panose="02020603050405020304" pitchFamily="18" charset="0"/>
                  </a:rPr>
                  <a:t>0.5</a:t>
                </a:r>
              </a:p>
              <a:p>
                <a:pPr marL="611338" lvl="1" indent="-287338" eaLnBrk="1" latinLnBrk="0" hangingPunct="1"/>
                <a:r>
                  <a:rPr lang="en-US" sz="1600" dirty="0"/>
                  <a:t>This high initial probability ensures the algorithm is </a:t>
                </a:r>
                <a:r>
                  <a:rPr lang="en-US" sz="1600" u="sng" dirty="0"/>
                  <a:t>highly exploratory at the start.</a:t>
                </a:r>
                <a:endParaRPr lang="en-US" altLang="ko-KR" sz="1800" u="sng" dirty="0"/>
              </a:p>
            </p:txBody>
          </p:sp>
        </mc:Choice>
        <mc:Fallback>
          <p:sp>
            <p:nvSpPr>
              <p:cNvPr id="28674" name="Rectangle 3">
                <a:extLst>
                  <a:ext uri="{FF2B5EF4-FFF2-40B4-BE49-F238E27FC236}">
                    <a16:creationId xmlns:a16="http://schemas.microsoft.com/office/drawing/2014/main" id="{1124E1BE-B91A-4702-8629-9C1BD2AAE303}"/>
                  </a:ext>
                </a:extLst>
              </p:cNvPr>
              <p:cNvSpPr>
                <a:spLocks noGrp="1" noRot="1" noChangeAspect="1" noMove="1" noResize="1" noEditPoints="1" noAdjustHandles="1" noChangeArrowheads="1" noChangeShapeType="1" noTextEdit="1"/>
              </p:cNvSpPr>
              <p:nvPr>
                <p:ph idx="1"/>
              </p:nvPr>
            </p:nvSpPr>
            <p:spPr>
              <a:xfrm>
                <a:off x="457200" y="981075"/>
                <a:ext cx="8229600" cy="5256213"/>
              </a:xfrm>
              <a:blipFill>
                <a:blip r:embed="rId2"/>
                <a:stretch>
                  <a:fillRect l="-444" t="-232" r="-444"/>
                </a:stretch>
              </a:blipFill>
            </p:spPr>
            <p:txBody>
              <a:bodyPr/>
              <a:lstStyle/>
              <a:p>
                <a:r>
                  <a:rPr lang="en-US">
                    <a:noFill/>
                  </a:rPr>
                  <a:t> </a:t>
                </a:r>
              </a:p>
            </p:txBody>
          </p:sp>
        </mc:Fallback>
      </mc:AlternateContent>
      <p:sp>
        <p:nvSpPr>
          <p:cNvPr id="28675" name="Rectangle 2">
            <a:extLst>
              <a:ext uri="{FF2B5EF4-FFF2-40B4-BE49-F238E27FC236}">
                <a16:creationId xmlns:a16="http://schemas.microsoft.com/office/drawing/2014/main" id="{5C78977E-CCE5-45A4-8387-92A5AD7FFC53}"/>
              </a:ext>
            </a:extLst>
          </p:cNvPr>
          <p:cNvSpPr>
            <a:spLocks noGrp="1" noChangeArrowheads="1"/>
          </p:cNvSpPr>
          <p:nvPr>
            <p:ph type="title"/>
          </p:nvPr>
        </p:nvSpPr>
        <p:spPr>
          <a:xfrm>
            <a:off x="457200" y="274638"/>
            <a:ext cx="8229600" cy="633412"/>
          </a:xfrm>
        </p:spPr>
        <p:txBody>
          <a:bodyPr/>
          <a:lstStyle/>
          <a:p>
            <a:r>
              <a:rPr lang="en-US" altLang="ko-KR" sz="2400">
                <a:solidFill>
                  <a:srgbClr val="D7ADD9"/>
                </a:solidFill>
              </a:rPr>
              <a:t>Simulated Annealing Search</a:t>
            </a:r>
          </a:p>
        </p:txBody>
      </p:sp>
      <p:sp>
        <p:nvSpPr>
          <p:cNvPr id="18434" name="바닥글 개체 틀 4">
            <a:extLst>
              <a:ext uri="{FF2B5EF4-FFF2-40B4-BE49-F238E27FC236}">
                <a16:creationId xmlns:a16="http://schemas.microsoft.com/office/drawing/2014/main" id="{1FFFE523-C616-414D-8558-A4515090AF95}"/>
              </a:ext>
            </a:extLst>
          </p:cNvPr>
          <p:cNvSpPr>
            <a:spLocks noGrp="1"/>
          </p:cNvSpPr>
          <p:nvPr>
            <p:ph type="ftr" sz="quarter" idx="10"/>
          </p:nvPr>
        </p:nvSpPr>
        <p:spPr/>
        <p:txBody>
          <a:bodyPr/>
          <a:lstStyle/>
          <a:p>
            <a:pPr>
              <a:defRPr/>
            </a:pPr>
            <a:r>
              <a:rPr lang="en-US" altLang="ko-KR"/>
              <a:t>Search Algorithms: Object-Oriented Implementation (Part A)</a:t>
            </a:r>
            <a:endParaRPr lang="ko-KR" altLang="ko-KR"/>
          </a:p>
        </p:txBody>
      </p:sp>
      <p:sp>
        <p:nvSpPr>
          <p:cNvPr id="28677" name="슬라이드 번호 개체 틀 1">
            <a:extLst>
              <a:ext uri="{FF2B5EF4-FFF2-40B4-BE49-F238E27FC236}">
                <a16:creationId xmlns:a16="http://schemas.microsoft.com/office/drawing/2014/main" id="{B27FCA9A-ED1A-4E50-A2AD-F451F5C60E2F}"/>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1pPr>
            <a:lvl2pPr marL="742950" indent="-28575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2pPr>
            <a:lvl3pPr marL="1143000" indent="-228600" latinLnBrk="1">
              <a:lnSpc>
                <a:spcPct val="120000"/>
              </a:lnSpc>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latinLnBrk="1">
              <a:lnSpc>
                <a:spcPct val="120000"/>
              </a:lnSpc>
              <a:spcBef>
                <a:spcPct val="20000"/>
              </a:spcBef>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120000"/>
              </a:lnSpc>
              <a:spcBef>
                <a:spcPct val="20000"/>
              </a:spcBef>
              <a:spcAft>
                <a:spcPct val="0"/>
              </a:spcAft>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9pPr>
          </a:lstStyle>
          <a:p>
            <a:pPr>
              <a:lnSpc>
                <a:spcPct val="100000"/>
              </a:lnSpc>
              <a:spcBef>
                <a:spcPct val="0"/>
              </a:spcBef>
              <a:buFontTx/>
              <a:buNone/>
            </a:pPr>
            <a:fld id="{4F1D660A-8F55-4628-AAD7-80B410E8E88E}" type="slidenum">
              <a:rPr lang="ko-KR" altLang="en-US" sz="1200">
                <a:solidFill>
                  <a:srgbClr val="898989"/>
                </a:solidFill>
                <a:latin typeface="Book Antiqua" panose="02040602050305030304" pitchFamily="18" charset="0"/>
              </a:rPr>
              <a:pPr>
                <a:lnSpc>
                  <a:spcPct val="100000"/>
                </a:lnSpc>
                <a:spcBef>
                  <a:spcPct val="0"/>
                </a:spcBef>
                <a:buFontTx/>
                <a:buNone/>
              </a:pPr>
              <a:t>25</a:t>
            </a:fld>
            <a:endParaRPr lang="en-US" altLang="ko-KR" sz="1200">
              <a:solidFill>
                <a:srgbClr val="898989"/>
              </a:solidFill>
              <a:latin typeface="Book Antiqua" panose="0204060205030503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6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38590</TotalTime>
  <Words>4100</Words>
  <Application>Microsoft Office PowerPoint</Application>
  <PresentationFormat>On-screen Show (4:3)</PresentationFormat>
  <Paragraphs>369</Paragraphs>
  <Slides>25</Slides>
  <Notes>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25</vt:i4>
      </vt:variant>
    </vt:vector>
  </HeadingPairs>
  <TitlesOfParts>
    <vt:vector size="39" baseType="lpstr">
      <vt:lpstr>Gulim</vt:lpstr>
      <vt:lpstr>Malgun Gothic</vt:lpstr>
      <vt:lpstr>나눔스퀘어_ac</vt:lpstr>
      <vt:lpstr>Arial</vt:lpstr>
      <vt:lpstr>Book Antiqua</vt:lpstr>
      <vt:lpstr>Cambria Math</vt:lpstr>
      <vt:lpstr>Consolas</vt:lpstr>
      <vt:lpstr>Consolas</vt:lpstr>
      <vt:lpstr>Symbol</vt:lpstr>
      <vt:lpstr>Times New Roman</vt:lpstr>
      <vt:lpstr>Wingdings</vt:lpstr>
      <vt:lpstr>Wingdings 2</vt:lpstr>
      <vt:lpstr>Wingdings 3</vt:lpstr>
      <vt:lpstr>Office 테마</vt:lpstr>
      <vt:lpstr>Search Algorithms: Object-Oriented Implementation (Part A)</vt:lpstr>
      <vt:lpstr>Contents</vt:lpstr>
      <vt:lpstr>Conventional vs. AI Algorithms</vt:lpstr>
      <vt:lpstr>Conventional vs. AI Algorithms</vt:lpstr>
      <vt:lpstr>Local Search Algorithms</vt:lpstr>
      <vt:lpstr>Local Search Algorithms</vt:lpstr>
      <vt:lpstr>Local Search Algorithms</vt:lpstr>
      <vt:lpstr>Local Search Algorithms</vt:lpstr>
      <vt:lpstr>Hill-Climbing Search</vt:lpstr>
      <vt:lpstr>Hill-Climbing Search</vt:lpstr>
      <vt:lpstr>Hill-Climbing Search</vt:lpstr>
      <vt:lpstr>Hill-Climbing Search</vt:lpstr>
      <vt:lpstr>Hill-Climbing Search</vt:lpstr>
      <vt:lpstr>Hill-Climbing Search</vt:lpstr>
      <vt:lpstr>Hill-Climbing Search</vt:lpstr>
      <vt:lpstr>Continuous State Spaces</vt:lpstr>
      <vt:lpstr>Continuous State Spaces &amp; Gradient Method</vt:lpstr>
      <vt:lpstr>Continuous State Spaces &amp; Gradient Method</vt:lpstr>
      <vt:lpstr>Continuous State Spaces &amp; Gradient Method</vt:lpstr>
      <vt:lpstr>Simulated Annealing Search</vt:lpstr>
      <vt:lpstr>Simulated Annealing Search</vt:lpstr>
      <vt:lpstr>Simulated Annealing Search</vt:lpstr>
      <vt:lpstr>Simulated Annealing Search</vt:lpstr>
      <vt:lpstr>Simulated Annealing Search</vt:lpstr>
      <vt:lpstr>Simulated Annealing 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krryu</dc:creator>
  <cp:lastModifiedBy>Rian Pratama</cp:lastModifiedBy>
  <cp:revision>1785</cp:revision>
  <dcterms:created xsi:type="dcterms:W3CDTF">1601-01-01T00:00:00Z</dcterms:created>
  <dcterms:modified xsi:type="dcterms:W3CDTF">2025-10-27T07:14:28Z</dcterms:modified>
</cp:coreProperties>
</file>