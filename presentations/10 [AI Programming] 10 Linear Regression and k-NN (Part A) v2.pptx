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6" r:id="rId1"/>
  </p:sldMasterIdLst>
  <p:notesMasterIdLst>
    <p:notesMasterId r:id="rId29"/>
  </p:notesMasterIdLst>
  <p:handoutMasterIdLst>
    <p:handoutMasterId r:id="rId30"/>
  </p:handoutMasterIdLst>
  <p:sldIdLst>
    <p:sldId id="256" r:id="rId2"/>
    <p:sldId id="499" r:id="rId3"/>
    <p:sldId id="798" r:id="rId4"/>
    <p:sldId id="799" r:id="rId5"/>
    <p:sldId id="800" r:id="rId6"/>
    <p:sldId id="795" r:id="rId7"/>
    <p:sldId id="801" r:id="rId8"/>
    <p:sldId id="802" r:id="rId9"/>
    <p:sldId id="803" r:id="rId10"/>
    <p:sldId id="804" r:id="rId11"/>
    <p:sldId id="805" r:id="rId12"/>
    <p:sldId id="786" r:id="rId13"/>
    <p:sldId id="787" r:id="rId14"/>
    <p:sldId id="796" r:id="rId15"/>
    <p:sldId id="806" r:id="rId16"/>
    <p:sldId id="791" r:id="rId17"/>
    <p:sldId id="807" r:id="rId18"/>
    <p:sldId id="797" r:id="rId19"/>
    <p:sldId id="808" r:id="rId20"/>
    <p:sldId id="794" r:id="rId21"/>
    <p:sldId id="809" r:id="rId22"/>
    <p:sldId id="792" r:id="rId23"/>
    <p:sldId id="793" r:id="rId24"/>
    <p:sldId id="810" r:id="rId25"/>
    <p:sldId id="811" r:id="rId26"/>
    <p:sldId id="812" r:id="rId27"/>
    <p:sldId id="813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CCFF"/>
    <a:srgbClr val="D7ADD9"/>
    <a:srgbClr val="800080"/>
    <a:srgbClr val="990033"/>
    <a:srgbClr val="A50021"/>
    <a:srgbClr val="FFC000"/>
    <a:srgbClr val="788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C0D85D-4FAF-4C6C-85B6-D71EDA92E19D}" v="748" dt="2025-12-01T07:07:10.1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6" autoAdjust="0"/>
    <p:restoredTop sz="94672" autoAdjust="0"/>
  </p:normalViewPr>
  <p:slideViewPr>
    <p:cSldViewPr>
      <p:cViewPr varScale="1">
        <p:scale>
          <a:sx n="97" d="100"/>
          <a:sy n="97" d="100"/>
        </p:scale>
        <p:origin x="68" y="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n Pratama" userId="ba5a381f79e67128" providerId="LiveId" clId="{1B3D42E5-558C-46C9-A1CA-A9EF05FAD6B9}"/>
    <pc:docChg chg="undo redo custSel modSld">
      <pc:chgData name="Rian Pratama" userId="ba5a381f79e67128" providerId="LiveId" clId="{1B3D42E5-558C-46C9-A1CA-A9EF05FAD6B9}" dt="2025-12-01T07:07:27.137" v="1400" actId="1076"/>
      <pc:docMkLst>
        <pc:docMk/>
      </pc:docMkLst>
      <pc:sldChg chg="modSp mod">
        <pc:chgData name="Rian Pratama" userId="ba5a381f79e67128" providerId="LiveId" clId="{1B3D42E5-558C-46C9-A1CA-A9EF05FAD6B9}" dt="2025-12-01T07:07:27.137" v="1400" actId="1076"/>
        <pc:sldMkLst>
          <pc:docMk/>
          <pc:sldMk cId="0" sldId="499"/>
        </pc:sldMkLst>
        <pc:spChg chg="mod">
          <ac:chgData name="Rian Pratama" userId="ba5a381f79e67128" providerId="LiveId" clId="{1B3D42E5-558C-46C9-A1CA-A9EF05FAD6B9}" dt="2025-12-01T07:07:27.137" v="1400" actId="1076"/>
          <ac:spMkLst>
            <pc:docMk/>
            <pc:sldMk cId="0" sldId="499"/>
            <ac:spMk id="2" creationId="{7112FF3A-55AB-479D-9E69-6CA2C057D47B}"/>
          </ac:spMkLst>
        </pc:spChg>
        <pc:spChg chg="mod">
          <ac:chgData name="Rian Pratama" userId="ba5a381f79e67128" providerId="LiveId" clId="{1B3D42E5-558C-46C9-A1CA-A9EF05FAD6B9}" dt="2025-12-01T07:07:10.169" v="1385"/>
          <ac:spMkLst>
            <pc:docMk/>
            <pc:sldMk cId="0" sldId="499"/>
            <ac:spMk id="9" creationId="{C5A63D40-A9E5-42E9-B68D-BA77158E311F}"/>
          </ac:spMkLst>
        </pc:spChg>
        <pc:spChg chg="mod">
          <ac:chgData name="Rian Pratama" userId="ba5a381f79e67128" providerId="LiveId" clId="{1B3D42E5-558C-46C9-A1CA-A9EF05FAD6B9}" dt="2025-12-01T07:06:58.812" v="1384" actId="20577"/>
          <ac:spMkLst>
            <pc:docMk/>
            <pc:sldMk cId="0" sldId="499"/>
            <ac:spMk id="7170" creationId="{E07A51D4-A9EA-1BCC-2579-6F14B76BDAA4}"/>
          </ac:spMkLst>
        </pc:spChg>
      </pc:sldChg>
      <pc:sldChg chg="modSp mod">
        <pc:chgData name="Rian Pratama" userId="ba5a381f79e67128" providerId="LiveId" clId="{1B3D42E5-558C-46C9-A1CA-A9EF05FAD6B9}" dt="2025-12-01T05:19:33.207" v="846" actId="404"/>
        <pc:sldMkLst>
          <pc:docMk/>
          <pc:sldMk cId="0" sldId="786"/>
        </pc:sldMkLst>
        <pc:spChg chg="mod">
          <ac:chgData name="Rian Pratama" userId="ba5a381f79e67128" providerId="LiveId" clId="{1B3D42E5-558C-46C9-A1CA-A9EF05FAD6B9}" dt="2025-12-01T05:18:33.269" v="829" actId="14100"/>
          <ac:spMkLst>
            <pc:docMk/>
            <pc:sldMk cId="0" sldId="786"/>
            <ac:spMk id="10" creationId="{E750ED27-B4C3-490F-BD22-617B3D6C6A9F}"/>
          </ac:spMkLst>
        </pc:spChg>
        <pc:spChg chg="mod">
          <ac:chgData name="Rian Pratama" userId="ba5a381f79e67128" providerId="LiveId" clId="{1B3D42E5-558C-46C9-A1CA-A9EF05FAD6B9}" dt="2025-12-01T05:19:33.207" v="846" actId="404"/>
          <ac:spMkLst>
            <pc:docMk/>
            <pc:sldMk cId="0" sldId="786"/>
            <ac:spMk id="11" creationId="{A1641AFF-B01F-4A76-876E-9013DC702646}"/>
          </ac:spMkLst>
        </pc:spChg>
        <pc:spChg chg="mod">
          <ac:chgData name="Rian Pratama" userId="ba5a381f79e67128" providerId="LiveId" clId="{1B3D42E5-558C-46C9-A1CA-A9EF05FAD6B9}" dt="2025-12-01T05:19:01.415" v="835" actId="403"/>
          <ac:spMkLst>
            <pc:docMk/>
            <pc:sldMk cId="0" sldId="786"/>
            <ac:spMk id="12" creationId="{663840BD-A861-4AAB-BC3A-F526222AD7B1}"/>
          </ac:spMkLst>
        </pc:spChg>
      </pc:sldChg>
      <pc:sldChg chg="addSp modSp mod">
        <pc:chgData name="Rian Pratama" userId="ba5a381f79e67128" providerId="LiveId" clId="{1B3D42E5-558C-46C9-A1CA-A9EF05FAD6B9}" dt="2025-12-01T05:24:19.078" v="863" actId="13926"/>
        <pc:sldMkLst>
          <pc:docMk/>
          <pc:sldMk cId="0" sldId="787"/>
        </pc:sldMkLst>
        <pc:spChg chg="add">
          <ac:chgData name="Rian Pratama" userId="ba5a381f79e67128" providerId="LiveId" clId="{1B3D42E5-558C-46C9-A1CA-A9EF05FAD6B9}" dt="2025-12-01T05:20:33.020" v="847"/>
          <ac:spMkLst>
            <pc:docMk/>
            <pc:sldMk cId="0" sldId="787"/>
            <ac:spMk id="2" creationId="{86EC1176-030E-CE2F-0C7F-1F189A6A6FA0}"/>
          </ac:spMkLst>
        </pc:spChg>
        <pc:spChg chg="mod">
          <ac:chgData name="Rian Pratama" userId="ba5a381f79e67128" providerId="LiveId" clId="{1B3D42E5-558C-46C9-A1CA-A9EF05FAD6B9}" dt="2025-12-01T05:24:19.078" v="863" actId="13926"/>
          <ac:spMkLst>
            <pc:docMk/>
            <pc:sldMk cId="0" sldId="787"/>
            <ac:spMk id="14" creationId="{66E3E422-C3FF-414A-9AC6-24C2453D986C}"/>
          </ac:spMkLst>
        </pc:spChg>
        <pc:spChg chg="mod">
          <ac:chgData name="Rian Pratama" userId="ba5a381f79e67128" providerId="LiveId" clId="{1B3D42E5-558C-46C9-A1CA-A9EF05FAD6B9}" dt="2025-12-01T05:22:01.355" v="862" actId="20577"/>
          <ac:spMkLst>
            <pc:docMk/>
            <pc:sldMk cId="0" sldId="787"/>
            <ac:spMk id="15" creationId="{6A545760-88E2-4343-8A6C-88BA198FACD0}"/>
          </ac:spMkLst>
        </pc:spChg>
      </pc:sldChg>
      <pc:sldChg chg="modSp mod">
        <pc:chgData name="Rian Pratama" userId="ba5a381f79e67128" providerId="LiveId" clId="{1B3D42E5-558C-46C9-A1CA-A9EF05FAD6B9}" dt="2025-12-01T05:26:39.906" v="887" actId="948"/>
        <pc:sldMkLst>
          <pc:docMk/>
          <pc:sldMk cId="0" sldId="791"/>
        </pc:sldMkLst>
        <pc:spChg chg="mod">
          <ac:chgData name="Rian Pratama" userId="ba5a381f79e67128" providerId="LiveId" clId="{1B3D42E5-558C-46C9-A1CA-A9EF05FAD6B9}" dt="2025-12-01T05:26:39.906" v="887" actId="948"/>
          <ac:spMkLst>
            <pc:docMk/>
            <pc:sldMk cId="0" sldId="791"/>
            <ac:spMk id="12292" creationId="{2F63B2C9-6AC3-0473-7DB3-D1A7443BD813}"/>
          </ac:spMkLst>
        </pc:spChg>
      </pc:sldChg>
      <pc:sldChg chg="modSp mod">
        <pc:chgData name="Rian Pratama" userId="ba5a381f79e67128" providerId="LiveId" clId="{1B3D42E5-558C-46C9-A1CA-A9EF05FAD6B9}" dt="2025-12-01T06:40:44.640" v="1190" actId="20577"/>
        <pc:sldMkLst>
          <pc:docMk/>
          <pc:sldMk cId="0" sldId="792"/>
        </pc:sldMkLst>
        <pc:spChg chg="mod">
          <ac:chgData name="Rian Pratama" userId="ba5a381f79e67128" providerId="LiveId" clId="{1B3D42E5-558C-46C9-A1CA-A9EF05FAD6B9}" dt="2025-12-01T06:39:03.355" v="1167" actId="14100"/>
          <ac:spMkLst>
            <pc:docMk/>
            <pc:sldMk cId="0" sldId="792"/>
            <ac:spMk id="8" creationId="{B524EA73-BF6D-4D03-906F-4B412BE83645}"/>
          </ac:spMkLst>
        </pc:spChg>
        <pc:spChg chg="mod">
          <ac:chgData name="Rian Pratama" userId="ba5a381f79e67128" providerId="LiveId" clId="{1B3D42E5-558C-46C9-A1CA-A9EF05FAD6B9}" dt="2025-12-01T06:40:44.640" v="1190" actId="20577"/>
          <ac:spMkLst>
            <pc:docMk/>
            <pc:sldMk cId="0" sldId="792"/>
            <ac:spMk id="9" creationId="{9DF5E04A-5C46-4CBE-806B-1117A2F5B164}"/>
          </ac:spMkLst>
        </pc:spChg>
        <pc:spChg chg="mod">
          <ac:chgData name="Rian Pratama" userId="ba5a381f79e67128" providerId="LiveId" clId="{1B3D42E5-558C-46C9-A1CA-A9EF05FAD6B9}" dt="2025-12-01T06:38:27.235" v="1160" actId="20577"/>
          <ac:spMkLst>
            <pc:docMk/>
            <pc:sldMk cId="0" sldId="792"/>
            <ac:spMk id="80901" creationId="{95AE5986-A3F3-BF55-73A3-28A61F1EF822}"/>
          </ac:spMkLst>
        </pc:spChg>
      </pc:sldChg>
      <pc:sldChg chg="addSp delSp modSp mod">
        <pc:chgData name="Rian Pratama" userId="ba5a381f79e67128" providerId="LiveId" clId="{1B3D42E5-558C-46C9-A1CA-A9EF05FAD6B9}" dt="2025-12-01T06:43:06.987" v="1228"/>
        <pc:sldMkLst>
          <pc:docMk/>
          <pc:sldMk cId="0" sldId="793"/>
        </pc:sldMkLst>
        <pc:spChg chg="mod">
          <ac:chgData name="Rian Pratama" userId="ba5a381f79e67128" providerId="LiveId" clId="{1B3D42E5-558C-46C9-A1CA-A9EF05FAD6B9}" dt="2025-12-01T06:43:06.987" v="1228"/>
          <ac:spMkLst>
            <pc:docMk/>
            <pc:sldMk cId="0" sldId="793"/>
            <ac:spMk id="15364" creationId="{3E42D07B-0500-FE5B-447D-E8A6E080CBA9}"/>
          </ac:spMkLst>
        </pc:spChg>
        <pc:picChg chg="add del">
          <ac:chgData name="Rian Pratama" userId="ba5a381f79e67128" providerId="LiveId" clId="{1B3D42E5-558C-46C9-A1CA-A9EF05FAD6B9}" dt="2025-12-01T06:40:53.596" v="1192" actId="22"/>
          <ac:picMkLst>
            <pc:docMk/>
            <pc:sldMk cId="0" sldId="793"/>
            <ac:picMk id="3" creationId="{F4880A59-8F73-3267-56A0-1A561E4DE5D4}"/>
          </ac:picMkLst>
        </pc:picChg>
      </pc:sldChg>
      <pc:sldChg chg="addSp modSp mod">
        <pc:chgData name="Rian Pratama" userId="ba5a381f79e67128" providerId="LiveId" clId="{1B3D42E5-558C-46C9-A1CA-A9EF05FAD6B9}" dt="2025-12-01T05:40:47.282" v="1032"/>
        <pc:sldMkLst>
          <pc:docMk/>
          <pc:sldMk cId="0" sldId="794"/>
        </pc:sldMkLst>
        <pc:spChg chg="add">
          <ac:chgData name="Rian Pratama" userId="ba5a381f79e67128" providerId="LiveId" clId="{1B3D42E5-558C-46C9-A1CA-A9EF05FAD6B9}" dt="2025-12-01T05:40:20.743" v="1025"/>
          <ac:spMkLst>
            <pc:docMk/>
            <pc:sldMk cId="0" sldId="794"/>
            <ac:spMk id="2" creationId="{BFBC61F4-6104-368B-46B1-F5E8377568FC}"/>
          </ac:spMkLst>
        </pc:spChg>
        <pc:spChg chg="mod">
          <ac:chgData name="Rian Pratama" userId="ba5a381f79e67128" providerId="LiveId" clId="{1B3D42E5-558C-46C9-A1CA-A9EF05FAD6B9}" dt="2025-12-01T05:40:47.282" v="1032"/>
          <ac:spMkLst>
            <pc:docMk/>
            <pc:sldMk cId="0" sldId="794"/>
            <ac:spMk id="13316" creationId="{FD0B2E10-2A3E-5ACA-1A2F-7E93ABA93932}"/>
          </ac:spMkLst>
        </pc:spChg>
      </pc:sldChg>
      <pc:sldChg chg="addSp delSp modSp mod">
        <pc:chgData name="Rian Pratama" userId="ba5a381f79e67128" providerId="LiveId" clId="{1B3D42E5-558C-46C9-A1CA-A9EF05FAD6B9}" dt="2025-12-01T02:45:13.448" v="84" actId="1076"/>
        <pc:sldMkLst>
          <pc:docMk/>
          <pc:sldMk cId="1024780535" sldId="798"/>
        </pc:sldMkLst>
        <pc:spChg chg="mod">
          <ac:chgData name="Rian Pratama" userId="ba5a381f79e67128" providerId="LiveId" clId="{1B3D42E5-558C-46C9-A1CA-A9EF05FAD6B9}" dt="2025-12-01T02:43:30.513" v="13" actId="948"/>
          <ac:spMkLst>
            <pc:docMk/>
            <pc:sldMk cId="1024780535" sldId="798"/>
            <ac:spMk id="3" creationId="{24ED4B37-47D8-460E-90CA-9E32151D2368}"/>
          </ac:spMkLst>
        </pc:spChg>
        <pc:spChg chg="mod">
          <ac:chgData name="Rian Pratama" userId="ba5a381f79e67128" providerId="LiveId" clId="{1B3D42E5-558C-46C9-A1CA-A9EF05FAD6B9}" dt="2025-12-01T02:44:15.679" v="51" actId="20577"/>
          <ac:spMkLst>
            <pc:docMk/>
            <pc:sldMk cId="1024780535" sldId="798"/>
            <ac:spMk id="9" creationId="{30C2AAE0-A8B2-46AE-BEFE-7DDE196F9115}"/>
          </ac:spMkLst>
        </pc:spChg>
        <pc:spChg chg="mod">
          <ac:chgData name="Rian Pratama" userId="ba5a381f79e67128" providerId="LiveId" clId="{1B3D42E5-558C-46C9-A1CA-A9EF05FAD6B9}" dt="2025-12-01T02:44:59.360" v="81" actId="1076"/>
          <ac:spMkLst>
            <pc:docMk/>
            <pc:sldMk cId="1024780535" sldId="798"/>
            <ac:spMk id="10" creationId="{88268F3B-9D70-45DC-9125-3199A1AD8EA5}"/>
          </ac:spMkLst>
        </pc:spChg>
        <pc:spChg chg="del">
          <ac:chgData name="Rian Pratama" userId="ba5a381f79e67128" providerId="LiveId" clId="{1B3D42E5-558C-46C9-A1CA-A9EF05FAD6B9}" dt="2025-12-01T02:45:07.213" v="82" actId="478"/>
          <ac:spMkLst>
            <pc:docMk/>
            <pc:sldMk cId="1024780535" sldId="798"/>
            <ac:spMk id="11" creationId="{C9F02A51-DF77-4D68-B4B5-C26CE6693F26}"/>
          </ac:spMkLst>
        </pc:spChg>
        <pc:spChg chg="mod">
          <ac:chgData name="Rian Pratama" userId="ba5a381f79e67128" providerId="LiveId" clId="{1B3D42E5-558C-46C9-A1CA-A9EF05FAD6B9}" dt="2025-12-01T02:44:23.382" v="59" actId="20577"/>
          <ac:spMkLst>
            <pc:docMk/>
            <pc:sldMk cId="1024780535" sldId="798"/>
            <ac:spMk id="12" creationId="{45038BE3-3CDF-46A5-8F86-B8F830E83E01}"/>
          </ac:spMkLst>
        </pc:spChg>
        <pc:spChg chg="mod">
          <ac:chgData name="Rian Pratama" userId="ba5a381f79e67128" providerId="LiveId" clId="{1B3D42E5-558C-46C9-A1CA-A9EF05FAD6B9}" dt="2025-12-01T02:43:42.365" v="22" actId="20577"/>
          <ac:spMkLst>
            <pc:docMk/>
            <pc:sldMk cId="1024780535" sldId="798"/>
            <ac:spMk id="22" creationId="{A3ABBCA9-1A19-4D0D-86BE-EE6A934748A0}"/>
          </ac:spMkLst>
        </pc:spChg>
        <pc:spChg chg="mod">
          <ac:chgData name="Rian Pratama" userId="ba5a381f79e67128" providerId="LiveId" clId="{1B3D42E5-558C-46C9-A1CA-A9EF05FAD6B9}" dt="2025-12-01T02:43:57.602" v="34" actId="1076"/>
          <ac:spMkLst>
            <pc:docMk/>
            <pc:sldMk cId="1024780535" sldId="798"/>
            <ac:spMk id="23" creationId="{15ED2AEE-6AA9-4DC9-8D6E-3C7FB398231F}"/>
          </ac:spMkLst>
        </pc:spChg>
        <pc:spChg chg="add mod">
          <ac:chgData name="Rian Pratama" userId="ba5a381f79e67128" providerId="LiveId" clId="{1B3D42E5-558C-46C9-A1CA-A9EF05FAD6B9}" dt="2025-12-01T02:45:13.448" v="84" actId="1076"/>
          <ac:spMkLst>
            <pc:docMk/>
            <pc:sldMk cId="1024780535" sldId="798"/>
            <ac:spMk id="25" creationId="{42B1D05D-0F75-DB78-9E41-61A21FD0CBD9}"/>
          </ac:spMkLst>
        </pc:spChg>
        <pc:grpChg chg="mod">
          <ac:chgData name="Rian Pratama" userId="ba5a381f79e67128" providerId="LiveId" clId="{1B3D42E5-558C-46C9-A1CA-A9EF05FAD6B9}" dt="2025-12-01T02:43:38.548" v="14" actId="1076"/>
          <ac:grpSpMkLst>
            <pc:docMk/>
            <pc:sldMk cId="1024780535" sldId="798"/>
            <ac:grpSpMk id="24" creationId="{1712BA31-A800-48DD-8173-467630050AFF}"/>
          </ac:grpSpMkLst>
        </pc:grpChg>
        <pc:cxnChg chg="mod">
          <ac:chgData name="Rian Pratama" userId="ba5a381f79e67128" providerId="LiveId" clId="{1B3D42E5-558C-46C9-A1CA-A9EF05FAD6B9}" dt="2025-12-01T02:44:59.360" v="81" actId="1076"/>
          <ac:cxnSpMkLst>
            <pc:docMk/>
            <pc:sldMk cId="1024780535" sldId="798"/>
            <ac:cxnSpMk id="14" creationId="{7B1D438E-9467-4B99-873B-7DE5B316D354}"/>
          </ac:cxnSpMkLst>
        </pc:cxnChg>
        <pc:cxnChg chg="mod">
          <ac:chgData name="Rian Pratama" userId="ba5a381f79e67128" providerId="LiveId" clId="{1B3D42E5-558C-46C9-A1CA-A9EF05FAD6B9}" dt="2025-12-01T02:44:59.360" v="81" actId="1076"/>
          <ac:cxnSpMkLst>
            <pc:docMk/>
            <pc:sldMk cId="1024780535" sldId="798"/>
            <ac:cxnSpMk id="16" creationId="{FECBB5A2-E394-4F2B-87B4-4E8DFBD17520}"/>
          </ac:cxnSpMkLst>
        </pc:cxnChg>
        <pc:cxnChg chg="mod">
          <ac:chgData name="Rian Pratama" userId="ba5a381f79e67128" providerId="LiveId" clId="{1B3D42E5-558C-46C9-A1CA-A9EF05FAD6B9}" dt="2025-12-01T02:45:07.213" v="82" actId="478"/>
          <ac:cxnSpMkLst>
            <pc:docMk/>
            <pc:sldMk cId="1024780535" sldId="798"/>
            <ac:cxnSpMk id="17" creationId="{61E8906D-83F9-46F3-8631-5BFD163BA13A}"/>
          </ac:cxnSpMkLst>
        </pc:cxnChg>
      </pc:sldChg>
      <pc:sldChg chg="modSp mod">
        <pc:chgData name="Rian Pratama" userId="ba5a381f79e67128" providerId="LiveId" clId="{1B3D42E5-558C-46C9-A1CA-A9EF05FAD6B9}" dt="2025-12-01T02:54:40.424" v="105" actId="948"/>
        <pc:sldMkLst>
          <pc:docMk/>
          <pc:sldMk cId="1000396027" sldId="799"/>
        </pc:sldMkLst>
        <pc:spChg chg="mod">
          <ac:chgData name="Rian Pratama" userId="ba5a381f79e67128" providerId="LiveId" clId="{1B3D42E5-558C-46C9-A1CA-A9EF05FAD6B9}" dt="2025-12-01T02:54:40.424" v="105" actId="948"/>
          <ac:spMkLst>
            <pc:docMk/>
            <pc:sldMk cId="1000396027" sldId="799"/>
            <ac:spMk id="3" creationId="{A8B92A86-A396-44CE-9300-1F6747F00E94}"/>
          </ac:spMkLst>
        </pc:spChg>
        <pc:picChg chg="mod">
          <ac:chgData name="Rian Pratama" userId="ba5a381f79e67128" providerId="LiveId" clId="{1B3D42E5-558C-46C9-A1CA-A9EF05FAD6B9}" dt="2025-12-01T02:53:45.514" v="93" actId="1076"/>
          <ac:picMkLst>
            <pc:docMk/>
            <pc:sldMk cId="1000396027" sldId="799"/>
            <ac:picMk id="5122" creationId="{FB52B960-DAEF-4259-95F5-2C587E56EE17}"/>
          </ac:picMkLst>
        </pc:picChg>
      </pc:sldChg>
      <pc:sldChg chg="addSp delSp modSp mod">
        <pc:chgData name="Rian Pratama" userId="ba5a381f79e67128" providerId="LiveId" clId="{1B3D42E5-558C-46C9-A1CA-A9EF05FAD6B9}" dt="2025-12-01T04:44:07.649" v="153" actId="1076"/>
        <pc:sldMkLst>
          <pc:docMk/>
          <pc:sldMk cId="3316480471" sldId="800"/>
        </pc:sldMkLst>
        <pc:spChg chg="mod">
          <ac:chgData name="Rian Pratama" userId="ba5a381f79e67128" providerId="LiveId" clId="{1B3D42E5-558C-46C9-A1CA-A9EF05FAD6B9}" dt="2025-12-01T04:41:39.722" v="118" actId="20577"/>
          <ac:spMkLst>
            <pc:docMk/>
            <pc:sldMk cId="3316480471" sldId="800"/>
            <ac:spMk id="3" creationId="{A8B92A86-A396-44CE-9300-1F6747F00E94}"/>
          </ac:spMkLst>
        </pc:spChg>
        <pc:spChg chg="add mod">
          <ac:chgData name="Rian Pratama" userId="ba5a381f79e67128" providerId="LiveId" clId="{1B3D42E5-558C-46C9-A1CA-A9EF05FAD6B9}" dt="2025-12-01T04:43:56.149" v="152" actId="948"/>
          <ac:spMkLst>
            <pc:docMk/>
            <pc:sldMk cId="3316480471" sldId="800"/>
            <ac:spMk id="8" creationId="{BF4F0F4F-09AD-4273-A376-A230AF963E7E}"/>
          </ac:spMkLst>
        </pc:spChg>
        <pc:spChg chg="add mod">
          <ac:chgData name="Rian Pratama" userId="ba5a381f79e67128" providerId="LiveId" clId="{1B3D42E5-558C-46C9-A1CA-A9EF05FAD6B9}" dt="2025-12-01T04:43:56.149" v="152" actId="948"/>
          <ac:spMkLst>
            <pc:docMk/>
            <pc:sldMk cId="3316480471" sldId="800"/>
            <ac:spMk id="9" creationId="{E6363C0B-FE68-BDED-8A9D-D2EF7BFF519A}"/>
          </ac:spMkLst>
        </pc:spChg>
        <pc:spChg chg="add mod">
          <ac:chgData name="Rian Pratama" userId="ba5a381f79e67128" providerId="LiveId" clId="{1B3D42E5-558C-46C9-A1CA-A9EF05FAD6B9}" dt="2025-12-01T04:44:07.649" v="153" actId="1076"/>
          <ac:spMkLst>
            <pc:docMk/>
            <pc:sldMk cId="3316480471" sldId="800"/>
            <ac:spMk id="14" creationId="{20115D53-4173-58AC-CB03-60A210CA3D9E}"/>
          </ac:spMkLst>
        </pc:spChg>
        <pc:graphicFrameChg chg="add mod">
          <ac:chgData name="Rian Pratama" userId="ba5a381f79e67128" providerId="LiveId" clId="{1B3D42E5-558C-46C9-A1CA-A9EF05FAD6B9}" dt="2025-12-01T04:42:50.381" v="136"/>
          <ac:graphicFrameMkLst>
            <pc:docMk/>
            <pc:sldMk cId="3316480471" sldId="800"/>
            <ac:graphicFrameMk id="11" creationId="{7903F159-1ACE-B85F-29F3-DADC1F0076C0}"/>
          </ac:graphicFrameMkLst>
        </pc:graphicFrameChg>
        <pc:graphicFrameChg chg="add del mod modGraphic">
          <ac:chgData name="Rian Pratama" userId="ba5a381f79e67128" providerId="LiveId" clId="{1B3D42E5-558C-46C9-A1CA-A9EF05FAD6B9}" dt="2025-12-01T04:43:03.465" v="140" actId="478"/>
          <ac:graphicFrameMkLst>
            <pc:docMk/>
            <pc:sldMk cId="3316480471" sldId="800"/>
            <ac:graphicFrameMk id="12" creationId="{1F28EFA2-40F7-77DD-8CEC-016F84475DC4}"/>
          </ac:graphicFrameMkLst>
        </pc:graphicFrameChg>
        <pc:graphicFrameChg chg="add del mod">
          <ac:chgData name="Rian Pratama" userId="ba5a381f79e67128" providerId="LiveId" clId="{1B3D42E5-558C-46C9-A1CA-A9EF05FAD6B9}" dt="2025-12-01T04:43:30.531" v="149" actId="478"/>
          <ac:graphicFrameMkLst>
            <pc:docMk/>
            <pc:sldMk cId="3316480471" sldId="800"/>
            <ac:graphicFrameMk id="13" creationId="{5D12BA2B-212C-042E-0247-91EE752C8649}"/>
          </ac:graphicFrameMkLst>
        </pc:graphicFrameChg>
        <pc:picChg chg="mod">
          <ac:chgData name="Rian Pratama" userId="ba5a381f79e67128" providerId="LiveId" clId="{1B3D42E5-558C-46C9-A1CA-A9EF05FAD6B9}" dt="2025-12-01T04:43:21.780" v="145" actId="1076"/>
          <ac:picMkLst>
            <pc:docMk/>
            <pc:sldMk cId="3316480471" sldId="800"/>
            <ac:picMk id="6" creationId="{F05C9BEB-AE01-4509-8707-0F9FE97E6201}"/>
          </ac:picMkLst>
        </pc:picChg>
        <pc:picChg chg="add mod">
          <ac:chgData name="Rian Pratama" userId="ba5a381f79e67128" providerId="LiveId" clId="{1B3D42E5-558C-46C9-A1CA-A9EF05FAD6B9}" dt="2025-12-01T04:42:38.969" v="134" actId="571"/>
          <ac:picMkLst>
            <pc:docMk/>
            <pc:sldMk cId="3316480471" sldId="800"/>
            <ac:picMk id="10" creationId="{22C6C662-01FA-1548-3C15-80656146AB29}"/>
          </ac:picMkLst>
        </pc:picChg>
      </pc:sldChg>
      <pc:sldChg chg="modSp mod">
        <pc:chgData name="Rian Pratama" userId="ba5a381f79e67128" providerId="LiveId" clId="{1B3D42E5-558C-46C9-A1CA-A9EF05FAD6B9}" dt="2025-12-01T04:52:47.451" v="482" actId="948"/>
        <pc:sldMkLst>
          <pc:docMk/>
          <pc:sldMk cId="1058102183" sldId="801"/>
        </pc:sldMkLst>
        <pc:spChg chg="mod">
          <ac:chgData name="Rian Pratama" userId="ba5a381f79e67128" providerId="LiveId" clId="{1B3D42E5-558C-46C9-A1CA-A9EF05FAD6B9}" dt="2025-12-01T04:52:47.451" v="482" actId="948"/>
          <ac:spMkLst>
            <pc:docMk/>
            <pc:sldMk cId="1058102183" sldId="801"/>
            <ac:spMk id="3" creationId="{93FE5D69-75EB-4D71-BF9F-6B1DA39AF8EC}"/>
          </ac:spMkLst>
        </pc:spChg>
      </pc:sldChg>
      <pc:sldChg chg="addSp modSp mod">
        <pc:chgData name="Rian Pratama" userId="ba5a381f79e67128" providerId="LiveId" clId="{1B3D42E5-558C-46C9-A1CA-A9EF05FAD6B9}" dt="2025-12-01T04:57:08.029" v="552" actId="207"/>
        <pc:sldMkLst>
          <pc:docMk/>
          <pc:sldMk cId="1964660730" sldId="802"/>
        </pc:sldMkLst>
        <pc:spChg chg="mod">
          <ac:chgData name="Rian Pratama" userId="ba5a381f79e67128" providerId="LiveId" clId="{1B3D42E5-558C-46C9-A1CA-A9EF05FAD6B9}" dt="2025-12-01T04:57:08.029" v="552" actId="207"/>
          <ac:spMkLst>
            <pc:docMk/>
            <pc:sldMk cId="1964660730" sldId="802"/>
            <ac:spMk id="3" creationId="{93FE5D69-75EB-4D71-BF9F-6B1DA39AF8EC}"/>
          </ac:spMkLst>
        </pc:spChg>
        <pc:spChg chg="add">
          <ac:chgData name="Rian Pratama" userId="ba5a381f79e67128" providerId="LiveId" clId="{1B3D42E5-558C-46C9-A1CA-A9EF05FAD6B9}" dt="2025-12-01T04:53:28.179" v="484"/>
          <ac:spMkLst>
            <pc:docMk/>
            <pc:sldMk cId="1964660730" sldId="802"/>
            <ac:spMk id="8" creationId="{B5D246F6-6051-D481-E62B-DB985A86A459}"/>
          </ac:spMkLst>
        </pc:spChg>
        <pc:picChg chg="mod">
          <ac:chgData name="Rian Pratama" userId="ba5a381f79e67128" providerId="LiveId" clId="{1B3D42E5-558C-46C9-A1CA-A9EF05FAD6B9}" dt="2025-12-01T04:56:44.413" v="548" actId="1076"/>
          <ac:picMkLst>
            <pc:docMk/>
            <pc:sldMk cId="1964660730" sldId="802"/>
            <ac:picMk id="6" creationId="{C16FC469-F7AB-4571-A814-51CB5069AFA8}"/>
          </ac:picMkLst>
        </pc:picChg>
        <pc:picChg chg="mod">
          <ac:chgData name="Rian Pratama" userId="ba5a381f79e67128" providerId="LiveId" clId="{1B3D42E5-558C-46C9-A1CA-A9EF05FAD6B9}" dt="2025-12-01T04:56:48.816" v="549" actId="1076"/>
          <ac:picMkLst>
            <pc:docMk/>
            <pc:sldMk cId="1964660730" sldId="802"/>
            <ac:picMk id="7170" creationId="{67001579-7383-4182-86FF-03281E501D4C}"/>
          </ac:picMkLst>
        </pc:picChg>
      </pc:sldChg>
      <pc:sldChg chg="modSp mod">
        <pc:chgData name="Rian Pratama" userId="ba5a381f79e67128" providerId="LiveId" clId="{1B3D42E5-558C-46C9-A1CA-A9EF05FAD6B9}" dt="2025-12-01T05:02:39.933" v="648" actId="14100"/>
        <pc:sldMkLst>
          <pc:docMk/>
          <pc:sldMk cId="1468891555" sldId="803"/>
        </pc:sldMkLst>
        <pc:spChg chg="mod">
          <ac:chgData name="Rian Pratama" userId="ba5a381f79e67128" providerId="LiveId" clId="{1B3D42E5-558C-46C9-A1CA-A9EF05FAD6B9}" dt="2025-12-01T05:01:24.499" v="593" actId="948"/>
          <ac:spMkLst>
            <pc:docMk/>
            <pc:sldMk cId="1468891555" sldId="803"/>
            <ac:spMk id="3" creationId="{78D9609F-7EE3-4532-A5C2-F06E47FD4324}"/>
          </ac:spMkLst>
        </pc:spChg>
        <pc:spChg chg="mod">
          <ac:chgData name="Rian Pratama" userId="ba5a381f79e67128" providerId="LiveId" clId="{1B3D42E5-558C-46C9-A1CA-A9EF05FAD6B9}" dt="2025-12-01T04:59:18.815" v="569" actId="1076"/>
          <ac:spMkLst>
            <pc:docMk/>
            <pc:sldMk cId="1468891555" sldId="803"/>
            <ac:spMk id="4" creationId="{6577621D-877D-4F2B-B023-7EC929DDF5C5}"/>
          </ac:spMkLst>
        </pc:spChg>
        <pc:spChg chg="mod">
          <ac:chgData name="Rian Pratama" userId="ba5a381f79e67128" providerId="LiveId" clId="{1B3D42E5-558C-46C9-A1CA-A9EF05FAD6B9}" dt="2025-12-01T04:59:32.983" v="572" actId="1076"/>
          <ac:spMkLst>
            <pc:docMk/>
            <pc:sldMk cId="1468891555" sldId="803"/>
            <ac:spMk id="8" creationId="{7D43FAED-AE4E-4381-9777-39A198242EAF}"/>
          </ac:spMkLst>
        </pc:spChg>
        <pc:spChg chg="mod">
          <ac:chgData name="Rian Pratama" userId="ba5a381f79e67128" providerId="LiveId" clId="{1B3D42E5-558C-46C9-A1CA-A9EF05FAD6B9}" dt="2025-12-01T04:59:32.983" v="572" actId="1076"/>
          <ac:spMkLst>
            <pc:docMk/>
            <pc:sldMk cId="1468891555" sldId="803"/>
            <ac:spMk id="12" creationId="{42EFEB2C-732C-48CB-B7B7-75B5DD56474A}"/>
          </ac:spMkLst>
        </pc:spChg>
        <pc:spChg chg="mod">
          <ac:chgData name="Rian Pratama" userId="ba5a381f79e67128" providerId="LiveId" clId="{1B3D42E5-558C-46C9-A1CA-A9EF05FAD6B9}" dt="2025-12-01T04:59:32.983" v="572" actId="1076"/>
          <ac:spMkLst>
            <pc:docMk/>
            <pc:sldMk cId="1468891555" sldId="803"/>
            <ac:spMk id="13" creationId="{9BA680B9-6590-47C9-ABC8-713A4488D029}"/>
          </ac:spMkLst>
        </pc:spChg>
        <pc:spChg chg="mod">
          <ac:chgData name="Rian Pratama" userId="ba5a381f79e67128" providerId="LiveId" clId="{1B3D42E5-558C-46C9-A1CA-A9EF05FAD6B9}" dt="2025-12-01T05:02:13.393" v="619" actId="14100"/>
          <ac:spMkLst>
            <pc:docMk/>
            <pc:sldMk cId="1468891555" sldId="803"/>
            <ac:spMk id="14" creationId="{0C60C123-795B-410A-B7E1-AAE9EC325D82}"/>
          </ac:spMkLst>
        </pc:spChg>
        <pc:spChg chg="mod">
          <ac:chgData name="Rian Pratama" userId="ba5a381f79e67128" providerId="LiveId" clId="{1B3D42E5-558C-46C9-A1CA-A9EF05FAD6B9}" dt="2025-12-01T05:02:32.147" v="646" actId="20577"/>
          <ac:spMkLst>
            <pc:docMk/>
            <pc:sldMk cId="1468891555" sldId="803"/>
            <ac:spMk id="15" creationId="{698C2F46-CFC1-4748-8F77-D780018260A9}"/>
          </ac:spMkLst>
        </pc:spChg>
        <pc:spChg chg="mod">
          <ac:chgData name="Rian Pratama" userId="ba5a381f79e67128" providerId="LiveId" clId="{1B3D42E5-558C-46C9-A1CA-A9EF05FAD6B9}" dt="2025-12-01T05:02:39.933" v="648" actId="14100"/>
          <ac:spMkLst>
            <pc:docMk/>
            <pc:sldMk cId="1468891555" sldId="803"/>
            <ac:spMk id="16" creationId="{53E62BC7-6653-49F9-9796-BD9BFF9A5C05}"/>
          </ac:spMkLst>
        </pc:spChg>
        <pc:grpChg chg="mod">
          <ac:chgData name="Rian Pratama" userId="ba5a381f79e67128" providerId="LiveId" clId="{1B3D42E5-558C-46C9-A1CA-A9EF05FAD6B9}" dt="2025-12-01T04:59:32.983" v="572" actId="1076"/>
          <ac:grpSpMkLst>
            <pc:docMk/>
            <pc:sldMk cId="1468891555" sldId="803"/>
            <ac:grpSpMk id="6" creationId="{2F80C5D2-723A-4775-AB6B-E753410D4B8C}"/>
          </ac:grpSpMkLst>
        </pc:grpChg>
        <pc:grpChg chg="mod">
          <ac:chgData name="Rian Pratama" userId="ba5a381f79e67128" providerId="LiveId" clId="{1B3D42E5-558C-46C9-A1CA-A9EF05FAD6B9}" dt="2025-12-01T04:59:32.983" v="572" actId="1076"/>
          <ac:grpSpMkLst>
            <pc:docMk/>
            <pc:sldMk cId="1468891555" sldId="803"/>
            <ac:grpSpMk id="7" creationId="{42FAF73B-47CD-4290-B544-5760E3328636}"/>
          </ac:grpSpMkLst>
        </pc:grpChg>
        <pc:picChg chg="mod">
          <ac:chgData name="Rian Pratama" userId="ba5a381f79e67128" providerId="LiveId" clId="{1B3D42E5-558C-46C9-A1CA-A9EF05FAD6B9}" dt="2025-12-01T04:59:32.983" v="572" actId="1076"/>
          <ac:picMkLst>
            <pc:docMk/>
            <pc:sldMk cId="1468891555" sldId="803"/>
            <ac:picMk id="9" creationId="{98E55963-4BDF-4479-8FF9-D22EBFD60157}"/>
          </ac:picMkLst>
        </pc:picChg>
        <pc:cxnChg chg="mod">
          <ac:chgData name="Rian Pratama" userId="ba5a381f79e67128" providerId="LiveId" clId="{1B3D42E5-558C-46C9-A1CA-A9EF05FAD6B9}" dt="2025-12-01T04:59:32.983" v="572" actId="1076"/>
          <ac:cxnSpMkLst>
            <pc:docMk/>
            <pc:sldMk cId="1468891555" sldId="803"/>
            <ac:cxnSpMk id="11" creationId="{0CE63293-61EF-4FF3-92C4-AD1B1DA8F69C}"/>
          </ac:cxnSpMkLst>
        </pc:cxnChg>
      </pc:sldChg>
      <pc:sldChg chg="modSp mod">
        <pc:chgData name="Rian Pratama" userId="ba5a381f79e67128" providerId="LiveId" clId="{1B3D42E5-558C-46C9-A1CA-A9EF05FAD6B9}" dt="2025-12-01T05:10:12.823" v="701" actId="14100"/>
        <pc:sldMkLst>
          <pc:docMk/>
          <pc:sldMk cId="4249227042" sldId="804"/>
        </pc:sldMkLst>
        <pc:spChg chg="mod">
          <ac:chgData name="Rian Pratama" userId="ba5a381f79e67128" providerId="LiveId" clId="{1B3D42E5-558C-46C9-A1CA-A9EF05FAD6B9}" dt="2025-12-01T05:09:31.466" v="692"/>
          <ac:spMkLst>
            <pc:docMk/>
            <pc:sldMk cId="4249227042" sldId="804"/>
            <ac:spMk id="3" creationId="{3C555D8F-4341-4F62-8337-16EB392391DE}"/>
          </ac:spMkLst>
        </pc:spChg>
        <pc:spChg chg="mod">
          <ac:chgData name="Rian Pratama" userId="ba5a381f79e67128" providerId="LiveId" clId="{1B3D42E5-558C-46C9-A1CA-A9EF05FAD6B9}" dt="2025-12-01T05:10:12.823" v="701" actId="14100"/>
          <ac:spMkLst>
            <pc:docMk/>
            <pc:sldMk cId="4249227042" sldId="804"/>
            <ac:spMk id="8" creationId="{5ECA3579-11C7-4269-AD39-E10429AAFE77}"/>
          </ac:spMkLst>
        </pc:spChg>
        <pc:spChg chg="mod">
          <ac:chgData name="Rian Pratama" userId="ba5a381f79e67128" providerId="LiveId" clId="{1B3D42E5-558C-46C9-A1CA-A9EF05FAD6B9}" dt="2025-12-01T05:10:04.170" v="700"/>
          <ac:spMkLst>
            <pc:docMk/>
            <pc:sldMk cId="4249227042" sldId="804"/>
            <ac:spMk id="9" creationId="{AA59EA09-84D6-4593-8F7D-E067A6731BFB}"/>
          </ac:spMkLst>
        </pc:spChg>
      </pc:sldChg>
      <pc:sldChg chg="modSp mod">
        <pc:chgData name="Rian Pratama" userId="ba5a381f79e67128" providerId="LiveId" clId="{1B3D42E5-558C-46C9-A1CA-A9EF05FAD6B9}" dt="2025-12-01T05:17:16.925" v="791" actId="948"/>
        <pc:sldMkLst>
          <pc:docMk/>
          <pc:sldMk cId="2080185462" sldId="805"/>
        </pc:sldMkLst>
        <pc:spChg chg="mod">
          <ac:chgData name="Rian Pratama" userId="ba5a381f79e67128" providerId="LiveId" clId="{1B3D42E5-558C-46C9-A1CA-A9EF05FAD6B9}" dt="2025-12-01T05:17:16.925" v="791" actId="948"/>
          <ac:spMkLst>
            <pc:docMk/>
            <pc:sldMk cId="2080185462" sldId="805"/>
            <ac:spMk id="3" creationId="{3C555D8F-4341-4F62-8337-16EB392391DE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11" creationId="{5CC5892C-7C92-4D1C-AA68-74D05DA5E4DA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12" creationId="{D5A190D1-FB8D-4AA2-BC6D-215454E7BBE9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13" creationId="{1D8C62DE-FC7F-44E9-91F4-95AA95DF4951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16" creationId="{68FD8457-AA97-4EC2-8117-7DC6F474BC19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17" creationId="{E13F1C53-4CE9-40FA-899B-C14EEBF7A57E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18" creationId="{9D6A4DDA-D085-4854-B94F-86B852BC1B2B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19" creationId="{85273C85-28E0-41A0-AEF4-5F795B81531F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20" creationId="{CD08620A-7133-4B34-BF7A-147F1C61C8C6}"/>
          </ac:spMkLst>
        </pc:spChg>
        <pc:spChg chg="mod">
          <ac:chgData name="Rian Pratama" userId="ba5a381f79e67128" providerId="LiveId" clId="{1B3D42E5-558C-46C9-A1CA-A9EF05FAD6B9}" dt="2025-12-01T05:16:37.430" v="786"/>
          <ac:spMkLst>
            <pc:docMk/>
            <pc:sldMk cId="2080185462" sldId="805"/>
            <ac:spMk id="21" creationId="{F4EC576E-7F33-4A25-887B-EF44DC4CCD76}"/>
          </ac:spMkLst>
        </pc:spChg>
        <pc:spChg chg="mod">
          <ac:chgData name="Rian Pratama" userId="ba5a381f79e67128" providerId="LiveId" clId="{1B3D42E5-558C-46C9-A1CA-A9EF05FAD6B9}" dt="2025-12-01T05:15:56.553" v="779" actId="20577"/>
          <ac:spMkLst>
            <pc:docMk/>
            <pc:sldMk cId="2080185462" sldId="805"/>
            <ac:spMk id="22" creationId="{EEC0B720-DA95-439F-BE71-B6BF5DB7D04E}"/>
          </ac:spMkLst>
        </pc:spChg>
      </pc:sldChg>
      <pc:sldChg chg="modSp mod">
        <pc:chgData name="Rian Pratama" userId="ba5a381f79e67128" providerId="LiveId" clId="{1B3D42E5-558C-46C9-A1CA-A9EF05FAD6B9}" dt="2025-12-01T05:26:47.074" v="888" actId="948"/>
        <pc:sldMkLst>
          <pc:docMk/>
          <pc:sldMk cId="3835896223" sldId="806"/>
        </pc:sldMkLst>
        <pc:spChg chg="mod">
          <ac:chgData name="Rian Pratama" userId="ba5a381f79e67128" providerId="LiveId" clId="{1B3D42E5-558C-46C9-A1CA-A9EF05FAD6B9}" dt="2025-12-01T05:26:47.074" v="888" actId="948"/>
          <ac:spMkLst>
            <pc:docMk/>
            <pc:sldMk cId="3835896223" sldId="806"/>
            <ac:spMk id="3" creationId="{5BDA19FC-792A-4FB2-9AA5-467EFD025C9A}"/>
          </ac:spMkLst>
        </pc:spChg>
        <pc:picChg chg="mod">
          <ac:chgData name="Rian Pratama" userId="ba5a381f79e67128" providerId="LiveId" clId="{1B3D42E5-558C-46C9-A1CA-A9EF05FAD6B9}" dt="2025-12-01T05:25:52.721" v="885" actId="1076"/>
          <ac:picMkLst>
            <pc:docMk/>
            <pc:sldMk cId="3835896223" sldId="806"/>
            <ac:picMk id="6" creationId="{1A3643AE-6AA3-443C-B7B2-4A7890779F2D}"/>
          </ac:picMkLst>
        </pc:picChg>
      </pc:sldChg>
      <pc:sldChg chg="modSp mod">
        <pc:chgData name="Rian Pratama" userId="ba5a381f79e67128" providerId="LiveId" clId="{1B3D42E5-558C-46C9-A1CA-A9EF05FAD6B9}" dt="2025-12-01T05:30:31.606" v="957"/>
        <pc:sldMkLst>
          <pc:docMk/>
          <pc:sldMk cId="2108533826" sldId="807"/>
        </pc:sldMkLst>
        <pc:spChg chg="mod">
          <ac:chgData name="Rian Pratama" userId="ba5a381f79e67128" providerId="LiveId" clId="{1B3D42E5-558C-46C9-A1CA-A9EF05FAD6B9}" dt="2025-12-01T05:30:31.606" v="957"/>
          <ac:spMkLst>
            <pc:docMk/>
            <pc:sldMk cId="2108533826" sldId="807"/>
            <ac:spMk id="9" creationId="{090FDB23-D110-431B-BCA4-C2554A052CCC}"/>
          </ac:spMkLst>
        </pc:spChg>
        <pc:spChg chg="mod">
          <ac:chgData name="Rian Pratama" userId="ba5a381f79e67128" providerId="LiveId" clId="{1B3D42E5-558C-46C9-A1CA-A9EF05FAD6B9}" dt="2025-12-01T05:29:40.044" v="947"/>
          <ac:spMkLst>
            <pc:docMk/>
            <pc:sldMk cId="2108533826" sldId="807"/>
            <ac:spMk id="12292" creationId="{2F63B2C9-6AC3-0473-7DB3-D1A7443BD813}"/>
          </ac:spMkLst>
        </pc:spChg>
      </pc:sldChg>
      <pc:sldChg chg="modSp mod">
        <pc:chgData name="Rian Pratama" userId="ba5a381f79e67128" providerId="LiveId" clId="{1B3D42E5-558C-46C9-A1CA-A9EF05FAD6B9}" dt="2025-12-01T05:31:51.301" v="984" actId="404"/>
        <pc:sldMkLst>
          <pc:docMk/>
          <pc:sldMk cId="380857565" sldId="808"/>
        </pc:sldMkLst>
        <pc:spChg chg="mod">
          <ac:chgData name="Rian Pratama" userId="ba5a381f79e67128" providerId="LiveId" clId="{1B3D42E5-558C-46C9-A1CA-A9EF05FAD6B9}" dt="2025-12-01T05:31:51.301" v="984" actId="404"/>
          <ac:spMkLst>
            <pc:docMk/>
            <pc:sldMk cId="380857565" sldId="808"/>
            <ac:spMk id="13316" creationId="{FD0B2E10-2A3E-5ACA-1A2F-7E93ABA93932}"/>
          </ac:spMkLst>
        </pc:spChg>
      </pc:sldChg>
      <pc:sldChg chg="addSp modSp mod">
        <pc:chgData name="Rian Pratama" userId="ba5a381f79e67128" providerId="LiveId" clId="{1B3D42E5-558C-46C9-A1CA-A9EF05FAD6B9}" dt="2025-12-01T06:00:18.117" v="1119" actId="1076"/>
        <pc:sldMkLst>
          <pc:docMk/>
          <pc:sldMk cId="1446126818" sldId="809"/>
        </pc:sldMkLst>
        <pc:spChg chg="add">
          <ac:chgData name="Rian Pratama" userId="ba5a381f79e67128" providerId="LiveId" clId="{1B3D42E5-558C-46C9-A1CA-A9EF05FAD6B9}" dt="2025-12-01T05:59:18.264" v="1092"/>
          <ac:spMkLst>
            <pc:docMk/>
            <pc:sldMk cId="1446126818" sldId="809"/>
            <ac:spMk id="2" creationId="{7D38B9D7-9A05-A19D-705D-7CFFAB4648C2}"/>
          </ac:spMkLst>
        </pc:spChg>
        <pc:spChg chg="mod">
          <ac:chgData name="Rian Pratama" userId="ba5a381f79e67128" providerId="LiveId" clId="{1B3D42E5-558C-46C9-A1CA-A9EF05FAD6B9}" dt="2025-12-01T06:00:14.920" v="1118" actId="1076"/>
          <ac:spMkLst>
            <pc:docMk/>
            <pc:sldMk cId="1446126818" sldId="809"/>
            <ac:spMk id="8" creationId="{81A3B381-D2FC-4420-AB7C-46E4FB2A6903}"/>
          </ac:spMkLst>
        </pc:spChg>
        <pc:spChg chg="mod">
          <ac:chgData name="Rian Pratama" userId="ba5a381f79e67128" providerId="LiveId" clId="{1B3D42E5-558C-46C9-A1CA-A9EF05FAD6B9}" dt="2025-12-01T05:59:45.020" v="1110" actId="20577"/>
          <ac:spMkLst>
            <pc:docMk/>
            <pc:sldMk cId="1446126818" sldId="809"/>
            <ac:spMk id="9" creationId="{D25AAC84-F3EE-4084-A295-716A20AE97F2}"/>
          </ac:spMkLst>
        </pc:spChg>
        <pc:spChg chg="mod">
          <ac:chgData name="Rian Pratama" userId="ba5a381f79e67128" providerId="LiveId" clId="{1B3D42E5-558C-46C9-A1CA-A9EF05FAD6B9}" dt="2025-12-01T05:58:57.962" v="1090" actId="255"/>
          <ac:spMkLst>
            <pc:docMk/>
            <pc:sldMk cId="1446126818" sldId="809"/>
            <ac:spMk id="13316" creationId="{FD0B2E10-2A3E-5ACA-1A2F-7E93ABA93932}"/>
          </ac:spMkLst>
        </pc:spChg>
        <pc:picChg chg="mod">
          <ac:chgData name="Rian Pratama" userId="ba5a381f79e67128" providerId="LiveId" clId="{1B3D42E5-558C-46C9-A1CA-A9EF05FAD6B9}" dt="2025-12-01T06:00:18.117" v="1119" actId="1076"/>
          <ac:picMkLst>
            <pc:docMk/>
            <pc:sldMk cId="1446126818" sldId="809"/>
            <ac:picMk id="13318" creationId="{7DCE4019-302E-A9A0-80CA-D9F45EC9A8B3}"/>
          </ac:picMkLst>
        </pc:picChg>
      </pc:sldChg>
      <pc:sldChg chg="modSp mod">
        <pc:chgData name="Rian Pratama" userId="ba5a381f79e67128" providerId="LiveId" clId="{1B3D42E5-558C-46C9-A1CA-A9EF05FAD6B9}" dt="2025-12-01T06:47:26.899" v="1279" actId="403"/>
        <pc:sldMkLst>
          <pc:docMk/>
          <pc:sldMk cId="1855996638" sldId="810"/>
        </pc:sldMkLst>
        <pc:spChg chg="mod">
          <ac:chgData name="Rian Pratama" userId="ba5a381f79e67128" providerId="LiveId" clId="{1B3D42E5-558C-46C9-A1CA-A9EF05FAD6B9}" dt="2025-12-01T06:47:26.899" v="1279" actId="403"/>
          <ac:spMkLst>
            <pc:docMk/>
            <pc:sldMk cId="1855996638" sldId="810"/>
            <ac:spMk id="15364" creationId="{3E42D07B-0500-FE5B-447D-E8A6E080CBA9}"/>
          </ac:spMkLst>
        </pc:spChg>
      </pc:sldChg>
      <pc:sldChg chg="modSp mod">
        <pc:chgData name="Rian Pratama" userId="ba5a381f79e67128" providerId="LiveId" clId="{1B3D42E5-558C-46C9-A1CA-A9EF05FAD6B9}" dt="2025-12-01T06:48:10.144" v="1282" actId="404"/>
        <pc:sldMkLst>
          <pc:docMk/>
          <pc:sldMk cId="2695014863" sldId="811"/>
        </pc:sldMkLst>
        <pc:spChg chg="mod">
          <ac:chgData name="Rian Pratama" userId="ba5a381f79e67128" providerId="LiveId" clId="{1B3D42E5-558C-46C9-A1CA-A9EF05FAD6B9}" dt="2025-12-01T06:48:10.144" v="1282" actId="404"/>
          <ac:spMkLst>
            <pc:docMk/>
            <pc:sldMk cId="2695014863" sldId="811"/>
            <ac:spMk id="15364" creationId="{BFF88F09-935C-1D12-225E-98C723CB7DC2}"/>
          </ac:spMkLst>
        </pc:spChg>
      </pc:sldChg>
      <pc:sldChg chg="addSp delSp modSp mod">
        <pc:chgData name="Rian Pratama" userId="ba5a381f79e67128" providerId="LiveId" clId="{1B3D42E5-558C-46C9-A1CA-A9EF05FAD6B9}" dt="2025-12-01T06:50:27.846" v="1317" actId="14100"/>
        <pc:sldMkLst>
          <pc:docMk/>
          <pc:sldMk cId="3467523401" sldId="812"/>
        </pc:sldMkLst>
        <pc:spChg chg="add del mod">
          <ac:chgData name="Rian Pratama" userId="ba5a381f79e67128" providerId="LiveId" clId="{1B3D42E5-558C-46C9-A1CA-A9EF05FAD6B9}" dt="2025-12-01T06:49:46.649" v="1306" actId="478"/>
          <ac:spMkLst>
            <pc:docMk/>
            <pc:sldMk cId="3467523401" sldId="812"/>
            <ac:spMk id="2" creationId="{D0CBDB2C-EF1E-F44A-4ED3-87E849F86EA5}"/>
          </ac:spMkLst>
        </pc:spChg>
        <pc:spChg chg="add del mod">
          <ac:chgData name="Rian Pratama" userId="ba5a381f79e67128" providerId="LiveId" clId="{1B3D42E5-558C-46C9-A1CA-A9EF05FAD6B9}" dt="2025-12-01T06:50:02.160" v="1310" actId="478"/>
          <ac:spMkLst>
            <pc:docMk/>
            <pc:sldMk cId="3467523401" sldId="812"/>
            <ac:spMk id="3" creationId="{AB54AECE-33FC-074C-CBB2-80D0343604C8}"/>
          </ac:spMkLst>
        </pc:spChg>
        <pc:spChg chg="mod">
          <ac:chgData name="Rian Pratama" userId="ba5a381f79e67128" providerId="LiveId" clId="{1B3D42E5-558C-46C9-A1CA-A9EF05FAD6B9}" dt="2025-12-01T06:49:29.947" v="1302" actId="20577"/>
          <ac:spMkLst>
            <pc:docMk/>
            <pc:sldMk cId="3467523401" sldId="812"/>
            <ac:spMk id="6" creationId="{15105878-7DDC-E3AB-D67E-7A74DF4225C2}"/>
          </ac:spMkLst>
        </pc:spChg>
        <pc:spChg chg="mod">
          <ac:chgData name="Rian Pratama" userId="ba5a381f79e67128" providerId="LiveId" clId="{1B3D42E5-558C-46C9-A1CA-A9EF05FAD6B9}" dt="2025-12-01T06:50:27.846" v="1317" actId="14100"/>
          <ac:spMkLst>
            <pc:docMk/>
            <pc:sldMk cId="3467523401" sldId="812"/>
            <ac:spMk id="8" creationId="{CBE794DF-19F1-CA50-2A1C-DEDF47E72EB1}"/>
          </ac:spMkLst>
        </pc:spChg>
        <pc:spChg chg="mod">
          <ac:chgData name="Rian Pratama" userId="ba5a381f79e67128" providerId="LiveId" clId="{1B3D42E5-558C-46C9-A1CA-A9EF05FAD6B9}" dt="2025-12-01T06:50:24.208" v="1316"/>
          <ac:spMkLst>
            <pc:docMk/>
            <pc:sldMk cId="3467523401" sldId="812"/>
            <ac:spMk id="9" creationId="{49AA5418-D2DC-959B-8470-2584A00FB7A2}"/>
          </ac:spMkLst>
        </pc:spChg>
        <pc:spChg chg="mod">
          <ac:chgData name="Rian Pratama" userId="ba5a381f79e67128" providerId="LiveId" clId="{1B3D42E5-558C-46C9-A1CA-A9EF05FAD6B9}" dt="2025-12-01T06:49:09.987" v="1286"/>
          <ac:spMkLst>
            <pc:docMk/>
            <pc:sldMk cId="3467523401" sldId="812"/>
            <ac:spMk id="15364" creationId="{F7C2D494-B2B7-E0EA-7898-F9DE21F111E4}"/>
          </ac:spMkLst>
        </pc:spChg>
      </pc:sldChg>
      <pc:sldChg chg="modSp mod">
        <pc:chgData name="Rian Pratama" userId="ba5a381f79e67128" providerId="LiveId" clId="{1B3D42E5-558C-46C9-A1CA-A9EF05FAD6B9}" dt="2025-12-01T06:50:34.280" v="1320" actId="20577"/>
        <pc:sldMkLst>
          <pc:docMk/>
          <pc:sldMk cId="3075383614" sldId="813"/>
        </pc:sldMkLst>
        <pc:spChg chg="mod">
          <ac:chgData name="Rian Pratama" userId="ba5a381f79e67128" providerId="LiveId" clId="{1B3D42E5-558C-46C9-A1CA-A9EF05FAD6B9}" dt="2025-12-01T06:50:34.280" v="1320" actId="20577"/>
          <ac:spMkLst>
            <pc:docMk/>
            <pc:sldMk cId="3075383614" sldId="813"/>
            <ac:spMk id="2" creationId="{82F97F0B-4510-03CD-0942-26F7364E6B6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7C9B35F1-CDD7-9A1C-ED34-D12FCF5D74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3666697F-797C-A6DA-CAB3-263FDAF47A1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6B471926-BD15-4226-5E12-90F18B5C608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2402C547-DDE4-ACD8-6ABF-C6B3CCF371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E02BB47E-054F-4AE7-B358-99996EC35F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E5A243BE-1ECE-1EA1-3134-2B9EAABD21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A0A276AF-F23A-9A7F-7D08-BE8BD4F1ACE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D5F3403-AAF6-A777-333A-BA358E6DEBA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9AAACC45-142D-76A4-25D3-3BC3C128C26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9505E7F8-06D3-6730-38C4-9635B1BA98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19DC73FF-4688-26E5-044C-D759D5A4CB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615ADD3E-EBD7-425A-9BC6-5FF568A1C3B3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96B4EC9A-566D-380D-DBCF-9363C8433D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409B9171-EEF5-3297-0883-63D1A35A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05BAEB63-3748-7421-1611-26254362D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1DFCB746-7D27-4BA1-AC0D-2431F8D0E1BB}" type="slidenum">
              <a:rPr lang="ko-KR" altLang="en-US"/>
              <a:pPr/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9F76E085-AF8C-846C-898D-8728204B6B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CCABA7F0-099E-F5EA-5157-0553E830A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FA27F9F8-2625-F889-F025-7AE6FDDDE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0DDE9307-97BF-4D97-9B96-B1DB2ED3199D}" type="slidenum">
              <a:rPr lang="ko-KR" altLang="en-US"/>
              <a:pPr/>
              <a:t>2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DFDA65D8-7ACC-8736-D2B0-ABDBB230A5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76AA07F1-04C6-0779-2B40-068C1F0B4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581F1BA5-38B4-7BEE-7518-27D543F0B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DE92EE58-31FC-4E4A-A172-D0ACB9CBE3C9}" type="slidenum">
              <a:rPr lang="ko-KR" altLang="en-US"/>
              <a:pPr/>
              <a:t>12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20000"/>
              </a:lnSpc>
              <a:defRPr sz="36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C042C2-24B3-C52F-BA2D-F9216128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104B24-EAFA-6F45-364A-A4186B28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C6C3FE-81F3-582E-A2A1-AC11DBFB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F7ECDD-2625-4555-9750-75182A8FA7F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615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  <a:noFill/>
          <a:ln cmpd="sng">
            <a:noFill/>
          </a:ln>
        </p:spPr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/>
          <a:lstStyle>
            <a:lvl1pPr marL="288000" indent="-288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1pPr>
            <a:lvl2pPr marL="612000">
              <a:lnSpc>
                <a:spcPct val="120000"/>
              </a:lnSpc>
              <a:defRPr sz="2000">
                <a:latin typeface="Arial" pitchFamily="34" charset="0"/>
                <a:cs typeface="Arial" pitchFamily="34" charset="0"/>
              </a:defRPr>
            </a:lvl2pPr>
            <a:lvl3pPr marL="900000" indent="-288000">
              <a:lnSpc>
                <a:spcPct val="120000"/>
              </a:lnSpc>
              <a:buFont typeface="Arial" pitchFamily="34" charset="0"/>
              <a:buChar char="○"/>
              <a:defRPr sz="2000">
                <a:latin typeface="Arial" pitchFamily="34" charset="0"/>
                <a:cs typeface="Arial" pitchFamily="34" charset="0"/>
              </a:defRPr>
            </a:lvl3pPr>
            <a:lvl4pPr marL="1080000">
              <a:lnSpc>
                <a:spcPct val="120000"/>
              </a:lnSpc>
              <a:buFont typeface="Wingdings" pitchFamily="2" charset="2"/>
              <a:buChar char="ü"/>
              <a:defRPr sz="1800">
                <a:latin typeface="Arial" pitchFamily="34" charset="0"/>
                <a:cs typeface="Arial" pitchFamily="34" charset="0"/>
              </a:defRPr>
            </a:lvl4pPr>
            <a:lvl5pPr marL="1332000">
              <a:lnSpc>
                <a:spcPct val="120000"/>
              </a:lnSpc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C8059F3E-7D5D-6335-867A-850A2F539C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051050" y="6356350"/>
            <a:ext cx="5041900" cy="365125"/>
          </a:xfrm>
        </p:spPr>
        <p:txBody>
          <a:bodyPr/>
          <a:lstStyle>
            <a:lvl1pPr>
              <a:defRPr>
                <a:latin typeface="Book Antiqua" pitchFamily="18" charset="0"/>
              </a:defRPr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D70F8F2-FC4E-2D31-B21C-A832188919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596188" y="6356350"/>
            <a:ext cx="1090612" cy="365125"/>
          </a:xfrm>
        </p:spPr>
        <p:txBody>
          <a:bodyPr/>
          <a:lstStyle>
            <a:lvl1pPr>
              <a:defRPr>
                <a:latin typeface="Book Antiqua" panose="02040602050305030304" pitchFamily="18" charset="0"/>
              </a:defRPr>
            </a:lvl1pPr>
          </a:lstStyle>
          <a:p>
            <a:fld id="{4CC17312-C830-4781-B551-0745463A9B1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214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50AAEB-94FD-F103-1F88-24C9D853F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42F-3F34-68D0-7B8A-F9617A9B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EB4D3E-985B-34B8-8C85-C1420302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70520-36BB-4CC5-BA5C-D65633DFADC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7922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323E4CF-C65D-CB26-3509-7FAF8D62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C5D3465-6518-CB9A-023F-982976336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A55CDB4-4BA8-E290-7000-01D0BA8A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3CF1C2-847C-4CC7-8554-3A729B2BBB4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967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2E68AC22-CC44-820D-75AF-A57B6C60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03EE0DD-B534-5969-F57F-0B12A089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14425B02-4365-A624-C11B-7F02588E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B04548-9BAC-4312-A076-17E0D545753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634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5FC0AFCF-C6C1-51B4-13CD-DEC12E2B7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C837316C-1D61-1FFE-AFEC-F85B5FFA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B884C4EE-5B6C-C48E-5523-B2443C21B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AED7E5-5F5C-4D94-86C2-D3C26D62927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0360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2E83100-4C99-0550-A696-DEB1CC3E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9FD8F299-002D-C750-993D-14827B6C8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5CA323D-7E9B-8578-0580-F989D584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01F667-9FD2-4480-8F90-D33B47B34EEB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317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F592D67-662E-6A6D-D649-8DAF25FD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A9DD5F3-618B-D195-3FD2-80C377990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DE95524-CC44-90C3-E965-750B29BE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C5F4A-75D4-4989-81EB-0034B915FCB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7263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8A0C4DF-301F-C90A-2C83-7EF78E2E3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7DEFAD9-B3C3-0BD9-2D4F-610DC627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77DAAFC-0578-4A63-0125-F6F563E2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458F00-A496-4D0D-AAD8-CE2573254C5C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8816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CFBF2-ED6E-A3AF-C063-BD7BFA9AD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81587-4FFE-14A2-6ACB-1AE6109E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AFBBF-4110-BA46-51AB-A38F815C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11112-584E-4F8E-B129-F5F5B3C811E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4123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F7328-7BE0-38E3-3C6E-6CDD6DD3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F7DB6-37AD-D9A8-C1AE-E8DEBED5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59AB35-5107-8472-62FE-8D848F8B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05A91-3B25-491E-99DF-2E804EE45C8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1866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47AD5B26-F750-1047-D81E-0FC5FC4FC96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EA4CBB70-E3A4-16DC-EC7B-0BA360AE290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96975"/>
            <a:ext cx="8229600" cy="492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8284FB-EDA0-64E9-348C-9E76F04C6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6B9195-82E0-C4AB-251D-3850A5F55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latin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/>
              <a:t>Linear Regression &amp; k-NN (Part A)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8AF05-5883-6BCD-941E-F1A682F6B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245681DD-5E49-44E5-B200-A5C0D54FE3AC}" type="slidenum">
              <a:rPr lang="ko-KR" altLang="en-US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16" r:id="rId1"/>
    <p:sldLayoutId id="2147485726" r:id="rId2"/>
    <p:sldLayoutId id="2147485717" r:id="rId3"/>
    <p:sldLayoutId id="2147485718" r:id="rId4"/>
    <p:sldLayoutId id="2147485719" r:id="rId5"/>
    <p:sldLayoutId id="2147485720" r:id="rId6"/>
    <p:sldLayoutId id="2147485721" r:id="rId7"/>
    <p:sldLayoutId id="2147485722" r:id="rId8"/>
    <p:sldLayoutId id="2147485723" r:id="rId9"/>
    <p:sldLayoutId id="2147485724" r:id="rId10"/>
    <p:sldLayoutId id="2147485725" r:id="rId1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28.png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image" Target="../media/image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26.wmf"/><Relationship Id="rId1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A2E0DA1-6873-ACBE-6423-FB93403CC8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844675"/>
            <a:ext cx="8353425" cy="2016125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7882AA"/>
                </a:solidFill>
              </a:rPr>
              <a:t>Linear Regression and </a:t>
            </a:r>
            <a:r>
              <a:rPr lang="en-US" altLang="ko-KR" i="1" dirty="0">
                <a:solidFill>
                  <a:srgbClr val="7882AA"/>
                </a:solidFill>
              </a:rPr>
              <a:t>k</a:t>
            </a:r>
            <a:r>
              <a:rPr lang="en-US" altLang="ko-KR" dirty="0">
                <a:solidFill>
                  <a:srgbClr val="7882AA"/>
                </a:solidFill>
              </a:rPr>
              <a:t>-NN</a:t>
            </a:r>
            <a:br>
              <a:rPr lang="en-US" altLang="ko-KR" dirty="0">
                <a:solidFill>
                  <a:srgbClr val="7882AA"/>
                </a:solidFill>
              </a:rPr>
            </a:br>
            <a:r>
              <a:rPr lang="en-US" altLang="ko-KR" dirty="0">
                <a:solidFill>
                  <a:srgbClr val="7882AA"/>
                </a:solidFill>
              </a:rPr>
              <a:t>(Part A)</a:t>
            </a:r>
            <a:endParaRPr lang="ko-KR" altLang="en-US" dirty="0">
              <a:solidFill>
                <a:srgbClr val="7882AA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16FB18C-B3F9-46BD-0BF8-949EA5B88F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71563" y="4149725"/>
            <a:ext cx="7143750" cy="1366838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Theory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E07A51D4-A9EA-1BCC-2579-6F14B76BDAA4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>
          <a:xfrm>
            <a:off x="457200" y="981075"/>
            <a:ext cx="8229600" cy="5256213"/>
          </a:xfrm>
        </p:spPr>
        <p:txBody>
          <a:bodyPr/>
          <a:lstStyle/>
          <a:p>
            <a:pPr marL="287338" indent="-287338"/>
            <a:r>
              <a:rPr lang="en-US" altLang="ko-KR" sz="2400" dirty="0" err="1">
                <a:solidFill>
                  <a:srgbClr val="0033CC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sym typeface="Symbol" panose="05050102010706020507" pitchFamily="18" charset="2"/>
              </a:rPr>
              <a:t>Understadning</a:t>
            </a:r>
            <a:r>
              <a:rPr lang="en-US" altLang="ko-KR" sz="2400" dirty="0">
                <a:solidFill>
                  <a:srgbClr val="0033CC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sym typeface="Symbol" panose="05050102010706020507" pitchFamily="18" charset="2"/>
              </a:rPr>
              <a:t> and Implementing Representative Machine Learning Techniques</a:t>
            </a:r>
          </a:p>
          <a:p>
            <a:pPr marL="611338" lvl="1" indent="-287338">
              <a:lnSpc>
                <a:spcPct val="150000"/>
              </a:lnSpc>
            </a:pPr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Univariate Linear Regression</a:t>
            </a:r>
            <a:endParaRPr lang="en-US" altLang="ko-KR" dirty="0">
              <a:solidFill>
                <a:srgbClr val="0033CC"/>
              </a:solidFill>
            </a:endParaRPr>
          </a:p>
          <a:p>
            <a:pPr marL="611338" lvl="1" indent="-287338">
              <a:lnSpc>
                <a:spcPct val="150000"/>
              </a:lnSpc>
            </a:pPr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Multivariate Linear Regression</a:t>
            </a:r>
          </a:p>
          <a:p>
            <a:pPr marL="611338" lvl="1" indent="-287338">
              <a:lnSpc>
                <a:spcPct val="150000"/>
              </a:lnSpc>
            </a:pPr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Nearest Neighbor Models</a:t>
            </a:r>
          </a:p>
          <a:p>
            <a:pPr marL="611338" lvl="1" indent="-287338">
              <a:lnSpc>
                <a:spcPct val="150000"/>
              </a:lnSpc>
            </a:pPr>
            <a:r>
              <a:rPr lang="en-US" altLang="ko-KR" dirty="0">
                <a:solidFill>
                  <a:srgbClr val="99CCFF"/>
                </a:solidFill>
                <a:sym typeface="Symbol" panose="05050102010706020507" pitchFamily="18" charset="2"/>
              </a:rPr>
              <a:t>Implementation and Experiments</a:t>
            </a:r>
            <a:endParaRPr lang="en-US" altLang="ko-KR" dirty="0">
              <a:solidFill>
                <a:srgbClr val="99CCFF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0F05FA0-1936-549E-0D54-ABC3061B20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r>
              <a:rPr lang="en-US" altLang="ko-KR">
                <a:solidFill>
                  <a:srgbClr val="7882AA"/>
                </a:solidFill>
              </a:rPr>
              <a:t>Contents</a:t>
            </a:r>
          </a:p>
        </p:txBody>
      </p:sp>
      <p:sp>
        <p:nvSpPr>
          <p:cNvPr id="18434" name="바닥글 개체 틀 4">
            <a:extLst>
              <a:ext uri="{FF2B5EF4-FFF2-40B4-BE49-F238E27FC236}">
                <a16:creationId xmlns:a16="http://schemas.microsoft.com/office/drawing/2014/main" id="{566542F7-E063-215C-BCC9-04E07129F5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p:sp>
        <p:nvSpPr>
          <p:cNvPr id="7173" name="슬라이드 번호 개체 틀 1">
            <a:extLst>
              <a:ext uri="{FF2B5EF4-FFF2-40B4-BE49-F238E27FC236}">
                <a16:creationId xmlns:a16="http://schemas.microsoft.com/office/drawing/2014/main" id="{33D0607E-2D6F-7774-62DF-C505B0A4DE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B64EBE3-37DB-4882-B084-5E9B3964916B}" type="slidenum">
              <a:rPr lang="ko-KR" altLang="en-US" sz="1200">
                <a:solidFill>
                  <a:srgbClr val="898989"/>
                </a:solidFill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말풍선: 사각형 1">
            <a:extLst>
              <a:ext uri="{FF2B5EF4-FFF2-40B4-BE49-F238E27FC236}">
                <a16:creationId xmlns:a16="http://schemas.microsoft.com/office/drawing/2014/main" id="{7112FF3A-55AB-479D-9E69-6CA2C057D47B}"/>
              </a:ext>
            </a:extLst>
          </p:cNvPr>
          <p:cNvSpPr/>
          <p:nvPr/>
        </p:nvSpPr>
        <p:spPr>
          <a:xfrm>
            <a:off x="4970038" y="3140968"/>
            <a:ext cx="1008112" cy="288032"/>
          </a:xfrm>
          <a:prstGeom prst="wedgeRectCallout">
            <a:avLst>
              <a:gd name="adj1" fmla="val -51777"/>
              <a:gd name="adj2" fmla="val 115634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Next time...</a:t>
            </a:r>
            <a:endParaRPr lang="ko-KR" altLang="en-US" sz="12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094DF4E-DFDE-4D34-95D8-41E1DE751518}"/>
              </a:ext>
            </a:extLst>
          </p:cNvPr>
          <p:cNvGrpSpPr/>
          <p:nvPr/>
        </p:nvGrpSpPr>
        <p:grpSpPr>
          <a:xfrm>
            <a:off x="3607205" y="4156884"/>
            <a:ext cx="2736304" cy="1435550"/>
            <a:chOff x="3419872" y="4221088"/>
            <a:chExt cx="2736304" cy="14355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7589E9A-D105-43E5-9F92-9673A0F2E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8751" y="5070140"/>
              <a:ext cx="586498" cy="586498"/>
            </a:xfrm>
            <a:prstGeom prst="rect">
              <a:avLst/>
            </a:prstGeom>
          </p:spPr>
        </p:pic>
        <p:sp>
          <p:nvSpPr>
            <p:cNvPr id="9" name="말풍선: 사각형 8">
              <a:extLst>
                <a:ext uri="{FF2B5EF4-FFF2-40B4-BE49-F238E27FC236}">
                  <a16:creationId xmlns:a16="http://schemas.microsoft.com/office/drawing/2014/main" id="{C5A63D40-A9E5-42E9-B68D-BA77158E311F}"/>
                </a:ext>
              </a:extLst>
            </p:cNvPr>
            <p:cNvSpPr/>
            <p:nvPr/>
          </p:nvSpPr>
          <p:spPr>
            <a:xfrm>
              <a:off x="3419872" y="4221088"/>
              <a:ext cx="2736304" cy="776027"/>
            </a:xfrm>
            <a:prstGeom prst="wedgeRectCallout">
              <a:avLst>
                <a:gd name="adj1" fmla="val 6875"/>
                <a:gd name="adj2" fmla="val 80114"/>
              </a:avLst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In this lecture, we will study representative machine learning techniques: Linear Regression and Nearest Neighbor Model.</a:t>
              </a:r>
              <a:endParaRPr lang="ko-KR" altLang="en-US" sz="12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288FA-FA28-49FD-9AAB-64258D88B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ED4B37-47D8-460E-90CA-9E32151D2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/>
          <a:lstStyle/>
          <a:p>
            <a:pPr latinLnBrk="0"/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Machine Learning (</a:t>
            </a:r>
            <a:r>
              <a:rPr lang="ko-KR" altLang="en-US" sz="1600" dirty="0"/>
              <a:t>기계 학습</a:t>
            </a:r>
            <a:r>
              <a:rPr lang="en-US" altLang="ko-KR" sz="1600" dirty="0"/>
              <a:t>, </a:t>
            </a:r>
            <a:r>
              <a:rPr lang="ko-KR" altLang="en-US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머신 러닝</a:t>
            </a:r>
            <a:r>
              <a:rPr lang="en-US" altLang="ko-KR" sz="16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  <a:p>
            <a:pPr lvl="1" latinLnBrk="0"/>
            <a:r>
              <a:rPr lang="en-US" sz="1400" dirty="0"/>
              <a:t>A field of technology that develops algorithms and statistical models used by computer systems to perform pattern recognition and inference, and to perform tasks on their own without explicit instructions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latinLnBrk="0"/>
            <a:r>
              <a:rPr lang="en-US" sz="1400" dirty="0"/>
              <a:t>Computer systems use machine learning algorithms to process large amounts of data and identify patterns.</a:t>
            </a:r>
            <a:r>
              <a: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b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</a:b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=&gt; </a:t>
            </a:r>
            <a:r>
              <a:rPr lang="en-US" sz="1400" dirty="0"/>
              <a:t>Through this, accurate results can be predicted.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latinLnBrk="0"/>
            <a:r>
              <a:rPr lang="en-US" sz="1400" dirty="0"/>
              <a:t>In other words, Machine Learning is a technology that recognizes patterns autonomously through </a:t>
            </a:r>
            <a:r>
              <a:rPr lang="en-US" sz="1400" b="1" dirty="0"/>
              <a:t>learning</a:t>
            </a:r>
            <a:r>
              <a:rPr lang="en-US" sz="1400" dirty="0"/>
              <a:t> and performs accurate </a:t>
            </a:r>
            <a:r>
              <a:rPr lang="en-US" sz="1400" b="1" dirty="0"/>
              <a:t>prediction</a:t>
            </a:r>
            <a:r>
              <a:rPr lang="en-US" sz="1400" dirty="0"/>
              <a:t> through </a:t>
            </a:r>
            <a:r>
              <a:rPr lang="en-US" sz="1400" b="1" dirty="0"/>
              <a:t>inference</a:t>
            </a:r>
            <a:r>
              <a:rPr lang="en-US" sz="1400" dirty="0"/>
              <a:t>.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24E72C8-7CAD-4C41-9EC5-3495B99B67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7EB539-DDD1-4794-BD83-618FA89A88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3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9A65A1-7A4E-4A38-AB82-051F42395CC2}"/>
              </a:ext>
            </a:extLst>
          </p:cNvPr>
          <p:cNvSpPr/>
          <p:nvPr/>
        </p:nvSpPr>
        <p:spPr>
          <a:xfrm>
            <a:off x="18288" y="6610794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dirty="0"/>
              <a:t>https://aws.amazon.com/ko/what-is/machine-learning/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712BA31-A800-48DD-8173-467630050AFF}"/>
              </a:ext>
            </a:extLst>
          </p:cNvPr>
          <p:cNvGrpSpPr/>
          <p:nvPr/>
        </p:nvGrpSpPr>
        <p:grpSpPr>
          <a:xfrm>
            <a:off x="1931780" y="3540089"/>
            <a:ext cx="5256547" cy="2883964"/>
            <a:chOff x="1547669" y="3217716"/>
            <a:chExt cx="5256547" cy="288396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0C2AAE0-A8B2-46AE-BEFE-7DDE196F9115}"/>
                </a:ext>
              </a:extLst>
            </p:cNvPr>
            <p:cNvSpPr/>
            <p:nvPr/>
          </p:nvSpPr>
          <p:spPr>
            <a:xfrm>
              <a:off x="3707904" y="3501008"/>
              <a:ext cx="914400" cy="6263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Training</a:t>
              </a:r>
              <a:br>
                <a:rPr lang="en-US" altLang="ko-KR" sz="14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</a:br>
              <a:r>
                <a:rPr lang="en-US" altLang="ko-KR" sz="14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Data</a:t>
              </a:r>
              <a:endPara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8268F3B-9D70-45DC-9125-3199A1AD8EA5}"/>
                </a:ext>
              </a:extLst>
            </p:cNvPr>
            <p:cNvSpPr/>
            <p:nvPr/>
          </p:nvSpPr>
          <p:spPr>
            <a:xfrm>
              <a:off x="3637079" y="5085184"/>
              <a:ext cx="1056049" cy="6263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Prediction Model</a:t>
              </a:r>
              <a:endPara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5038BE3-3CDF-46A5-8F86-B8F830E83E01}"/>
                </a:ext>
              </a:extLst>
            </p:cNvPr>
            <p:cNvSpPr/>
            <p:nvPr/>
          </p:nvSpPr>
          <p:spPr>
            <a:xfrm>
              <a:off x="1763688" y="5081055"/>
              <a:ext cx="914400" cy="62636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New Data</a:t>
              </a:r>
              <a:endParaRPr lang="ko-KR" altLang="en-US" sz="1400" dirty="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7B1D438E-9467-4B99-873B-7DE5B316D354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4165104" y="4127376"/>
              <a:ext cx="0" cy="957808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ECBB5A2-E394-4F2B-87B4-4E8DFBD17520}"/>
                </a:ext>
              </a:extLst>
            </p:cNvPr>
            <p:cNvCxnSpPr>
              <a:cxnSpLocks/>
              <a:stCxn id="12" idx="3"/>
              <a:endCxn id="10" idx="1"/>
            </p:cNvCxnSpPr>
            <p:nvPr/>
          </p:nvCxnSpPr>
          <p:spPr>
            <a:xfrm>
              <a:off x="2678088" y="5394239"/>
              <a:ext cx="958991" cy="412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61E8906D-83F9-46F3-8631-5BFD163BA13A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4693128" y="5394239"/>
              <a:ext cx="958992" cy="412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593745E-A6A4-4C0B-ACB2-BC5FB905B7CA}"/>
                </a:ext>
              </a:extLst>
            </p:cNvPr>
            <p:cNvSpPr/>
            <p:nvPr/>
          </p:nvSpPr>
          <p:spPr>
            <a:xfrm>
              <a:off x="3491880" y="3276373"/>
              <a:ext cx="1368152" cy="267290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A6222B9-ED5C-4AD1-AD2F-378A3DE28123}"/>
                </a:ext>
              </a:extLst>
            </p:cNvPr>
            <p:cNvSpPr/>
            <p:nvPr/>
          </p:nvSpPr>
          <p:spPr>
            <a:xfrm>
              <a:off x="1547669" y="4869160"/>
              <a:ext cx="5256547" cy="123252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3ABBCA9-1A19-4D0D-86BE-EE6A934748A0}"/>
                </a:ext>
              </a:extLst>
            </p:cNvPr>
            <p:cNvSpPr/>
            <p:nvPr/>
          </p:nvSpPr>
          <p:spPr>
            <a:xfrm>
              <a:off x="4877923" y="3217716"/>
              <a:ext cx="82663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0033CC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Training</a:t>
              </a:r>
              <a:endParaRPr lang="ko-KR" altLang="en-US" sz="1400" dirty="0">
                <a:solidFill>
                  <a:srgbClr val="0033CC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5ED2AEE-6AA9-4DC9-8D6E-3C7FB398231F}"/>
                </a:ext>
              </a:extLst>
            </p:cNvPr>
            <p:cNvSpPr/>
            <p:nvPr/>
          </p:nvSpPr>
          <p:spPr>
            <a:xfrm>
              <a:off x="5802980" y="4519034"/>
              <a:ext cx="10012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>
                  <a:solidFill>
                    <a:srgbClr val="FF0000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</a:rPr>
                <a:t>Prediction</a:t>
              </a:r>
              <a:endParaRPr lang="ko-KR" altLang="en-US" sz="1400" dirty="0">
                <a:solidFill>
                  <a:srgbClr val="FF0000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endParaRPr>
            </a:p>
          </p:txBody>
        </p:sp>
      </p:grpSp>
      <p:sp>
        <p:nvSpPr>
          <p:cNvPr id="25" name="직사각형 9">
            <a:extLst>
              <a:ext uri="{FF2B5EF4-FFF2-40B4-BE49-F238E27FC236}">
                <a16:creationId xmlns:a16="http://schemas.microsoft.com/office/drawing/2014/main" id="{42B1D05D-0F75-DB78-9E41-61A21FD0CBD9}"/>
              </a:ext>
            </a:extLst>
          </p:cNvPr>
          <p:cNvSpPr/>
          <p:nvPr/>
        </p:nvSpPr>
        <p:spPr>
          <a:xfrm>
            <a:off x="6084254" y="5401873"/>
            <a:ext cx="1056049" cy="626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Prediction Model</a:t>
            </a:r>
            <a:endParaRPr lang="ko-KR" altLang="en-US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78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0C13F-F475-4D74-8B5B-8D5700D0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92A86-A396-44CE-9300-1F6747F00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sz="1800" dirty="0"/>
              <a:t>Classification of Machine Learning</a:t>
            </a:r>
            <a:endParaRPr lang="en-US" altLang="ko-KR" sz="1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1" latinLnBrk="0"/>
            <a:r>
              <a:rPr lang="en-US" sz="1600" dirty="0"/>
              <a:t>Machine learning is classified into </a:t>
            </a:r>
            <a:r>
              <a:rPr lang="en-US" sz="1600" b="1" dirty="0"/>
              <a:t>Supervised Learning</a:t>
            </a:r>
            <a:r>
              <a:rPr lang="en-US" sz="1600" dirty="0"/>
              <a:t>, </a:t>
            </a:r>
            <a:r>
              <a:rPr lang="en-US" sz="1600" b="1" dirty="0"/>
              <a:t>Unsupervised Learning</a:t>
            </a:r>
            <a:r>
              <a:rPr lang="en-US" sz="1600" dirty="0"/>
              <a:t>, and </a:t>
            </a:r>
            <a:r>
              <a:rPr lang="en-US" sz="1600" b="1" dirty="0"/>
              <a:t>Reinforcement Learning</a:t>
            </a:r>
            <a:r>
              <a:rPr lang="en-US" sz="1600" dirty="0"/>
              <a:t>.</a:t>
            </a:r>
            <a:endParaRPr lang="en-US" altLang="ko-KR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latinLnBrk="0"/>
            <a:r>
              <a:rPr lang="en-US" sz="1400" b="1" dirty="0"/>
              <a:t>Supervised Learning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en-US" sz="1400" dirty="0"/>
              <a:t>A method of training a machine to find patterns between data and answers using multiple (</a:t>
            </a:r>
            <a:r>
              <a:rPr lang="en-US" sz="1400" b="1" dirty="0">
                <a:solidFill>
                  <a:srgbClr val="0033CC"/>
                </a:solidFill>
              </a:rPr>
              <a:t>data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answers</a:t>
            </a:r>
            <a:r>
              <a:rPr lang="en-US" sz="1400" dirty="0"/>
              <a:t>) as input, so that it can correctly predict the answer when new data is given.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latinLnBrk="0"/>
            <a:r>
              <a:rPr lang="en-US" sz="1400" b="1" dirty="0"/>
              <a:t>Unsupervised Learning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en-US" sz="1400" dirty="0"/>
              <a:t>A method of training a machine to find patterns and correlations between data using multiple (</a:t>
            </a:r>
            <a:r>
              <a:rPr lang="en-US" sz="1400" b="1" dirty="0">
                <a:solidFill>
                  <a:srgbClr val="0033CC"/>
                </a:solidFill>
              </a:rPr>
              <a:t>data</a:t>
            </a:r>
            <a:r>
              <a:rPr lang="en-US" sz="1400" dirty="0"/>
              <a:t>) as input.</a:t>
            </a:r>
            <a:endParaRPr lang="en-US" altLang="ko-KR" sz="14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pPr lvl="2" latinLnBrk="0"/>
            <a:r>
              <a:rPr lang="en-US" sz="1400" b="1" dirty="0"/>
              <a:t>Reinforcement Learning</a:t>
            </a:r>
            <a:r>
              <a:rPr lang="en-US" altLang="ko-KR" sz="14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en-US" sz="1400" dirty="0"/>
              <a:t>A method of training a machine using continuous (</a:t>
            </a:r>
            <a:r>
              <a:rPr lang="en-US" sz="1400" b="1" dirty="0">
                <a:solidFill>
                  <a:srgbClr val="0033CC"/>
                </a:solidFill>
              </a:rPr>
              <a:t>actions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rewards</a:t>
            </a:r>
            <a:r>
              <a:rPr lang="en-US" sz="1400" dirty="0"/>
              <a:t>) as input, so that it autonomously finds the actions that lead to high rewards.</a:t>
            </a:r>
            <a:endParaRPr lang="ko-KR" altLang="en-US" sz="16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7BF763-8ACD-447A-AD7E-3B8CF591CB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7C7967-14B2-41AD-9CC7-F672E64B1D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4</a:t>
            </a:fld>
            <a:endParaRPr lang="en-US" altLang="ko-KR"/>
          </a:p>
        </p:txBody>
      </p:sp>
      <p:pic>
        <p:nvPicPr>
          <p:cNvPr id="5122" name="Picture 2" descr="http://ai4school.org/wp-content/uploads/2020/12/%EC%A7%80%EB%8F%84%ED%95%99%EC%8A%B52.png">
            <a:extLst>
              <a:ext uri="{FF2B5EF4-FFF2-40B4-BE49-F238E27FC236}">
                <a16:creationId xmlns:a16="http://schemas.microsoft.com/office/drawing/2014/main" id="{FB52B960-DAEF-4259-95F5-2C587E56E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025" y="3980791"/>
            <a:ext cx="4969222" cy="27406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35D4136-54F2-4333-BE63-11E72F39412D}"/>
              </a:ext>
            </a:extLst>
          </p:cNvPr>
          <p:cNvSpPr/>
          <p:nvPr/>
        </p:nvSpPr>
        <p:spPr>
          <a:xfrm>
            <a:off x="30226" y="6604609"/>
            <a:ext cx="192552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/>
              <a:t>http://ai4school.org/?page_id=2617</a:t>
            </a:r>
          </a:p>
        </p:txBody>
      </p:sp>
    </p:spTree>
    <p:extLst>
      <p:ext uri="{BB962C8B-B14F-4D97-AF65-F5344CB8AC3E}">
        <p14:creationId xmlns:p14="http://schemas.microsoft.com/office/powerpoint/2010/main" val="100039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0C13F-F475-4D74-8B5B-8D5700D0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B92A86-A396-44CE-9300-1F6747F00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인공지능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ML(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기계학습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DL(</a:t>
            </a:r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딥러닝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Relationships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7BF763-8ACD-447A-AD7E-3B8CF591CB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7C7967-14B2-41AD-9CC7-F672E64B1D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5C9BEB-AE01-4509-8707-0F9FE97E6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12" y="1916832"/>
            <a:ext cx="6124575" cy="3743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4F0F4F-09AD-4273-A376-A230AF963E7E}"/>
              </a:ext>
            </a:extLst>
          </p:cNvPr>
          <p:cNvSpPr txBox="1"/>
          <p:nvPr/>
        </p:nvSpPr>
        <p:spPr>
          <a:xfrm>
            <a:off x="5508104" y="2708920"/>
            <a:ext cx="3178695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dirty="0"/>
              <a:t>Pertains to all automation where a machine can perform tasks that a human should do.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63C0B-FE68-BDED-8A9D-D2EF7BFF519A}"/>
              </a:ext>
            </a:extLst>
          </p:cNvPr>
          <p:cNvSpPr txBox="1"/>
          <p:nvPr/>
        </p:nvSpPr>
        <p:spPr>
          <a:xfrm>
            <a:off x="5503602" y="3631813"/>
            <a:ext cx="3178695" cy="6001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1" fontAlgn="ctr" hangingPunct="1"/>
            <a:r>
              <a:rPr lang="en-US" sz="1100" dirty="0"/>
              <a:t>The machine autonomously learns patterns for decision-making from data without explicit programming of rules.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115D53-4173-58AC-CB03-60A210CA3D9E}"/>
              </a:ext>
            </a:extLst>
          </p:cNvPr>
          <p:cNvSpPr txBox="1"/>
          <p:nvPr/>
        </p:nvSpPr>
        <p:spPr>
          <a:xfrm>
            <a:off x="5503602" y="4867999"/>
            <a:ext cx="3178695" cy="93871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>
                <a:latin typeface="Gulim" panose="020B0600000101010101" pitchFamily="34" charset="-127"/>
                <a:ea typeface="Gulim" panose="020B0600000101010101" pitchFamily="34" charset="-127"/>
              </a:rPr>
              <a:t>A model based on artificial neural networks, where the machine performs the entire process—from feature extraction to judgment—from unstructured data in a single step.</a:t>
            </a:r>
          </a:p>
        </p:txBody>
      </p:sp>
    </p:spTree>
    <p:extLst>
      <p:ext uri="{BB962C8B-B14F-4D97-AF65-F5344CB8AC3E}">
        <p14:creationId xmlns:p14="http://schemas.microsoft.com/office/powerpoint/2010/main" val="331648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2835FD6-FA0E-4491-A7EF-68845F6E5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Univariate Linear Regression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21BB900-61E9-486B-9726-ACDF97381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CC7317-2674-4261-92F1-CB567FD1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AC2DE-57D1-4484-9833-2FEA7BD0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6309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47671-650C-4579-94B1-E52A2FE7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Regression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FE5D69-75EB-4D71-BF9F-6B1DA39AF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atinLnBrk="0"/>
                <a:r>
                  <a:rPr lang="en-US" altLang="ko-KR" sz="1600" dirty="0">
                    <a:ea typeface="나눔고딕" panose="020D0604000000000000" pitchFamily="50" charset="-127"/>
                  </a:rPr>
                  <a:t>The problem to solve</a:t>
                </a:r>
              </a:p>
              <a:p>
                <a:pPr lvl="1" latinLnBrk="0"/>
                <a:r>
                  <a:rPr lang="en-US" altLang="ko-KR" sz="1400" dirty="0">
                    <a:ea typeface="나눔고딕" panose="020D0604000000000000" pitchFamily="50" charset="-127"/>
                  </a:rPr>
                  <a:t>Input: Multiple pairs of</a:t>
                </a:r>
                <a:r>
                  <a:rPr lang="ko-KR" altLang="en-US" sz="1400" dirty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1400" dirty="0"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400" dirty="0">
                    <a:ea typeface="나눔고딕" panose="020D0604000000000000" pitchFamily="50" charset="-127"/>
                  </a:rPr>
                  <a:t>),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𝑖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=1, 2, 3, 4,…, </m:t>
                    </m:r>
                    <m:r>
                      <a:rPr lang="en-US" altLang="ko-KR" sz="1400" b="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𝑁</m:t>
                    </m:r>
                  </m:oMath>
                </a14:m>
                <a:r>
                  <a:rPr lang="en-US" altLang="ko-KR" sz="1400" dirty="0">
                    <a:ea typeface="나눔고딕" panose="020D0604000000000000" pitchFamily="50" charset="-127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𝑁</m:t>
                    </m:r>
                  </m:oMath>
                </a14:m>
                <a:r>
                  <a:rPr lang="en-US" altLang="ko-KR" sz="1400" dirty="0">
                    <a:ea typeface="나눔고딕" panose="020D0604000000000000" pitchFamily="50" charset="-127"/>
                  </a:rPr>
                  <a:t> = number of sample data)</a:t>
                </a:r>
              </a:p>
              <a:p>
                <a:pPr lvl="2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: data (features)</a:t>
                </a:r>
              </a:p>
              <a:p>
                <a:pPr lvl="2"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: Answer/Label for the given data(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)</a:t>
                </a:r>
              </a:p>
              <a:p>
                <a:pPr lvl="2" latinLnBrk="0"/>
                <a:r>
                  <a:rPr lang="en-US" altLang="ko-KR" sz="1200" dirty="0">
                    <a:ea typeface="나눔고딕" panose="020D0604000000000000" pitchFamily="50" charset="-127"/>
                  </a:rPr>
                  <a:t>ex: Room/Bathroom area (= feature)</a:t>
                </a:r>
                <a:r>
                  <a:rPr lang="ko-KR" altLang="en-US" sz="1200" dirty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1200" dirty="0">
                    <a:ea typeface="나눔고딕" panose="020D0604000000000000" pitchFamily="50" charset="-127"/>
                  </a:rPr>
                  <a:t>and monthly rent (= label)</a:t>
                </a:r>
                <a:br>
                  <a:rPr lang="en-US" altLang="ko-KR" sz="1200" dirty="0"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30 m^2,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30 </a:t>
                </a:r>
                <a:r>
                  <a:rPr lang="ko-KR" altLang="en-US" sz="1200" dirty="0">
                    <a:ea typeface="나눔고딕" panose="020D0604000000000000" pitchFamily="50" charset="-127"/>
                  </a:rPr>
                  <a:t>만원</a:t>
                </a:r>
                <a:r>
                  <a:rPr lang="en-US" altLang="ko-KR" sz="1200" dirty="0">
                    <a:ea typeface="나눔고딕" panose="020D0604000000000000" pitchFamily="50" charset="-127"/>
                  </a:rPr>
                  <a:t>, </a:t>
                </a:r>
                <a:br>
                  <a:rPr lang="en-US" altLang="ko-KR" sz="1200" dirty="0"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45 m^2,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40</a:t>
                </a:r>
                <a:r>
                  <a:rPr lang="ko-KR" altLang="en-US" sz="1200" dirty="0">
                    <a:ea typeface="나눔고딕" panose="020D0604000000000000" pitchFamily="50" charset="-127"/>
                  </a:rPr>
                  <a:t> 만원</a:t>
                </a:r>
                <a:r>
                  <a:rPr lang="en-US" altLang="ko-KR" sz="1200" dirty="0">
                    <a:ea typeface="나눔고딕" panose="020D0604000000000000" pitchFamily="50" charset="-127"/>
                  </a:rPr>
                  <a:t>, </a:t>
                </a:r>
                <a:br>
                  <a:rPr lang="en-US" altLang="ko-KR" sz="1200" dirty="0"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60 m^2,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60</a:t>
                </a:r>
                <a:r>
                  <a:rPr lang="ko-KR" altLang="en-US" sz="1200" dirty="0">
                    <a:ea typeface="나눔고딕" panose="020D0604000000000000" pitchFamily="50" charset="-127"/>
                  </a:rPr>
                  <a:t> 만원</a:t>
                </a:r>
                <a:r>
                  <a:rPr lang="en-US" altLang="ko-KR" sz="1200" dirty="0">
                    <a:ea typeface="나눔고딕" panose="020D0604000000000000" pitchFamily="50" charset="-127"/>
                  </a:rPr>
                  <a:t>, ... In this situation with N=3</a:t>
                </a:r>
                <a:r>
                  <a:rPr lang="ko-KR" altLang="en-US" sz="1200" dirty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1200" dirty="0">
                    <a:ea typeface="나눔고딕" panose="020D0604000000000000" pitchFamily="50" charset="-127"/>
                  </a:rPr>
                  <a:t>sample data, given</a:t>
                </a:r>
                <a:br>
                  <a:rPr lang="en-US" altLang="ko-KR" sz="1200" dirty="0"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𝑥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_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𝑛𝑒𝑤</m:t>
                    </m:r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52 m^2</a:t>
                </a:r>
                <a:r>
                  <a:rPr lang="ko-KR" altLang="en-US" sz="1200" dirty="0">
                    <a:ea typeface="나눔고딕" panose="020D0604000000000000" pitchFamily="50" charset="-127"/>
                  </a:rPr>
                  <a:t> </a:t>
                </a:r>
                <a:r>
                  <a:rPr lang="en-US" altLang="ko-KR" sz="1200" dirty="0">
                    <a:ea typeface="나눔고딕" panose="020D0604000000000000" pitchFamily="50" charset="-127"/>
                  </a:rPr>
                  <a:t>what is the monthly rent</a:t>
                </a:r>
                <a:r>
                  <a:rPr lang="ko-KR" altLang="en-US" sz="1200" dirty="0"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𝑦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_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𝑛𝑒𝑤</m:t>
                    </m:r>
                  </m:oMath>
                </a14:m>
                <a:r>
                  <a:rPr lang="en-US" altLang="ko-KR" sz="1200" dirty="0">
                    <a:ea typeface="나눔고딕" panose="020D0604000000000000" pitchFamily="50" charset="-127"/>
                  </a:rPr>
                  <a:t> = ?</a:t>
                </a:r>
              </a:p>
              <a:p>
                <a:pPr lvl="1" latinLnBrk="0"/>
                <a:r>
                  <a:rPr lang="en-US" sz="1200" b="1" dirty="0"/>
                  <a:t>Goal:</a:t>
                </a:r>
                <a:r>
                  <a:rPr lang="en-US" sz="1200" dirty="0"/>
                  <a:t> To develop a machine learning model that understands the relationship between data and answers from multiple (</a:t>
                </a:r>
                <a:r>
                  <a:rPr lang="en-US" sz="1200" b="1" dirty="0"/>
                  <a:t>data</a:t>
                </a:r>
                <a:r>
                  <a:rPr lang="en-US" sz="1200" dirty="0"/>
                  <a:t>, </a:t>
                </a:r>
                <a:r>
                  <a:rPr lang="en-US" sz="1200" b="1" dirty="0"/>
                  <a:t>answer</a:t>
                </a:r>
                <a:r>
                  <a:rPr lang="en-US" sz="1200" dirty="0"/>
                  <a:t>) samples, and predicts the answer when new data is given!</a:t>
                </a:r>
                <a:endParaRPr lang="en-US" altLang="ko-KR" sz="1200" dirty="0">
                  <a:ea typeface="나눔고딕" panose="020D0604000000000000" pitchFamily="50" charset="-127"/>
                </a:endParaRPr>
              </a:p>
              <a:p>
                <a:pPr latinLnBrk="0"/>
                <a:endParaRPr lang="en-US" altLang="ko-KR" sz="1200" dirty="0">
                  <a:ea typeface="나눔고딕" panose="020D0604000000000000" pitchFamily="50" charset="-127"/>
                </a:endParaRPr>
              </a:p>
              <a:p>
                <a:pPr latinLnBrk="0"/>
                <a:r>
                  <a:rPr lang="en-US" altLang="ko-KR" sz="1600" dirty="0">
                    <a:ea typeface="나눔고딕" panose="020D0604000000000000" pitchFamily="50" charset="-127"/>
                  </a:rPr>
                  <a:t>Approach: Use the Regression (</a:t>
                </a:r>
                <a:r>
                  <a:rPr lang="ko-KR" altLang="en-US" sz="1600" dirty="0">
                    <a:ea typeface="나눔고딕" panose="020D0604000000000000" pitchFamily="50" charset="-127"/>
                  </a:rPr>
                  <a:t>회귀</a:t>
                </a:r>
                <a:r>
                  <a:rPr lang="en-US" altLang="ko-KR" sz="1600" dirty="0">
                    <a:ea typeface="나눔고딕" panose="020D0604000000000000" pitchFamily="50" charset="-127"/>
                  </a:rPr>
                  <a:t>) technique</a:t>
                </a:r>
              </a:p>
              <a:p>
                <a:pPr lvl="1" latinLnBrk="0"/>
                <a:r>
                  <a:rPr lang="en-US" altLang="ko-KR" sz="1400" dirty="0">
                    <a:ea typeface="나눔고딕" panose="020D0604000000000000" pitchFamily="50" charset="-127"/>
                  </a:rPr>
                  <a:t>Regression (</a:t>
                </a:r>
                <a:r>
                  <a:rPr lang="ko-KR" altLang="en-US" sz="1400" dirty="0">
                    <a:ea typeface="나눔고딕" panose="020D0604000000000000" pitchFamily="50" charset="-127"/>
                  </a:rPr>
                  <a:t>회귀</a:t>
                </a:r>
                <a:r>
                  <a:rPr lang="en-US" altLang="ko-KR" sz="1400" dirty="0">
                    <a:ea typeface="나눔고딕" panose="020D0604000000000000" pitchFamily="50" charset="-127"/>
                  </a:rPr>
                  <a:t>)</a:t>
                </a:r>
              </a:p>
              <a:p>
                <a:pPr lvl="2" latinLnBrk="0"/>
                <a:r>
                  <a:rPr lang="en-US" sz="1400" dirty="0"/>
                  <a:t>A technique for modeling the correlation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400" dirty="0"/>
                  <a:t> between one or more </a:t>
                </a:r>
                <a:r>
                  <a:rPr lang="en-US" sz="1400" b="1" dirty="0"/>
                  <a:t>independent variables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400" dirty="0"/>
                  <a:t> and a single </a:t>
                </a:r>
                <a:r>
                  <a:rPr lang="en-US" sz="1400" b="1" dirty="0"/>
                  <a:t>dependent variable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400" dirty="0"/>
                  <a:t> (i.e., a method for calculating what the function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1400" dirty="0"/>
                  <a:t> should be).</a:t>
                </a:r>
                <a:endParaRPr lang="ko-KR" altLang="en-US" sz="1400" dirty="0">
                  <a:ea typeface="나눔고딕" panose="020D0604000000000000" pitchFamily="50" charset="-127"/>
                </a:endParaRPr>
              </a:p>
              <a:p>
                <a:pPr lvl="2" latinLnBrk="0"/>
                <a:r>
                  <a:rPr lang="en-US" sz="1400" dirty="0"/>
                  <a:t>A method to understand the influence of the </a:t>
                </a:r>
                <a:r>
                  <a:rPr lang="en-US" sz="1400" b="1" dirty="0"/>
                  <a:t>independent variable(s)</a:t>
                </a:r>
                <a:r>
                  <a:rPr lang="en-US" sz="1400" dirty="0"/>
                  <a:t> on the </a:t>
                </a:r>
                <a:r>
                  <a:rPr lang="en-US" sz="1400" b="1" dirty="0"/>
                  <a:t>dependent variable</a:t>
                </a:r>
                <a:r>
                  <a:rPr lang="en-US" sz="1400" dirty="0"/>
                  <a:t> and, based on this, to generate a model that predicts the value of the </a:t>
                </a:r>
                <a:r>
                  <a:rPr lang="en-US" sz="1400" b="1" dirty="0"/>
                  <a:t>dependent variable</a:t>
                </a:r>
                <a:r>
                  <a:rPr lang="en-US" sz="1400" dirty="0"/>
                  <a:t> corresponding to a given value of the </a:t>
                </a:r>
                <a:r>
                  <a:rPr lang="en-US" sz="1400" b="1" dirty="0"/>
                  <a:t>independent variable(s)</a:t>
                </a:r>
                <a:r>
                  <a:rPr lang="en-US" sz="1400" dirty="0"/>
                  <a:t>.</a:t>
                </a:r>
                <a:endParaRPr lang="en-US" altLang="ko-KR" sz="1400" dirty="0">
                  <a:ea typeface="나눔고딕" panose="020D0604000000000000" pitchFamily="50" charset="-127"/>
                </a:endParaRPr>
              </a:p>
              <a:p>
                <a:pPr latinLnBrk="0"/>
                <a:endParaRPr lang="ko-KR" altLang="en-US" sz="1200" dirty="0"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FE5D69-75EB-4D71-BF9F-6B1DA39AF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 b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46AD9D-F05E-4F00-87A9-4D486289C5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E51190-C31B-4D1F-AAFF-3B0D975028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8102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47671-650C-4579-94B1-E52A2FE7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Linear Regression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FE5D69-75EB-4D71-BF9F-6B1DA39AF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atinLnBrk="0"/>
                <a:r>
                  <a:rPr lang="en-US" altLang="ko-KR" sz="16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Linear Regression (</a:t>
                </a:r>
                <a:r>
                  <a:rPr lang="ko-KR" altLang="en-US" sz="16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선형 회귀</a:t>
                </a:r>
                <a:r>
                  <a:rPr lang="en-US" altLang="ko-KR" sz="16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latinLnBrk="0"/>
                <a:r>
                  <a:rPr lang="en-US" altLang="ko-KR" sz="14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Regression</a:t>
                </a:r>
              </a:p>
              <a:p>
                <a:pPr lvl="2" latinLnBrk="0"/>
                <a:r>
                  <a:rPr lang="en-US" sz="1400" dirty="0"/>
                  <a:t>A technique for modeling the correlation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400" dirty="0"/>
                  <a:t> between one or more </a:t>
                </a:r>
                <a:r>
                  <a:rPr lang="en-US" sz="1400" b="1" dirty="0"/>
                  <a:t>independent variables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400" dirty="0"/>
                  <a:t> and a single </a:t>
                </a:r>
                <a:r>
                  <a:rPr lang="en-US" sz="1400" b="1" dirty="0"/>
                  <a:t>dependent variable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ko-KR" altLang="en-US" sz="14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latinLnBrk="0"/>
                <a:r>
                  <a:rPr lang="en-US" altLang="ko-KR" sz="14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Linear Regression</a:t>
                </a:r>
              </a:p>
              <a:p>
                <a:pPr lvl="2" latinLnBrk="0"/>
                <a:r>
                  <a:rPr lang="en-US" sz="1200" dirty="0"/>
                  <a:t>A method for finding the function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by assuming it is a </a:t>
                </a:r>
                <a:r>
                  <a:rPr lang="en-US" sz="1200" b="1" dirty="0"/>
                  <a:t>linear function</a:t>
                </a:r>
                <a:r>
                  <a:rPr lang="en-US" sz="1200" dirty="0"/>
                  <a:t>.</a:t>
                </a:r>
                <a:endPara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2" latinLnBrk="0"/>
                <a:r>
                  <a:rPr lang="en-US" sz="1200" dirty="0"/>
                  <a:t>If the </a:t>
                </a:r>
                <a:r>
                  <a:rPr lang="en-US" sz="1200" b="1" dirty="0"/>
                  <a:t>independent variable</a:t>
                </a:r>
                <a:r>
                  <a:rPr lang="en-US" sz="1200" dirty="0"/>
                  <a:t> is a scalar,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1200" dirty="0"/>
                  <a:t> is a </a:t>
                </a:r>
                <a:r>
                  <a:rPr lang="en-US" sz="1200" b="1" dirty="0">
                    <a:solidFill>
                      <a:srgbClr val="0033CC"/>
                    </a:solidFill>
                  </a:rPr>
                  <a:t>straight line graph</a:t>
                </a:r>
                <a:r>
                  <a:rPr lang="en-US" sz="1200" dirty="0"/>
                  <a:t>, and if the </a:t>
                </a:r>
                <a:r>
                  <a:rPr lang="en-US" sz="1200" b="1" dirty="0"/>
                  <a:t>independent variables</a:t>
                </a:r>
                <a:r>
                  <a:rPr lang="en-US" sz="1200" dirty="0"/>
                  <a:t> are multiple (a vector),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sz="1200" dirty="0"/>
                  <a:t> becomes a </a:t>
                </a:r>
                <a:r>
                  <a:rPr lang="en-US" sz="1200" b="1" dirty="0">
                    <a:solidFill>
                      <a:srgbClr val="FF0000"/>
                    </a:solidFill>
                  </a:rPr>
                  <a:t>plane in a multidimensional space</a:t>
                </a:r>
                <a:r>
                  <a:rPr lang="en-US" sz="1200" dirty="0"/>
                  <a:t>.</a:t>
                </a:r>
                <a:endParaRPr lang="en-US" altLang="ko-KR" sz="1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2" latinLnBrk="0"/>
                <a:r>
                  <a:rPr lang="en-US" sz="1200" dirty="0"/>
                  <a:t>The case where the </a:t>
                </a:r>
                <a:r>
                  <a:rPr lang="en-US" sz="1200" b="1" dirty="0"/>
                  <a:t>independent variable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200" dirty="0"/>
                  <a:t>) is a scalar is called the </a:t>
                </a:r>
                <a:r>
                  <a:rPr lang="en-US" sz="1200" b="1" dirty="0">
                    <a:solidFill>
                      <a:srgbClr val="0033CC"/>
                    </a:solidFill>
                  </a:rPr>
                  <a:t>Univariate Linear Regression</a:t>
                </a:r>
                <a:r>
                  <a:rPr lang="en-US" sz="1200" dirty="0"/>
                  <a:t> model, </a:t>
                </a:r>
                <a:br>
                  <a:rPr lang="en-US" sz="1200" dirty="0"/>
                </a:br>
                <a:r>
                  <a:rPr lang="en-US" sz="1200" dirty="0"/>
                  <a:t>and the case where the </a:t>
                </a:r>
                <a:r>
                  <a:rPr lang="en-US" sz="1200" b="1" dirty="0"/>
                  <a:t>independent variable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dirty="0" err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b="1" i="1" dirty="0" err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200" dirty="0"/>
                  <a:t>) is a vector composed of multiple values is called the </a:t>
                </a:r>
                <a:r>
                  <a:rPr lang="en-US" sz="1200" b="1" dirty="0">
                    <a:solidFill>
                      <a:srgbClr val="FF0000"/>
                    </a:solidFill>
                  </a:rPr>
                  <a:t>Multivariate Linear Regression</a:t>
                </a:r>
                <a:r>
                  <a:rPr lang="en-US" sz="1200" dirty="0"/>
                  <a:t> model.</a:t>
                </a:r>
                <a:endParaRPr lang="ko-KR" altLang="en-US" sz="1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FE5D69-75EB-4D71-BF9F-6B1DA39AF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 t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46AD9D-F05E-4F00-87A9-4D486289C5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E51190-C31B-4D1F-AAFF-3B0D975028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8</a:t>
            </a:fld>
            <a:endParaRPr lang="en-US" altLang="ko-KR"/>
          </a:p>
        </p:txBody>
      </p:sp>
      <p:pic>
        <p:nvPicPr>
          <p:cNvPr id="6" name="Picture 2" descr="Simple Linear Regression">
            <a:extLst>
              <a:ext uri="{FF2B5EF4-FFF2-40B4-BE49-F238E27FC236}">
                <a16:creationId xmlns:a16="http://schemas.microsoft.com/office/drawing/2014/main" id="{C16FC469-F7AB-4571-A814-51CB5069A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94" y="4313973"/>
            <a:ext cx="4018687" cy="191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 ">
            <a:extLst>
              <a:ext uri="{FF2B5EF4-FFF2-40B4-BE49-F238E27FC236}">
                <a16:creationId xmlns:a16="http://schemas.microsoft.com/office/drawing/2014/main" id="{67001579-7383-4182-86FF-03281E501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631" y="4148849"/>
            <a:ext cx="2273863" cy="235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838BA51-0659-4472-8C59-1EDD36860452}"/>
              </a:ext>
            </a:extLst>
          </p:cNvPr>
          <p:cNvSpPr/>
          <p:nvPr/>
        </p:nvSpPr>
        <p:spPr>
          <a:xfrm>
            <a:off x="26352" y="6610794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dirty="0"/>
              <a:t>https://datacadamia.com/data_mining/multiple_regression</a:t>
            </a:r>
          </a:p>
        </p:txBody>
      </p:sp>
    </p:spTree>
    <p:extLst>
      <p:ext uri="{BB962C8B-B14F-4D97-AF65-F5344CB8AC3E}">
        <p14:creationId xmlns:p14="http://schemas.microsoft.com/office/powerpoint/2010/main" val="196466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F0C80-3B45-4061-AB31-6377CEA3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Univariate Linear Regression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8D9609F-7EE3-4532-A5C2-F06E47FD43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atinLnBrk="0"/>
                <a:r>
                  <a:rPr lang="en-US" altLang="ko-KR" sz="1600" dirty="0"/>
                  <a:t>ULR</a:t>
                </a:r>
              </a:p>
              <a:p>
                <a:pPr lvl="1" latinLnBrk="0"/>
                <a:r>
                  <a:rPr lang="en-US" sz="1200" dirty="0"/>
                  <a:t>A technique for linearly (=straight-line graph) modeling the correlation between a scalar </a:t>
                </a:r>
                <a:r>
                  <a:rPr lang="en-US" sz="1200" b="1" dirty="0"/>
                  <a:t>independent variable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and a </a:t>
                </a:r>
                <a:r>
                  <a:rPr lang="en-US" sz="1200" b="1" dirty="0"/>
                  <a:t>dependent variable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 = 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ko-KR" sz="1200" dirty="0"/>
              </a:p>
              <a:p>
                <a:pPr lvl="1" latinLnBrk="0"/>
                <a:r>
                  <a:rPr lang="en-US" altLang="ko-KR" sz="1400" dirty="0"/>
                  <a:t>Approach</a:t>
                </a:r>
              </a:p>
              <a:p>
                <a:pPr lvl="2" latinLnBrk="0"/>
                <a:r>
                  <a:rPr lang="en-US" sz="1200" dirty="0"/>
                  <a:t>Assume an arbitrary straight-line graph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/>
                  <a:t>: slope/gradient,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200" dirty="0"/>
                  <a:t>-intercept).</a:t>
                </a:r>
                <a:endParaRPr lang="en-US" altLang="ko-KR" sz="1200" dirty="0"/>
              </a:p>
              <a:p>
                <a:pPr lvl="2" latinLnBrk="0"/>
                <a:r>
                  <a:rPr lang="en-US" sz="1200" dirty="0"/>
                  <a:t>Adjust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200" dirty="0"/>
                  <a:t> to make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200" dirty="0"/>
                  <a:t> represent/describe the entire dataset as accurately as possible.</a:t>
                </a:r>
                <a:endParaRPr lang="en-US" altLang="ko-KR" sz="1200" dirty="0"/>
              </a:p>
              <a:p>
                <a:pPr lvl="2" latinLnBrk="0"/>
                <a:r>
                  <a:rPr lang="en-US" sz="1400" dirty="0"/>
                  <a:t>But, what exactly does it mean to "most accurately" represent...?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8D9609F-7EE3-4532-A5C2-F06E47FD43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77621D-877D-4F2B-B023-7EC929DDF5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2B37BD-8A67-4E65-84FD-889B8A713B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9</a:t>
            </a:fld>
            <a:endParaRPr lang="en-US" altLang="ko-KR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F80C5D2-723A-4775-AB6B-E753410D4B8C}"/>
              </a:ext>
            </a:extLst>
          </p:cNvPr>
          <p:cNvGrpSpPr/>
          <p:nvPr/>
        </p:nvGrpSpPr>
        <p:grpSpPr>
          <a:xfrm>
            <a:off x="1763688" y="3645024"/>
            <a:ext cx="5760640" cy="2830294"/>
            <a:chOff x="815415" y="3235714"/>
            <a:chExt cx="5760640" cy="283029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2FAF73B-47CD-4290-B544-5760E3328636}"/>
                </a:ext>
              </a:extLst>
            </p:cNvPr>
            <p:cNvGrpSpPr/>
            <p:nvPr/>
          </p:nvGrpSpPr>
          <p:grpSpPr>
            <a:xfrm>
              <a:off x="815415" y="3235714"/>
              <a:ext cx="5760640" cy="2830294"/>
              <a:chOff x="2125469" y="2765933"/>
              <a:chExt cx="5760640" cy="2830294"/>
            </a:xfrm>
          </p:grpSpPr>
          <p:pic>
            <p:nvPicPr>
              <p:cNvPr id="9" name="Picture 2" descr="Simple Linear Regression">
                <a:extLst>
                  <a:ext uri="{FF2B5EF4-FFF2-40B4-BE49-F238E27FC236}">
                    <a16:creationId xmlns:a16="http://schemas.microsoft.com/office/drawing/2014/main" id="{98E55963-4BDF-4479-8FF9-D22EBFD601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25469" y="3189505"/>
                <a:ext cx="5050172" cy="24067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F69848C1-393F-4C9F-B67C-912B813C74F0}"/>
                  </a:ext>
                </a:extLst>
              </p:cNvPr>
              <p:cNvCxnSpPr/>
              <p:nvPr/>
            </p:nvCxnSpPr>
            <p:spPr>
              <a:xfrm flipV="1">
                <a:off x="2659310" y="2765933"/>
                <a:ext cx="2189527" cy="2541278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>
                <a:extLst>
                  <a:ext uri="{FF2B5EF4-FFF2-40B4-BE49-F238E27FC236}">
                    <a16:creationId xmlns:a16="http://schemas.microsoft.com/office/drawing/2014/main" id="{0CE63293-61EF-4FF3-92C4-AD1B1DA8F6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0194" y="4415282"/>
                <a:ext cx="3481432" cy="0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&quot;허용 안 됨&quot; 기호 11">
                <a:extLst>
                  <a:ext uri="{FF2B5EF4-FFF2-40B4-BE49-F238E27FC236}">
                    <a16:creationId xmlns:a16="http://schemas.microsoft.com/office/drawing/2014/main" id="{42EFEB2C-732C-48CB-B7B7-75B5DD56474A}"/>
                  </a:ext>
                </a:extLst>
              </p:cNvPr>
              <p:cNvSpPr/>
              <p:nvPr/>
            </p:nvSpPr>
            <p:spPr>
              <a:xfrm>
                <a:off x="4203934" y="2989854"/>
                <a:ext cx="451956" cy="451956"/>
              </a:xfrm>
              <a:prstGeom prst="noSmoking">
                <a:avLst>
                  <a:gd name="adj" fmla="val 7264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&quot;허용 안 됨&quot; 기호 12">
                <a:extLst>
                  <a:ext uri="{FF2B5EF4-FFF2-40B4-BE49-F238E27FC236}">
                    <a16:creationId xmlns:a16="http://schemas.microsoft.com/office/drawing/2014/main" id="{9BA680B9-6590-47C9-ABC8-713A4488D029}"/>
                  </a:ext>
                </a:extLst>
              </p:cNvPr>
              <p:cNvSpPr/>
              <p:nvPr/>
            </p:nvSpPr>
            <p:spPr>
              <a:xfrm>
                <a:off x="5481768" y="4166888"/>
                <a:ext cx="451956" cy="451956"/>
              </a:xfrm>
              <a:prstGeom prst="noSmoking">
                <a:avLst>
                  <a:gd name="adj" fmla="val 7264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말풍선: 모서리가 둥근 사각형 13">
                <a:extLst>
                  <a:ext uri="{FF2B5EF4-FFF2-40B4-BE49-F238E27FC236}">
                    <a16:creationId xmlns:a16="http://schemas.microsoft.com/office/drawing/2014/main" id="{0C60C123-795B-410A-B7E1-AAE9EC325D82}"/>
                  </a:ext>
                </a:extLst>
              </p:cNvPr>
              <p:cNvSpPr/>
              <p:nvPr/>
            </p:nvSpPr>
            <p:spPr>
              <a:xfrm>
                <a:off x="6200514" y="3215832"/>
                <a:ext cx="1685595" cy="293083"/>
              </a:xfrm>
              <a:prstGeom prst="wedgeRoundRectCallout">
                <a:avLst>
                  <a:gd name="adj1" fmla="val 11284"/>
                  <a:gd name="adj2" fmla="val 80147"/>
                  <a:gd name="adj3" fmla="val 16667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Optimal Model Function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D43FAED-AE4E-4381-9777-39A198242EAF}"/>
                    </a:ext>
                  </a:extLst>
                </p:cNvPr>
                <p:cNvSpPr txBox="1"/>
                <p:nvPr/>
              </p:nvSpPr>
              <p:spPr>
                <a:xfrm>
                  <a:off x="4535647" y="4091029"/>
                  <a:ext cx="2022120" cy="30777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sz="140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  <m: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400" i="1" dirty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ko-KR" sz="14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D43FAED-AE4E-4381-9777-39A198242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5647" y="4091029"/>
                  <a:ext cx="2022120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887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98C2F46-CFC1-4748-8F77-D780018260A9}"/>
              </a:ext>
            </a:extLst>
          </p:cNvPr>
          <p:cNvSpPr/>
          <p:nvPr/>
        </p:nvSpPr>
        <p:spPr>
          <a:xfrm>
            <a:off x="3622566" y="3449560"/>
            <a:ext cx="1398331" cy="293083"/>
          </a:xfrm>
          <a:prstGeom prst="wedgeRoundRectCallout">
            <a:avLst>
              <a:gd name="adj1" fmla="val 11284"/>
              <a:gd name="adj2" fmla="val 8014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Inaccurate Model Function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53E62BC7-6653-49F9-9796-BD9BFF9A5C05}"/>
              </a:ext>
            </a:extLst>
          </p:cNvPr>
          <p:cNvSpPr/>
          <p:nvPr/>
        </p:nvSpPr>
        <p:spPr>
          <a:xfrm>
            <a:off x="4716017" y="5669819"/>
            <a:ext cx="1440160" cy="293083"/>
          </a:xfrm>
          <a:prstGeom prst="wedgeRoundRectCallout">
            <a:avLst>
              <a:gd name="adj1" fmla="val 6207"/>
              <a:gd name="adj2" fmla="val -816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Inaccurate Model Function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89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B3598-F4A1-4B66-88EE-9DD3B767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Univariate Linear Regression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555D8F-4341-4F62-8337-16EB39239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sz="1600" dirty="0"/>
                  <a:t>ULR</a:t>
                </a:r>
              </a:p>
              <a:p>
                <a:pPr lvl="1"/>
                <a:r>
                  <a:rPr lang="en-US" altLang="ko-KR" sz="1400" dirty="0"/>
                  <a:t>Loss Function (</a:t>
                </a:r>
                <a:r>
                  <a:rPr lang="ko-KR" altLang="en-US" sz="1400" dirty="0"/>
                  <a:t>오차함수</a:t>
                </a:r>
                <a:r>
                  <a:rPr lang="en-US" altLang="ko-KR" sz="1400" dirty="0"/>
                  <a:t>)</a:t>
                </a:r>
              </a:p>
              <a:p>
                <a:pPr lvl="2"/>
                <a:r>
                  <a:rPr lang="en-US" sz="1400" dirty="0"/>
                  <a:t>The </a:t>
                </a:r>
                <a:r>
                  <a:rPr lang="en-US" sz="1400" b="1" dirty="0"/>
                  <a:t>core</a:t>
                </a:r>
                <a:r>
                  <a:rPr lang="en-US" sz="1400" dirty="0"/>
                  <a:t> of the ULR problem is to define a </a:t>
                </a:r>
                <a:r>
                  <a:rPr lang="en-US" sz="1400" b="1" dirty="0"/>
                  <a:t>Loss Function</a:t>
                </a:r>
                <a:r>
                  <a:rPr lang="en-US" sz="1400" dirty="0"/>
                  <a:t> to measure how accurately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represents</a:t>
                </a:r>
                <a:r>
                  <a:rPr lang="en-US" sz="1400" dirty="0"/>
                  <a:t> the entire dataset, and then to find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400" dirty="0"/>
                  <a:t> values that </a:t>
                </a:r>
                <a:r>
                  <a:rPr lang="en-US" sz="1400" b="1" dirty="0"/>
                  <a:t>minimize the Loss Function</a:t>
                </a:r>
                <a:r>
                  <a:rPr lang="en-US" sz="1400" dirty="0"/>
                  <a:t>.</a:t>
                </a:r>
                <a:endParaRPr lang="en-US" altLang="ko-KR" sz="1400" dirty="0"/>
              </a:p>
              <a:p>
                <a:pPr lvl="3"/>
                <a:r>
                  <a:rPr lang="en-US" sz="1200" b="1" dirty="0"/>
                  <a:t>Note:</a:t>
                </a:r>
                <a:r>
                  <a:rPr lang="en-US" sz="1200" dirty="0"/>
                  <a:t> For a given data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 used for training, the returned value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 is the </a:t>
                </a:r>
                <a:r>
                  <a:rPr lang="en-US" sz="1200" b="1" dirty="0"/>
                  <a:t>predicted value</a:t>
                </a:r>
                <a:r>
                  <a:rPr lang="en-US" sz="12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200" dirty="0"/>
                  <a:t> corresponds to the </a:t>
                </a:r>
                <a:r>
                  <a:rPr lang="en-US" sz="1200" b="1" dirty="0"/>
                  <a:t>correct answer</a:t>
                </a:r>
                <a:r>
                  <a:rPr lang="en-US" sz="1200" dirty="0"/>
                  <a:t> (ground truth).</a:t>
                </a:r>
                <a:endParaRPr lang="en-US" altLang="ko-KR" sz="1200" dirty="0"/>
              </a:p>
              <a:p>
                <a:pPr lvl="3"/>
                <a14:m>
                  <m:oMath xmlns:m="http://schemas.openxmlformats.org/officeDocument/2006/math"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1200" i="1" dirty="0" err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200" dirty="0"/>
                  <a:t> are the values given for training, and to find the optimal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200" dirty="0"/>
                  <a:t>, we must find the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200" dirty="0"/>
                  <a:t>.</a:t>
                </a:r>
                <a:endParaRPr lang="en-US" altLang="ko-KR" sz="1200" dirty="0"/>
              </a:p>
              <a:p>
                <a:pPr lvl="2"/>
                <a:r>
                  <a:rPr lang="en-US" sz="1400" dirty="0"/>
                  <a:t>Defining the Loss Function</a:t>
                </a:r>
                <a:endParaRPr lang="ko-KR" altLang="en-US" sz="120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555D8F-4341-4F62-8337-16EB39239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E76D01-4C4B-42FB-95CE-D9DF65376C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10</a:t>
            </a:fld>
            <a:endParaRPr lang="en-US" altLang="ko-KR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E39E019-F6D6-4AA7-9144-6B16A17994DE}"/>
              </a:ext>
            </a:extLst>
          </p:cNvPr>
          <p:cNvGrpSpPr/>
          <p:nvPr/>
        </p:nvGrpSpPr>
        <p:grpSpPr>
          <a:xfrm>
            <a:off x="3042974" y="4229786"/>
            <a:ext cx="4301595" cy="2361878"/>
            <a:chOff x="2394021" y="3825110"/>
            <a:chExt cx="4301595" cy="2361878"/>
          </a:xfrm>
        </p:grpSpPr>
        <p:pic>
          <p:nvPicPr>
            <p:cNvPr id="7" name="Picture 2" descr="인공지능][개념] 선형회귀(Linear Regression)에 대해 알아보자">
              <a:extLst>
                <a:ext uri="{FF2B5EF4-FFF2-40B4-BE49-F238E27FC236}">
                  <a16:creationId xmlns:a16="http://schemas.microsoft.com/office/drawing/2014/main" id="{59602C36-CD62-4477-8F18-C120739B5E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9" t="7205" r="23889" b="6745"/>
            <a:stretch/>
          </p:blipFill>
          <p:spPr bwMode="auto">
            <a:xfrm>
              <a:off x="2394021" y="3897118"/>
              <a:ext cx="2563871" cy="22898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말풍선: 모서리가 둥근 사각형 7">
                  <a:extLst>
                    <a:ext uri="{FF2B5EF4-FFF2-40B4-BE49-F238E27FC236}">
                      <a16:creationId xmlns:a16="http://schemas.microsoft.com/office/drawing/2014/main" id="{5ECA3579-11C7-4269-AD39-E10429AAFE77}"/>
                    </a:ext>
                  </a:extLst>
                </p:cNvPr>
                <p:cNvSpPr/>
                <p:nvPr/>
              </p:nvSpPr>
              <p:spPr>
                <a:xfrm>
                  <a:off x="3791710" y="3825110"/>
                  <a:ext cx="2826783" cy="326627"/>
                </a:xfrm>
                <a:prstGeom prst="wedgeRoundRectCallout">
                  <a:avLst>
                    <a:gd name="adj1" fmla="val -35535"/>
                    <a:gd name="adj2" fmla="val 124101"/>
                    <a:gd name="adj3" fmla="val 16667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>
                      <a:solidFill>
                        <a:schemeClr val="tx1"/>
                      </a:solidFill>
                    </a:rPr>
                    <a:t>Input data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 and correct answer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 given as input</a:t>
                  </a:r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8" name="말풍선: 모서리가 둥근 사각형 7">
                  <a:extLst>
                    <a:ext uri="{FF2B5EF4-FFF2-40B4-BE49-F238E27FC236}">
                      <a16:creationId xmlns:a16="http://schemas.microsoft.com/office/drawing/2014/main" id="{5ECA3579-11C7-4269-AD39-E10429AAFE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1710" y="3825110"/>
                  <a:ext cx="2826783" cy="326627"/>
                </a:xfrm>
                <a:prstGeom prst="wedgeRoundRectCallout">
                  <a:avLst>
                    <a:gd name="adj1" fmla="val -35535"/>
                    <a:gd name="adj2" fmla="val 124101"/>
                    <a:gd name="adj3" fmla="val 16667"/>
                  </a:avLst>
                </a:prstGeom>
                <a:blipFill>
                  <a:blip r:embed="rId4"/>
                  <a:stretch>
                    <a:fillRect t="-4124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말풍선: 모서리가 둥근 사각형 8">
                  <a:extLst>
                    <a:ext uri="{FF2B5EF4-FFF2-40B4-BE49-F238E27FC236}">
                      <a16:creationId xmlns:a16="http://schemas.microsoft.com/office/drawing/2014/main" id="{AA59EA09-84D6-4593-8F7D-E067A6731BFB}"/>
                    </a:ext>
                  </a:extLst>
                </p:cNvPr>
                <p:cNvSpPr/>
                <p:nvPr/>
              </p:nvSpPr>
              <p:spPr>
                <a:xfrm>
                  <a:off x="4131745" y="5068782"/>
                  <a:ext cx="2563871" cy="474738"/>
                </a:xfrm>
                <a:prstGeom prst="wedgeRoundRectCallout">
                  <a:avLst>
                    <a:gd name="adj1" fmla="val -50777"/>
                    <a:gd name="adj2" fmla="val -86546"/>
                    <a:gd name="adj3" fmla="val 16667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000" dirty="0">
                      <a:solidFill>
                        <a:schemeClr val="tx1"/>
                      </a:solidFill>
                    </a:rPr>
                    <a:t>Value predicted by the model created by model parameters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ko-KR" sz="1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 (i.e.,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ko-KR" sz="1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d>
                        <m:dPr>
                          <m:ctrlPr>
                            <a:rPr lang="en-US" altLang="ko-KR" sz="1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 value)</a:t>
                  </a:r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9" name="말풍선: 모서리가 둥근 사각형 8">
                  <a:extLst>
                    <a:ext uri="{FF2B5EF4-FFF2-40B4-BE49-F238E27FC236}">
                      <a16:creationId xmlns:a16="http://schemas.microsoft.com/office/drawing/2014/main" id="{AA59EA09-84D6-4593-8F7D-E067A6731B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1745" y="5068782"/>
                  <a:ext cx="2563871" cy="474738"/>
                </a:xfrm>
                <a:prstGeom prst="wedgeRoundRectCallout">
                  <a:avLst>
                    <a:gd name="adj1" fmla="val -50777"/>
                    <a:gd name="adj2" fmla="val -86546"/>
                    <a:gd name="adj3" fmla="val 16667"/>
                  </a:avLst>
                </a:prstGeom>
                <a:blipFill>
                  <a:blip r:embed="rId5"/>
                  <a:stretch>
                    <a:fillRect b="-720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922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B3598-F4A1-4B66-88EE-9DD3B767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Univariate Linear Regression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555D8F-4341-4F62-8337-16EB392391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atinLnBrk="0"/>
                <a:r>
                  <a:rPr lang="en-US" altLang="ko-KR" sz="1600" dirty="0"/>
                  <a:t>ULR</a:t>
                </a:r>
              </a:p>
              <a:p>
                <a:pPr lvl="1" latinLnBrk="0"/>
                <a:r>
                  <a:rPr lang="en-US" sz="1400" dirty="0"/>
                  <a:t>Defining the Loss Function</a:t>
                </a:r>
                <a:endParaRPr lang="en-US" altLang="ko-KR" sz="1400" dirty="0"/>
              </a:p>
              <a:p>
                <a:pPr lvl="2" latinLnBrk="0"/>
                <a:r>
                  <a:rPr lang="en-US" altLang="ko-KR" sz="1400" dirty="0"/>
                  <a:t>Error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= Predicted Value</a:t>
                </a:r>
                <a:r>
                  <a:rPr lang="ko-KR" altLang="en-US" sz="1400" dirty="0"/>
                  <a:t> </a:t>
                </a:r>
                <a:r>
                  <a:rPr lang="en-US" altLang="ko-KR" sz="1400" dirty="0"/>
                  <a:t>– Actual Value</a:t>
                </a:r>
              </a:p>
              <a:p>
                <a:pPr lvl="3" latinLnBrk="0"/>
                <a:r>
                  <a:rPr lang="en-US" sz="1100" dirty="0"/>
                  <a:t>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1100" dirty="0"/>
                  <a:t> is given, the </a:t>
                </a:r>
                <a:r>
                  <a:rPr lang="en-US" sz="1100" b="1" dirty="0"/>
                  <a:t>Actual Value</a:t>
                </a:r>
                <a:r>
                  <a:rPr lang="en-US" sz="1100" dirty="0"/>
                  <a:t> (ground truth) is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100" dirty="0"/>
                  <a:t>, and the </a:t>
                </a:r>
                <a:r>
                  <a:rPr lang="en-US" sz="1100" b="1" dirty="0"/>
                  <a:t>Predicted Value</a:t>
                </a:r>
                <a:r>
                  <a:rPr lang="en-US" sz="1100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 err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1100" i="1" dirty="0" err="1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d>
                      <m:dPr>
                        <m:ctrlPr>
                          <a:rPr lang="en-US" sz="1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100" dirty="0"/>
                  <a:t>.</a:t>
                </a:r>
                <a:endParaRPr lang="en-US" altLang="ko-KR" sz="1100" dirty="0"/>
              </a:p>
              <a:p>
                <a:pPr lvl="3" latinLnBrk="0"/>
                <a:r>
                  <a:rPr lang="en-US" sz="1100" dirty="0"/>
                  <a:t>The difference between the two is defined as the </a:t>
                </a:r>
                <a:r>
                  <a:rPr lang="en-US" sz="1100" b="1" dirty="0"/>
                  <a:t>Error</a:t>
                </a:r>
                <a:r>
                  <a:rPr lang="en-US" sz="1100" dirty="0"/>
                  <a:t>, and the </a:t>
                </a:r>
                <a:r>
                  <a:rPr lang="en-US" sz="1100" b="1" dirty="0"/>
                  <a:t>Optimal Model Function</a:t>
                </a:r>
                <a:r>
                  <a:rPr lang="en-US" sz="1100" dirty="0"/>
                  <a:t> can be found by searching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1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1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100" dirty="0"/>
                  <a:t> that minimizes the sum of the errors over the entire training dataset.</a:t>
                </a:r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3" latinLnBrk="0"/>
                <a:endParaRPr lang="en-US" altLang="ko-KR" sz="1200" dirty="0"/>
              </a:p>
              <a:p>
                <a:pPr lvl="2" latinLnBrk="0"/>
                <a:r>
                  <a:rPr lang="en-US" sz="1200" b="1" dirty="0"/>
                  <a:t>(Modified) Error</a:t>
                </a:r>
                <a:r>
                  <a:rPr lang="en-US" sz="1200" dirty="0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US" sz="1200" i="1" dirty="0" err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200" i="1" dirty="0" err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 dirty="0" err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1200" i="1" dirty="0" err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12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200" dirty="0"/>
                  <a:t> // </a:t>
                </a:r>
                <a:r>
                  <a:rPr lang="en-US" sz="1200" b="1" dirty="0"/>
                  <a:t>For all given sample data...</a:t>
                </a:r>
                <a:endParaRPr lang="en-US" altLang="ko-KR" sz="1200" dirty="0"/>
              </a:p>
              <a:p>
                <a:pPr lvl="3" latinLnBrk="0"/>
                <a:r>
                  <a:rPr lang="en-US" sz="1100" dirty="0"/>
                  <a:t>If the errors for the first and second training data are -5 and +5, respectively, the sum becomes 0 (=no error?), which is a misleading assessment. To prevent this erroneous judgment, the goal is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11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1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1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100" dirty="0"/>
                  <a:t> that minimizes the </a:t>
                </a:r>
                <a:r>
                  <a:rPr lang="en-US" sz="1100" b="1" dirty="0"/>
                  <a:t>sum of the squared errors</a:t>
                </a:r>
                <a:r>
                  <a:rPr lang="en-US" sz="1100" dirty="0"/>
                  <a:t> for all data, by calculating the </a:t>
                </a:r>
                <a:r>
                  <a:rPr lang="en-US" sz="1100" b="1" dirty="0"/>
                  <a:t>square of each error</a:t>
                </a:r>
                <a:r>
                  <a:rPr lang="en-US" sz="1100" dirty="0"/>
                  <a:t>.</a:t>
                </a:r>
                <a:endParaRPr lang="en-US" altLang="ko-KR" sz="11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555D8F-4341-4F62-8337-16EB392391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FB05EA-E9BB-484E-84B8-25881EDEF9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E76D01-4C4B-42FB-95CE-D9DF65376C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11</a:t>
            </a:fld>
            <a:endParaRPr lang="en-US" altLang="ko-KR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C79D127-9C3E-482E-8D39-5B26E353704E}"/>
              </a:ext>
            </a:extLst>
          </p:cNvPr>
          <p:cNvGrpSpPr/>
          <p:nvPr/>
        </p:nvGrpSpPr>
        <p:grpSpPr>
          <a:xfrm>
            <a:off x="1061379" y="2636912"/>
            <a:ext cx="7361043" cy="2068721"/>
            <a:chOff x="1331228" y="1752880"/>
            <a:chExt cx="7361043" cy="2068721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5CC5892C-7C92-4D1C-AA68-74D05DA5E4DA}"/>
                </a:ext>
              </a:extLst>
            </p:cNvPr>
            <p:cNvSpPr/>
            <p:nvPr/>
          </p:nvSpPr>
          <p:spPr>
            <a:xfrm>
              <a:off x="1890213" y="2726166"/>
              <a:ext cx="110263" cy="110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5A190D1-FB8D-4AA2-BC6D-215454E7BBE9}"/>
                </a:ext>
              </a:extLst>
            </p:cNvPr>
            <p:cNvSpPr/>
            <p:nvPr/>
          </p:nvSpPr>
          <p:spPr>
            <a:xfrm>
              <a:off x="3306517" y="3642457"/>
              <a:ext cx="110263" cy="110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D8C62DE-FC7F-44E9-91F4-95AA95DF4951}"/>
                </a:ext>
              </a:extLst>
            </p:cNvPr>
            <p:cNvSpPr/>
            <p:nvPr/>
          </p:nvSpPr>
          <p:spPr>
            <a:xfrm>
              <a:off x="3747026" y="2099632"/>
              <a:ext cx="110263" cy="1102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/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5E16FF1-5F79-4B06-AFAC-ADDF0BB68A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8193" y="1923887"/>
              <a:ext cx="3477174" cy="1836065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FE85E35-736C-44EB-BE16-141CD361CE3E}"/>
                </a:ext>
              </a:extLst>
            </p:cNvPr>
            <p:cNvCxnSpPr/>
            <p:nvPr/>
          </p:nvCxnSpPr>
          <p:spPr>
            <a:xfrm>
              <a:off x="3362881" y="2879036"/>
              <a:ext cx="0" cy="75600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8FD8457-AA97-4EC2-8117-7DC6F474BC19}"/>
                </a:ext>
              </a:extLst>
            </p:cNvPr>
            <p:cNvSpPr/>
            <p:nvPr/>
          </p:nvSpPr>
          <p:spPr>
            <a:xfrm>
              <a:off x="3418801" y="3502164"/>
              <a:ext cx="63030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Consolas" panose="020B0609020204030204" pitchFamily="49" charset="0"/>
                </a:rPr>
                <a:t>(x</a:t>
              </a:r>
              <a:r>
                <a:rPr lang="en-US" altLang="ko-KR" sz="1000" baseline="-25000" dirty="0">
                  <a:latin typeface="Consolas" panose="020B0609020204030204" pitchFamily="49" charset="0"/>
                </a:rPr>
                <a:t>2</a:t>
              </a:r>
              <a:r>
                <a:rPr lang="en-US" altLang="ko-KR" sz="1000" dirty="0">
                  <a:latin typeface="Consolas" panose="020B0609020204030204" pitchFamily="49" charset="0"/>
                </a:rPr>
                <a:t>,y</a:t>
              </a:r>
              <a:r>
                <a:rPr lang="en-US" altLang="ko-KR" sz="1000" baseline="-25000" dirty="0">
                  <a:latin typeface="Consolas" panose="020B0609020204030204" pitchFamily="49" charset="0"/>
                </a:rPr>
                <a:t>2</a:t>
              </a:r>
              <a:r>
                <a:rPr lang="en-US" altLang="ko-KR" sz="1000" dirty="0">
                  <a:latin typeface="Consolas" panose="020B0609020204030204" pitchFamily="49" charset="0"/>
                </a:rPr>
                <a:t>)</a:t>
              </a:r>
              <a:endParaRPr lang="ko-KR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13F1C53-4CE9-40FA-899B-C14EEBF7A57E}"/>
                </a:ext>
              </a:extLst>
            </p:cNvPr>
            <p:cNvSpPr/>
            <p:nvPr/>
          </p:nvSpPr>
          <p:spPr>
            <a:xfrm>
              <a:off x="1331228" y="2544968"/>
              <a:ext cx="63030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Consolas" panose="020B0609020204030204" pitchFamily="49" charset="0"/>
                </a:rPr>
                <a:t>(x</a:t>
              </a:r>
              <a:r>
                <a:rPr lang="en-US" altLang="ko-KR" sz="1000" baseline="-25000" dirty="0">
                  <a:latin typeface="Consolas" panose="020B0609020204030204" pitchFamily="49" charset="0"/>
                </a:rPr>
                <a:t>1</a:t>
              </a:r>
              <a:r>
                <a:rPr lang="en-US" altLang="ko-KR" sz="1000" dirty="0">
                  <a:latin typeface="Consolas" panose="020B0609020204030204" pitchFamily="49" charset="0"/>
                </a:rPr>
                <a:t>,y</a:t>
              </a:r>
              <a:r>
                <a:rPr lang="en-US" altLang="ko-KR" sz="1000" baseline="-25000" dirty="0">
                  <a:latin typeface="Consolas" panose="020B0609020204030204" pitchFamily="49" charset="0"/>
                </a:rPr>
                <a:t>1</a:t>
              </a:r>
              <a:r>
                <a:rPr lang="en-US" altLang="ko-KR" sz="1000" dirty="0">
                  <a:latin typeface="Consolas" panose="020B0609020204030204" pitchFamily="49" charset="0"/>
                </a:rPr>
                <a:t>)</a:t>
              </a:r>
              <a:endParaRPr lang="ko-KR" altLang="en-US" sz="1000" dirty="0">
                <a:latin typeface="Consolas" panose="020B0609020204030204" pitchFamily="49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D6A4DDA-D085-4854-B94F-86B852BC1B2B}"/>
                </a:ext>
              </a:extLst>
            </p:cNvPr>
            <p:cNvSpPr/>
            <p:nvPr/>
          </p:nvSpPr>
          <p:spPr>
            <a:xfrm>
              <a:off x="3131428" y="1956524"/>
              <a:ext cx="63030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Consolas" panose="020B0609020204030204" pitchFamily="49" charset="0"/>
                </a:rPr>
                <a:t>(x</a:t>
              </a:r>
              <a:r>
                <a:rPr lang="en-US" altLang="ko-KR" sz="1000" baseline="-25000" dirty="0">
                  <a:latin typeface="Consolas" panose="020B0609020204030204" pitchFamily="49" charset="0"/>
                </a:rPr>
                <a:t>3</a:t>
              </a:r>
              <a:r>
                <a:rPr lang="en-US" altLang="ko-KR" sz="1000" dirty="0">
                  <a:latin typeface="Consolas" panose="020B0609020204030204" pitchFamily="49" charset="0"/>
                </a:rPr>
                <a:t>,y</a:t>
              </a:r>
              <a:r>
                <a:rPr lang="en-US" altLang="ko-KR" sz="1000" baseline="-25000" dirty="0">
                  <a:latin typeface="Consolas" panose="020B0609020204030204" pitchFamily="49" charset="0"/>
                </a:rPr>
                <a:t>3</a:t>
              </a:r>
              <a:r>
                <a:rPr lang="en-US" altLang="ko-KR" sz="1000" dirty="0">
                  <a:latin typeface="Consolas" panose="020B0609020204030204" pitchFamily="49" charset="0"/>
                </a:rPr>
                <a:t>)</a:t>
              </a:r>
              <a:endParaRPr lang="ko-KR" altLang="en-US" sz="1000" dirty="0">
                <a:latin typeface="Consolas" panose="020B0609020204030204" pitchFamily="49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85273C85-28E0-41A0-AEF4-5F795B81531F}"/>
                    </a:ext>
                  </a:extLst>
                </p:cNvPr>
                <p:cNvSpPr/>
                <p:nvPr/>
              </p:nvSpPr>
              <p:spPr>
                <a:xfrm>
                  <a:off x="5115280" y="1752880"/>
                  <a:ext cx="1668277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</a:rPr>
                    <a:t>Model</a:t>
                  </a:r>
                  <a:r>
                    <a:rPr lang="en-US" altLang="ko-KR" sz="1000" dirty="0"/>
                    <a:t>:</a:t>
                  </a:r>
                  <a:r>
                    <a:rPr lang="ko-KR" altLang="en-US" sz="1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000" i="1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ko-KR" sz="1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00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0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00" i="1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ko-KR" sz="1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</m:oMath>
                  </a14:m>
                  <a:endParaRPr lang="ko-KR" altLang="en-US" sz="1000" dirty="0"/>
                </a:p>
              </p:txBody>
            </p:sp>
          </mc:Choice>
          <mc:Fallback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85273C85-28E0-41A0-AEF4-5F795B8153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5280" y="1752880"/>
                  <a:ext cx="1668277" cy="246221"/>
                </a:xfrm>
                <a:prstGeom prst="rect">
                  <a:avLst/>
                </a:prstGeom>
                <a:blipFill>
                  <a:blip r:embed="rId3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CD08620A-7133-4B34-BF7A-147F1C61C8C6}"/>
                    </a:ext>
                  </a:extLst>
                </p:cNvPr>
                <p:cNvSpPr/>
                <p:nvPr/>
              </p:nvSpPr>
              <p:spPr>
                <a:xfrm>
                  <a:off x="3398373" y="3072345"/>
                  <a:ext cx="2703497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00" dirty="0">
                      <a:latin typeface="나눔스퀘어_ac" panose="020B0600000101010101" pitchFamily="50" charset="-127"/>
                      <a:ea typeface="나눔스퀘어_ac" panose="020B0600000101010101" pitchFamily="50" charset="-127"/>
                    </a:rPr>
                    <a:t>[Error]</a:t>
                  </a:r>
                  <a:r>
                    <a:rPr lang="en-US" altLang="ko-KR" sz="1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err</m:t>
                          </m:r>
                        </m:e>
                        <m:sub>
                          <m: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ko-KR" altLang="en-US" sz="1000" b="0" i="0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sub>
                      </m:sSub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0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000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ko-KR" sz="1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ko-KR" sz="1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sz="1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ko-KR" altLang="en-US" sz="100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ko-KR" sz="1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ko-KR" sz="1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sz="1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ko-KR" sz="1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ko-KR" altLang="en-US" sz="1000" dirty="0"/>
                </a:p>
              </p:txBody>
            </p:sp>
          </mc:Choice>
          <mc:Fallback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CD08620A-7133-4B34-BF7A-147F1C61C8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8373" y="3072345"/>
                  <a:ext cx="2703497" cy="246221"/>
                </a:xfrm>
                <a:prstGeom prst="rect">
                  <a:avLst/>
                </a:prstGeom>
                <a:blipFill>
                  <a:blip r:embed="rId4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말풍선: 모서리가 둥근 사각형 20">
                  <a:extLst>
                    <a:ext uri="{FF2B5EF4-FFF2-40B4-BE49-F238E27FC236}">
                      <a16:creationId xmlns:a16="http://schemas.microsoft.com/office/drawing/2014/main" id="{F4EC576E-7F33-4A25-887B-EF44DC4CCD76}"/>
                    </a:ext>
                  </a:extLst>
                </p:cNvPr>
                <p:cNvSpPr/>
                <p:nvPr/>
              </p:nvSpPr>
              <p:spPr>
                <a:xfrm>
                  <a:off x="5066620" y="2261436"/>
                  <a:ext cx="3625651" cy="583897"/>
                </a:xfrm>
                <a:prstGeom prst="wedgeRoundRectCallout">
                  <a:avLst>
                    <a:gd name="adj1" fmla="val -25817"/>
                    <a:gd name="adj2" fmla="val -78830"/>
                    <a:gd name="adj3" fmla="val 16667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altLang="ko-KR" sz="1000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 is a function of </a:t>
                  </a:r>
                  <a14:m>
                    <m:oMath xmlns:m="http://schemas.openxmlformats.org/officeDocument/2006/math">
                      <m:r>
                        <a:rPr lang="en-US" altLang="ko-KR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, and </a:t>
                  </a:r>
                  <a14:m>
                    <m:oMath xmlns:m="http://schemas.openxmlformats.org/officeDocument/2006/math">
                      <m:r>
                        <a:rPr lang="en-US" altLang="ko-KR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altLang="ko-KR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ko-KR" sz="1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ko-KR" sz="1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 corresponds to the decision variables we need to calculate and find.</a:t>
                  </a:r>
                  <a:endParaRPr 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1" name="말풍선: 모서리가 둥근 사각형 20">
                  <a:extLst>
                    <a:ext uri="{FF2B5EF4-FFF2-40B4-BE49-F238E27FC236}">
                      <a16:creationId xmlns:a16="http://schemas.microsoft.com/office/drawing/2014/main" id="{F4EC576E-7F33-4A25-887B-EF44DC4CCD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6620" y="2261436"/>
                  <a:ext cx="3625651" cy="583897"/>
                </a:xfrm>
                <a:prstGeom prst="wedgeRoundRectCallout">
                  <a:avLst>
                    <a:gd name="adj1" fmla="val -25817"/>
                    <a:gd name="adj2" fmla="val -78830"/>
                    <a:gd name="adj3" fmla="val 16667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말풍선: 모서리가 둥근 사각형 53">
              <a:extLst>
                <a:ext uri="{FF2B5EF4-FFF2-40B4-BE49-F238E27FC236}">
                  <a16:creationId xmlns:a16="http://schemas.microsoft.com/office/drawing/2014/main" id="{EEC0B720-DA95-439F-BE71-B6BF5DB7D04E}"/>
                </a:ext>
              </a:extLst>
            </p:cNvPr>
            <p:cNvSpPr/>
            <p:nvPr/>
          </p:nvSpPr>
          <p:spPr>
            <a:xfrm>
              <a:off x="4214394" y="3575380"/>
              <a:ext cx="1851591" cy="246221"/>
            </a:xfrm>
            <a:prstGeom prst="wedgeRoundRectCallout">
              <a:avLst>
                <a:gd name="adj1" fmla="val -60252"/>
                <a:gd name="adj2" fmla="val -23534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Given values (Training Data)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2FA5C8FE-D918-4E1E-A8B9-5C2D9F5F285E}"/>
                </a:ext>
              </a:extLst>
            </p:cNvPr>
            <p:cNvCxnSpPr/>
            <p:nvPr/>
          </p:nvCxnSpPr>
          <p:spPr>
            <a:xfrm>
              <a:off x="1942169" y="2842158"/>
              <a:ext cx="0" cy="75600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DA815DA2-F5D4-4772-B445-DE4CB74A6B9D}"/>
                </a:ext>
              </a:extLst>
            </p:cNvPr>
            <p:cNvCxnSpPr/>
            <p:nvPr/>
          </p:nvCxnSpPr>
          <p:spPr>
            <a:xfrm>
              <a:off x="3807867" y="2220389"/>
              <a:ext cx="0" cy="39600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0185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4">
            <a:extLst>
              <a:ext uri="{FF2B5EF4-FFF2-40B4-BE49-F238E27FC236}">
                <a16:creationId xmlns:a16="http://schemas.microsoft.com/office/drawing/2014/main" id="{E68E959D-D677-DEDC-358F-124C71D3A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41C5BE5-11F5-4447-A7D9-D5A5577DF567}" type="slidenum">
              <a:rPr kumimoji="0" lang="en-US" altLang="ko-KR" sz="14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kumimoji="0" lang="en-US" altLang="ko-KR" sz="1400">
              <a:latin typeface="Book Antiqua" panose="02040602050305030304" pitchFamily="18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EEFF677-448E-FAEC-85A1-A6DCE5C63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Univariate Linear Regression</a:t>
            </a:r>
            <a:endParaRPr lang="en-US" altLang="ko-KR" sz="24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p:sp>
        <p:nvSpPr>
          <p:cNvPr id="53253" name="Rectangle 4">
            <a:extLst>
              <a:ext uri="{FF2B5EF4-FFF2-40B4-BE49-F238E27FC236}">
                <a16:creationId xmlns:a16="http://schemas.microsoft.com/office/drawing/2014/main" id="{92ECFD76-0C81-5528-2AD6-30F95A35CF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184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sym typeface="Symbol" pitchFamily="18" charset="2"/>
              </a:rPr>
              <a:t>The task of finding </a:t>
            </a:r>
            <a:r>
              <a:rPr lang="en-US" altLang="ko-KR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</a:t>
            </a:r>
            <a:r>
              <a:rPr lang="en-US" altLang="ko-KR" b="1" baseline="-25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</a:t>
            </a:r>
            <a:r>
              <a:rPr lang="en-US" altLang="ko-KR" dirty="0">
                <a:sym typeface="Symbol" pitchFamily="18" charset="2"/>
              </a:rPr>
              <a:t> that best fits the data</a:t>
            </a: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dirty="0">
                <a:sym typeface="Symbol" pitchFamily="18" charset="2"/>
              </a:rPr>
              <a:t>	</a:t>
            </a:r>
            <a:r>
              <a:rPr lang="en-US" altLang="ko-KR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</a:t>
            </a:r>
            <a:r>
              <a:rPr lang="en-US" altLang="ko-KR" b="1" baseline="-25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= 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</a:t>
            </a:r>
            <a:r>
              <a:rPr lang="en-US" altLang="ko-KR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+ 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</a:t>
            </a:r>
            <a:r>
              <a:rPr lang="en-US" altLang="ko-KR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0</a:t>
            </a:r>
            <a:endParaRPr lang="en-US" altLang="ko-KR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defRPr/>
            </a:pPr>
            <a:r>
              <a:rPr lang="en-US" altLang="ko-KR" dirty="0">
                <a:sym typeface="Symbol" pitchFamily="18" charset="2"/>
              </a:rPr>
              <a:t>Need to find the values of the </a:t>
            </a:r>
            <a:r>
              <a:rPr lang="en-US" altLang="ko-KR" dirty="0">
                <a:solidFill>
                  <a:srgbClr val="990033"/>
                </a:solidFill>
                <a:sym typeface="Symbol" pitchFamily="18" charset="2"/>
              </a:rPr>
              <a:t>weights</a:t>
            </a:r>
            <a:r>
              <a:rPr lang="en-US" altLang="ko-KR" dirty="0">
                <a:sym typeface="Symbol" pitchFamily="18" charset="2"/>
              </a:rPr>
              <a:t>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</a:t>
            </a:r>
            <a:r>
              <a:rPr lang="en-US" altLang="ko-KR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0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en-US" altLang="ko-KR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w</a:t>
            </a:r>
            <a:r>
              <a:rPr lang="en-US" altLang="ko-KR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]</a:t>
            </a:r>
            <a:r>
              <a:rPr lang="en-US" altLang="ko-KR" dirty="0">
                <a:sym typeface="Symbol" pitchFamily="18" charset="2"/>
              </a:rPr>
              <a:t> (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=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w</a:t>
            </a:r>
            <a:r>
              <a:rPr lang="en-US" altLang="ko-KR" dirty="0">
                <a:sym typeface="Symbol" pitchFamily="18" charset="2"/>
              </a:rPr>
              <a:t>) that </a:t>
            </a:r>
            <a:r>
              <a:rPr lang="en-US" altLang="ko-KR" u="sng" dirty="0">
                <a:solidFill>
                  <a:srgbClr val="0033CC"/>
                </a:solidFill>
                <a:sym typeface="Symbol" pitchFamily="18" charset="2"/>
              </a:rPr>
              <a:t>minimize</a:t>
            </a:r>
            <a:r>
              <a:rPr lang="en-US" altLang="ko-KR" dirty="0">
                <a:solidFill>
                  <a:srgbClr val="0033CC"/>
                </a:solidFill>
                <a:sym typeface="Symbol" pitchFamily="18" charset="2"/>
              </a:rPr>
              <a:t> the sum of squared error</a:t>
            </a:r>
            <a:r>
              <a:rPr lang="en-US" altLang="ko-KR" dirty="0">
                <a:sym typeface="Symbol" pitchFamily="18" charset="2"/>
              </a:rPr>
              <a:t> over all the training examples:</a:t>
            </a:r>
          </a:p>
        </p:txBody>
      </p:sp>
      <p:graphicFrame>
        <p:nvGraphicFramePr>
          <p:cNvPr id="9221" name="개체 1">
            <a:extLst>
              <a:ext uri="{FF2B5EF4-FFF2-40B4-BE49-F238E27FC236}">
                <a16:creationId xmlns:a16="http://schemas.microsoft.com/office/drawing/2014/main" id="{C69C7F2B-3478-AF46-0A5E-E8005BCB4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3963" y="2708275"/>
          <a:ext cx="417195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4600" imgH="444240" progId="Equation.DSMT4">
                  <p:embed/>
                </p:oleObj>
              </mc:Choice>
              <mc:Fallback>
                <p:oleObj name="Equation" r:id="rId3" imgW="2514600" imgH="444240" progId="Equation.DSMT4">
                  <p:embed/>
                  <p:pic>
                    <p:nvPicPr>
                      <p:cNvPr id="9221" name="개체 1">
                        <a:extLst>
                          <a:ext uri="{FF2B5EF4-FFF2-40B4-BE49-F238E27FC236}">
                            <a16:creationId xmlns:a16="http://schemas.microsoft.com/office/drawing/2014/main" id="{C69C7F2B-3478-AF46-0A5E-E8005BCB41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708275"/>
                        <a:ext cx="417195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그림 1">
            <a:extLst>
              <a:ext uri="{FF2B5EF4-FFF2-40B4-BE49-F238E27FC236}">
                <a16:creationId xmlns:a16="http://schemas.microsoft.com/office/drawing/2014/main" id="{36F387B7-718C-50A1-0C20-75ADE7429C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3503613"/>
            <a:ext cx="3797300" cy="266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그림 2">
            <a:extLst>
              <a:ext uri="{FF2B5EF4-FFF2-40B4-BE49-F238E27FC236}">
                <a16:creationId xmlns:a16="http://schemas.microsoft.com/office/drawing/2014/main" id="{B39072B9-08BC-F3A1-C340-C80F589E5F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00" y="3503613"/>
            <a:ext cx="3613150" cy="266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02BA48B4-8EEF-488C-23B3-ED82C93BAC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E750ED27-B4C3-490F-BD22-617B3D6C6A9F}"/>
                  </a:ext>
                </a:extLst>
              </p:cNvPr>
              <p:cNvSpPr/>
              <p:nvPr/>
            </p:nvSpPr>
            <p:spPr>
              <a:xfrm>
                <a:off x="6913142" y="2892401"/>
                <a:ext cx="1619298" cy="611212"/>
              </a:xfrm>
              <a:prstGeom prst="wedgeRectCallout">
                <a:avLst>
                  <a:gd name="adj1" fmla="val -61105"/>
                  <a:gd name="adj2" fmla="val -20039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/>
                  <a:t>N : The number of samples</a:t>
                </a:r>
                <a:r>
                  <a:rPr lang="ko-KR" altLang="en-US" sz="12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200" dirty="0"/>
                  <a:t> for training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10" name="말풍선: 사각형 9">
                <a:extLst>
                  <a:ext uri="{FF2B5EF4-FFF2-40B4-BE49-F238E27FC236}">
                    <a16:creationId xmlns:a16="http://schemas.microsoft.com/office/drawing/2014/main" id="{E750ED27-B4C3-490F-BD22-617B3D6C6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142" y="2892401"/>
                <a:ext cx="1619298" cy="611212"/>
              </a:xfrm>
              <a:prstGeom prst="wedgeRectCallout">
                <a:avLst>
                  <a:gd name="adj1" fmla="val -61105"/>
                  <a:gd name="adj2" fmla="val -20039"/>
                </a:avLst>
              </a:prstGeom>
              <a:blipFill>
                <a:blip r:embed="rId7"/>
                <a:stretch>
                  <a:fillRect t="-971" b="-8738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말풍선: 사각형 10">
                <a:extLst>
                  <a:ext uri="{FF2B5EF4-FFF2-40B4-BE49-F238E27FC236}">
                    <a16:creationId xmlns:a16="http://schemas.microsoft.com/office/drawing/2014/main" id="{A1641AFF-B01F-4A76-876E-9013DC702646}"/>
                  </a:ext>
                </a:extLst>
              </p:cNvPr>
              <p:cNvSpPr/>
              <p:nvPr/>
            </p:nvSpPr>
            <p:spPr>
              <a:xfrm>
                <a:off x="6581775" y="4110794"/>
                <a:ext cx="2178310" cy="504056"/>
              </a:xfrm>
              <a:prstGeom prst="wedgeRectCallout">
                <a:avLst>
                  <a:gd name="adj1" fmla="val -27436"/>
                  <a:gd name="adj2" fmla="val -12480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Change in the Total Sum of Squared Errors according to the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1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1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100" dirty="0"/>
                  <a:t> </a:t>
                </a:r>
                <a:r>
                  <a:rPr lang="en-US" altLang="ko-KR" sz="1100" dirty="0"/>
                  <a:t>values</a:t>
                </a:r>
                <a:endParaRPr lang="ko-KR" altLang="en-US" sz="1100" dirty="0"/>
              </a:p>
            </p:txBody>
          </p:sp>
        </mc:Choice>
        <mc:Fallback>
          <p:sp>
            <p:nvSpPr>
              <p:cNvPr id="11" name="말풍선: 사각형 10">
                <a:extLst>
                  <a:ext uri="{FF2B5EF4-FFF2-40B4-BE49-F238E27FC236}">
                    <a16:creationId xmlns:a16="http://schemas.microsoft.com/office/drawing/2014/main" id="{A1641AFF-B01F-4A76-876E-9013DC7026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775" y="4110794"/>
                <a:ext cx="2178310" cy="504056"/>
              </a:xfrm>
              <a:prstGeom prst="wedgeRectCallout">
                <a:avLst>
                  <a:gd name="adj1" fmla="val -27436"/>
                  <a:gd name="adj2" fmla="val -12480"/>
                </a:avLst>
              </a:prstGeom>
              <a:blipFill>
                <a:blip r:embed="rId8"/>
                <a:stretch>
                  <a:fillRect t="-7059" b="-15294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663840BD-A861-4AAB-BC3A-F526222AD7B1}"/>
              </a:ext>
            </a:extLst>
          </p:cNvPr>
          <p:cNvSpPr/>
          <p:nvPr/>
        </p:nvSpPr>
        <p:spPr>
          <a:xfrm>
            <a:off x="3324622" y="4798294"/>
            <a:ext cx="1160066" cy="424582"/>
          </a:xfrm>
          <a:prstGeom prst="wedgeRectCallout">
            <a:avLst>
              <a:gd name="adj1" fmla="val -37289"/>
              <a:gd name="adj2" fmla="val -212141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Example of the Optimal Model Function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4">
            <a:extLst>
              <a:ext uri="{FF2B5EF4-FFF2-40B4-BE49-F238E27FC236}">
                <a16:creationId xmlns:a16="http://schemas.microsoft.com/office/drawing/2014/main" id="{4115EE10-A070-864A-CFFD-CBA9E355F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FB5BF7F-FC63-4336-9150-6494F0884630}" type="slidenum">
              <a:rPr kumimoji="0" lang="en-US" altLang="ko-KR" sz="14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kumimoji="0" lang="en-US" altLang="ko-KR" sz="1400" dirty="0">
              <a:latin typeface="Book Antiqua" panose="02040602050305030304" pitchFamily="18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980FD5B-2601-984A-DFAF-882394CB3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99CCFF"/>
                </a:solidFill>
                <a:sym typeface="Symbol" panose="05050102010706020507" pitchFamily="18" charset="2"/>
              </a:rPr>
              <a:t>Univariate Linear Regression</a:t>
            </a:r>
            <a:endParaRPr lang="en-US" altLang="ko-KR" sz="2400">
              <a:solidFill>
                <a:srgbClr val="99CCFF"/>
              </a:solidFill>
              <a:sym typeface="Symbol" panose="05050102010706020507" pitchFamily="18" charset="2"/>
            </a:endParaRPr>
          </a:p>
        </p:txBody>
      </p:sp>
      <p:sp>
        <p:nvSpPr>
          <p:cNvPr id="53253" name="Rectangle 4">
            <a:extLst>
              <a:ext uri="{FF2B5EF4-FFF2-40B4-BE49-F238E27FC236}">
                <a16:creationId xmlns:a16="http://schemas.microsoft.com/office/drawing/2014/main" id="{D6F749ED-5BAD-25B3-9E47-FD3EF76ED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1847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dirty="0">
                <a:sym typeface="Symbol" pitchFamily="18" charset="2"/>
              </a:rPr>
              <a:t>To minimize the sum</a:t>
            </a:r>
          </a:p>
          <a:p>
            <a:pPr eaLnBrk="1" hangingPunct="1">
              <a:defRPr/>
            </a:pPr>
            <a:endParaRPr lang="en-US" altLang="ko-KR" sz="1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defRPr/>
            </a:pPr>
            <a:endParaRPr lang="en-US" altLang="ko-KR" sz="1800" dirty="0"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en-US" altLang="ko-KR" sz="1800" dirty="0"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en-US" altLang="ko-KR" sz="1800" dirty="0"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en-US" altLang="ko-KR" sz="1400" dirty="0"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dirty="0">
                <a:cs typeface="Times New Roman" pitchFamily="18" charset="0"/>
                <a:sym typeface="Symbol" pitchFamily="18" charset="2"/>
              </a:rPr>
              <a:t>       These equations have a unique, </a:t>
            </a:r>
            <a:r>
              <a:rPr lang="en-US" altLang="ko-KR" dirty="0">
                <a:highlight>
                  <a:srgbClr val="FFFF00"/>
                </a:highlight>
                <a:cs typeface="Times New Roman" pitchFamily="18" charset="0"/>
                <a:sym typeface="Symbol" pitchFamily="18" charset="2"/>
              </a:rPr>
              <a:t>closed-form solution</a:t>
            </a:r>
            <a:r>
              <a:rPr lang="en-US" altLang="ko-KR" dirty="0">
                <a:cs typeface="Times New Roman" pitchFamily="18" charset="0"/>
                <a:sym typeface="Symbol" pitchFamily="18" charset="2"/>
              </a:rPr>
              <a:t>:</a:t>
            </a:r>
          </a:p>
        </p:txBody>
      </p:sp>
      <p:graphicFrame>
        <p:nvGraphicFramePr>
          <p:cNvPr id="11269" name="개체 1">
            <a:extLst>
              <a:ext uri="{FF2B5EF4-FFF2-40B4-BE49-F238E27FC236}">
                <a16:creationId xmlns:a16="http://schemas.microsoft.com/office/drawing/2014/main" id="{FAF75191-A52F-22E8-6F4C-C13DFF7755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935038"/>
          <a:ext cx="22542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2" imgW="1358310" imgH="444307" progId="Equation.3">
                  <p:embed/>
                </p:oleObj>
              </mc:Choice>
              <mc:Fallback>
                <p:oleObj name="수식" r:id="rId2" imgW="1358310" imgH="444307" progId="Equation.3">
                  <p:embed/>
                  <p:pic>
                    <p:nvPicPr>
                      <p:cNvPr id="11269" name="개체 1">
                        <a:extLst>
                          <a:ext uri="{FF2B5EF4-FFF2-40B4-BE49-F238E27FC236}">
                            <a16:creationId xmlns:a16="http://schemas.microsoft.com/office/drawing/2014/main" id="{FAF75191-A52F-22E8-6F4C-C13DFF7755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935038"/>
                        <a:ext cx="225425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개체 2">
            <a:extLst>
              <a:ext uri="{FF2B5EF4-FFF2-40B4-BE49-F238E27FC236}">
                <a16:creationId xmlns:a16="http://schemas.microsoft.com/office/drawing/2014/main" id="{1A5F7C8B-2475-5699-BAEC-FE760F7771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0163" y="1628775"/>
          <a:ext cx="564832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4" imgW="3403600" imgH="444500" progId="Equation.3">
                  <p:embed/>
                </p:oleObj>
              </mc:Choice>
              <mc:Fallback>
                <p:oleObj name="수식" r:id="rId4" imgW="3403600" imgH="444500" progId="Equation.3">
                  <p:embed/>
                  <p:pic>
                    <p:nvPicPr>
                      <p:cNvPr id="11270" name="개체 2">
                        <a:extLst>
                          <a:ext uri="{FF2B5EF4-FFF2-40B4-BE49-F238E27FC236}">
                            <a16:creationId xmlns:a16="http://schemas.microsoft.com/office/drawing/2014/main" id="{1A5F7C8B-2475-5699-BAEC-FE760F7771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628775"/>
                        <a:ext cx="564832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개체 3">
            <a:extLst>
              <a:ext uri="{FF2B5EF4-FFF2-40B4-BE49-F238E27FC236}">
                <a16:creationId xmlns:a16="http://schemas.microsoft.com/office/drawing/2014/main" id="{8EF6AA44-691B-B916-9887-0986A03D17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6988" y="2492375"/>
          <a:ext cx="5859462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6" imgW="3530600" imgH="444500" progId="Equation.3">
                  <p:embed/>
                </p:oleObj>
              </mc:Choice>
              <mc:Fallback>
                <p:oleObj name="수식" r:id="rId6" imgW="3530600" imgH="444500" progId="Equation.3">
                  <p:embed/>
                  <p:pic>
                    <p:nvPicPr>
                      <p:cNvPr id="11271" name="개체 3">
                        <a:extLst>
                          <a:ext uri="{FF2B5EF4-FFF2-40B4-BE49-F238E27FC236}">
                            <a16:creationId xmlns:a16="http://schemas.microsoft.com/office/drawing/2014/main" id="{8EF6AA44-691B-B916-9887-0986A03D17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2492375"/>
                        <a:ext cx="5859462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개체 4">
            <a:extLst>
              <a:ext uri="{FF2B5EF4-FFF2-40B4-BE49-F238E27FC236}">
                <a16:creationId xmlns:a16="http://schemas.microsoft.com/office/drawing/2014/main" id="{3838B27F-34EA-A11F-A7B8-F7CE4A935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959160"/>
              </p:ext>
            </p:extLst>
          </p:nvPr>
        </p:nvGraphicFramePr>
        <p:xfrm>
          <a:off x="4302125" y="3842115"/>
          <a:ext cx="3035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8" imgW="1828800" imgH="482600" progId="Equation.3">
                  <p:embed/>
                </p:oleObj>
              </mc:Choice>
              <mc:Fallback>
                <p:oleObj name="수식" r:id="rId8" imgW="1828800" imgH="482600" progId="Equation.3">
                  <p:embed/>
                  <p:pic>
                    <p:nvPicPr>
                      <p:cNvPr id="11272" name="개체 4">
                        <a:extLst>
                          <a:ext uri="{FF2B5EF4-FFF2-40B4-BE49-F238E27FC236}">
                            <a16:creationId xmlns:a16="http://schemas.microsoft.com/office/drawing/2014/main" id="{3838B27F-34EA-A11F-A7B8-F7CE4A9350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3842115"/>
                        <a:ext cx="30353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개체 5">
            <a:extLst>
              <a:ext uri="{FF2B5EF4-FFF2-40B4-BE49-F238E27FC236}">
                <a16:creationId xmlns:a16="http://schemas.microsoft.com/office/drawing/2014/main" id="{87604249-03FB-4D89-8A10-54BEC0495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44600"/>
              </p:ext>
            </p:extLst>
          </p:nvPr>
        </p:nvGraphicFramePr>
        <p:xfrm>
          <a:off x="1339850" y="4029440"/>
          <a:ext cx="26558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10" imgW="1600200" imgH="241300" progId="Equation.3">
                  <p:embed/>
                </p:oleObj>
              </mc:Choice>
              <mc:Fallback>
                <p:oleObj name="수식" r:id="rId10" imgW="1600200" imgH="241300" progId="Equation.3">
                  <p:embed/>
                  <p:pic>
                    <p:nvPicPr>
                      <p:cNvPr id="11273" name="개체 5">
                        <a:extLst>
                          <a:ext uri="{FF2B5EF4-FFF2-40B4-BE49-F238E27FC236}">
                            <a16:creationId xmlns:a16="http://schemas.microsoft.com/office/drawing/2014/main" id="{87604249-03FB-4D89-8A10-54BEC0495B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4029440"/>
                        <a:ext cx="265588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바닥글 개체 틀 4">
            <a:extLst>
              <a:ext uri="{FF2B5EF4-FFF2-40B4-BE49-F238E27FC236}">
                <a16:creationId xmlns:a16="http://schemas.microsoft.com/office/drawing/2014/main" id="{E9CE8C41-DEC6-5F08-4C37-65E37018B4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3EA2C31-4014-4299-B28C-50DCC119286F}"/>
              </a:ext>
            </a:extLst>
          </p:cNvPr>
          <p:cNvGrpSpPr/>
          <p:nvPr/>
        </p:nvGrpSpPr>
        <p:grpSpPr>
          <a:xfrm>
            <a:off x="107504" y="5301208"/>
            <a:ext cx="4321150" cy="1464025"/>
            <a:chOff x="3419872" y="4221088"/>
            <a:chExt cx="4321150" cy="1464025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9480CF7-1F5B-4756-88FE-4C0E11A16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1519" y="5098615"/>
              <a:ext cx="586498" cy="58649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말풍선: 사각형 13">
                  <a:extLst>
                    <a:ext uri="{FF2B5EF4-FFF2-40B4-BE49-F238E27FC236}">
                      <a16:creationId xmlns:a16="http://schemas.microsoft.com/office/drawing/2014/main" id="{66E3E422-C3FF-414A-9AC6-24C2453D986C}"/>
                    </a:ext>
                  </a:extLst>
                </p:cNvPr>
                <p:cNvSpPr/>
                <p:nvPr/>
              </p:nvSpPr>
              <p:spPr>
                <a:xfrm>
                  <a:off x="3419872" y="4221088"/>
                  <a:ext cx="4321150" cy="776027"/>
                </a:xfrm>
                <a:prstGeom prst="wedgeRectCallout">
                  <a:avLst>
                    <a:gd name="adj1" fmla="val 6875"/>
                    <a:gd name="adj2" fmla="val 80114"/>
                  </a:avLst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Although we could use the Local Search algorithm learned previously, we can calculate the optimal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sz="1200" dirty="0"/>
                    <a:t> using the </a:t>
                  </a:r>
                  <a:r>
                    <a:rPr lang="en-US" sz="1200" dirty="0">
                      <a:highlight>
                        <a:srgbClr val="FFFF00"/>
                      </a:highlight>
                    </a:rPr>
                    <a:t>property that the error is minimized at the point where the derivative equals 0</a:t>
                  </a:r>
                  <a:r>
                    <a:rPr lang="en-US" sz="1200" dirty="0"/>
                    <a:t>.</a:t>
                  </a:r>
                  <a:endParaRPr lang="ko-KR" altLang="en-US" sz="1200" dirty="0"/>
                </a:p>
              </p:txBody>
            </p:sp>
          </mc:Choice>
          <mc:Fallback>
            <p:sp>
              <p:nvSpPr>
                <p:cNvPr id="14" name="말풍선: 사각형 13">
                  <a:extLst>
                    <a:ext uri="{FF2B5EF4-FFF2-40B4-BE49-F238E27FC236}">
                      <a16:creationId xmlns:a16="http://schemas.microsoft.com/office/drawing/2014/main" id="{66E3E422-C3FF-414A-9AC6-24C2453D98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872" y="4221088"/>
                  <a:ext cx="4321150" cy="776027"/>
                </a:xfrm>
                <a:prstGeom prst="wedgeRectCallout">
                  <a:avLst>
                    <a:gd name="adj1" fmla="val 6875"/>
                    <a:gd name="adj2" fmla="val 80114"/>
                  </a:avLst>
                </a:prstGeom>
                <a:blipFill>
                  <a:blip r:embed="rId13"/>
                  <a:stretch>
                    <a:fillRect t="-2381" r="-1127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말풍선: 사각형 14">
                <a:extLst>
                  <a:ext uri="{FF2B5EF4-FFF2-40B4-BE49-F238E27FC236}">
                    <a16:creationId xmlns:a16="http://schemas.microsoft.com/office/drawing/2014/main" id="{6A545760-88E2-4343-8A6C-88BA198FACD0}"/>
                  </a:ext>
                </a:extLst>
              </p:cNvPr>
              <p:cNvSpPr/>
              <p:nvPr/>
            </p:nvSpPr>
            <p:spPr>
              <a:xfrm>
                <a:off x="7076710" y="4782472"/>
                <a:ext cx="1959786" cy="878775"/>
              </a:xfrm>
              <a:prstGeom prst="wedgeRectCallout">
                <a:avLst>
                  <a:gd name="adj1" fmla="val -44783"/>
                  <a:gd name="adj2" fmla="val -80718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/>
                  <a:t>The result of rearranging the second equation above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000" dirty="0"/>
                  <a:t> and then plugging the resulting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000" dirty="0"/>
                  <a:t> into the equation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sz="1000" i="1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1000" dirty="0"/>
                  <a:t> and simplifying.</a:t>
                </a:r>
                <a:endParaRPr lang="ko-KR" altLang="en-US" sz="1000" dirty="0"/>
              </a:p>
            </p:txBody>
          </p:sp>
        </mc:Choice>
        <mc:Fallback>
          <p:sp>
            <p:nvSpPr>
              <p:cNvPr id="15" name="말풍선: 사각형 14">
                <a:extLst>
                  <a:ext uri="{FF2B5EF4-FFF2-40B4-BE49-F238E27FC236}">
                    <a16:creationId xmlns:a16="http://schemas.microsoft.com/office/drawing/2014/main" id="{6A545760-88E2-4343-8A6C-88BA198FAC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710" y="4782472"/>
                <a:ext cx="1959786" cy="878775"/>
              </a:xfrm>
              <a:prstGeom prst="wedgeRectCallout">
                <a:avLst>
                  <a:gd name="adj1" fmla="val -44783"/>
                  <a:gd name="adj2" fmla="val -80718"/>
                </a:avLst>
              </a:prstGeom>
              <a:blipFill>
                <a:blip r:embed="rId14"/>
                <a:stretch>
                  <a:fillRect r="-619" b="-524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2835FD6-FA0E-4491-A7EF-68845F6E5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Multivariate Linear Regression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21BB900-61E9-486B-9726-ACDF97381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CC7317-2674-4261-92F1-CB567FD1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AC2DE-57D1-4484-9833-2FEA7BD0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5625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C051E-0A07-499C-AA45-2330AE85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Multivariate Linear Regression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A19FC-792A-4FB2-9AA5-467EFD025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/>
            <a:r>
              <a:rPr lang="en-US" altLang="ko-KR" sz="1600" dirty="0"/>
              <a:t>MLR</a:t>
            </a:r>
          </a:p>
          <a:p>
            <a:pPr lvl="1" latinLnBrk="0"/>
            <a:r>
              <a:rPr lang="en-US" sz="1400" dirty="0"/>
              <a:t>Until now, we have looked at </a:t>
            </a:r>
            <a:r>
              <a:rPr lang="en-US" sz="1400" b="1" dirty="0"/>
              <a:t>Univariate LR</a:t>
            </a:r>
            <a:r>
              <a:rPr lang="en-US" sz="1400" dirty="0"/>
              <a:t> where the independent variable is only </a:t>
            </a:r>
            <a:r>
              <a:rPr lang="en-US" sz="1400" b="1" dirty="0"/>
              <a:t>one (a scalar)</a:t>
            </a:r>
            <a:r>
              <a:rPr lang="en-US" sz="1400" dirty="0"/>
              <a:t>.</a:t>
            </a:r>
            <a:endParaRPr lang="en-US" altLang="ko-KR" sz="1400" dirty="0"/>
          </a:p>
          <a:p>
            <a:pPr lvl="1" latinLnBrk="0"/>
            <a:r>
              <a:rPr lang="en-US" sz="1400" dirty="0"/>
              <a:t>What if there are multiple independent variables?</a:t>
            </a:r>
            <a:endParaRPr lang="en-US" altLang="ko-KR" sz="1400" dirty="0"/>
          </a:p>
          <a:p>
            <a:pPr lvl="2" latinLnBrk="0"/>
            <a:r>
              <a:rPr lang="en-US" altLang="ko-KR" sz="1400" dirty="0"/>
              <a:t>ex: {room: 3</a:t>
            </a:r>
            <a:r>
              <a:rPr lang="ko-KR" altLang="en-US" sz="1400" dirty="0"/>
              <a:t>개</a:t>
            </a:r>
            <a:r>
              <a:rPr lang="en-US" altLang="ko-KR" sz="1400" dirty="0"/>
              <a:t>, Bathroom: 2</a:t>
            </a:r>
            <a:r>
              <a:rPr lang="ko-KR" altLang="en-US" sz="1400" dirty="0"/>
              <a:t>개</a:t>
            </a:r>
            <a:r>
              <a:rPr lang="en-US" altLang="ko-KR" sz="1400" dirty="0"/>
              <a:t>} = 80</a:t>
            </a:r>
            <a:r>
              <a:rPr lang="ko-KR" altLang="en-US" sz="1400" dirty="0"/>
              <a:t>만원 </a:t>
            </a:r>
            <a:r>
              <a:rPr lang="en-US" altLang="ko-KR" sz="1400" dirty="0"/>
              <a:t>...</a:t>
            </a:r>
          </a:p>
          <a:p>
            <a:pPr lvl="1" latinLnBrk="0"/>
            <a:endParaRPr lang="en-US" altLang="ko-KR" sz="1400" dirty="0"/>
          </a:p>
          <a:p>
            <a:pPr lvl="1" latinLnBrk="0"/>
            <a:r>
              <a:rPr lang="en-US" sz="1400" b="1" dirty="0"/>
              <a:t>We extend Univariate LR to use Multivariate LR!</a:t>
            </a:r>
            <a:r>
              <a:rPr lang="en-US" sz="1400" dirty="0"/>
              <a:t> (</a:t>
            </a:r>
            <a:r>
              <a:rPr lang="en-US" sz="1400" b="1" dirty="0"/>
              <a:t>The operating principle is the same</a:t>
            </a:r>
            <a:r>
              <a:rPr lang="en-US" sz="1400" dirty="0"/>
              <a:t>)</a:t>
            </a:r>
            <a:endParaRPr lang="ko-KR" altLang="en-US" sz="1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D39933-A7E5-4F55-92B9-F708B739E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998D37-921C-4337-9DCD-B55E5400CF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15</a:t>
            </a:fld>
            <a:endParaRPr lang="en-US" altLang="ko-KR"/>
          </a:p>
        </p:txBody>
      </p:sp>
      <p:pic>
        <p:nvPicPr>
          <p:cNvPr id="6" name="Picture 2" descr=" ">
            <a:extLst>
              <a:ext uri="{FF2B5EF4-FFF2-40B4-BE49-F238E27FC236}">
                <a16:creationId xmlns:a16="http://schemas.microsoft.com/office/drawing/2014/main" id="{1A3643AE-6AA3-443C-B7B2-4A7890779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836" y="3236251"/>
            <a:ext cx="2952328" cy="306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896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4">
            <a:extLst>
              <a:ext uri="{FF2B5EF4-FFF2-40B4-BE49-F238E27FC236}">
                <a16:creationId xmlns:a16="http://schemas.microsoft.com/office/drawing/2014/main" id="{F7E57566-6638-D9AD-87DE-CFAE94D9FB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1840308-45C0-4E1A-86B8-F27999B31553}" type="slidenum">
              <a:rPr kumimoji="0" lang="en-US" altLang="ko-KR" sz="14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kumimoji="0" lang="en-US" altLang="ko-KR" sz="1400">
              <a:latin typeface="Book Antiqua" panose="02040602050305030304" pitchFamily="18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C7D8DAC-FFA5-1FA6-51CD-5ACF482A5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Multivariate Linear Regression</a:t>
            </a:r>
            <a:endParaRPr lang="en-US" altLang="ko-KR" sz="24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2" name="Rectangle 4">
                <a:extLst>
                  <a:ext uri="{FF2B5EF4-FFF2-40B4-BE49-F238E27FC236}">
                    <a16:creationId xmlns:a16="http://schemas.microsoft.com/office/drawing/2014/main" id="{2F63B2C9-6AC3-0473-7DB3-D1A7443BD81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</p:spPr>
            <p:txBody>
              <a:bodyPr/>
              <a:lstStyle/>
              <a:p>
                <a:pPr marL="287338" indent="-287338" eaLnBrk="1" latinLnBrk="0" hangingPunct="1"/>
                <a:r>
                  <a:rPr lang="en-US" altLang="ko-KR" dirty="0">
                    <a:sym typeface="Symbol" panose="05050102010706020507" pitchFamily="18" charset="2"/>
                  </a:rPr>
                  <a:t>Each example </a:t>
                </a:r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sz="1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ko-KR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ko-KR" dirty="0">
                    <a:sym typeface="Symbol" panose="05050102010706020507" pitchFamily="18" charset="2"/>
                  </a:rPr>
                  <a:t> is an </a:t>
                </a:r>
                <a:r>
                  <a:rPr lang="en-US" altLang="ko-KR" i="1" dirty="0">
                    <a:highlight>
                      <a:srgbClr val="FFFF00"/>
                    </a:highlight>
                    <a:latin typeface="Times New Roman" panose="02020603050405020304" pitchFamily="18" charset="0"/>
                    <a:sym typeface="Symbol" panose="05050102010706020507" pitchFamily="18" charset="2"/>
                  </a:rPr>
                  <a:t>d</a:t>
                </a:r>
                <a:r>
                  <a:rPr lang="en-US" altLang="ko-KR" dirty="0">
                    <a:highlight>
                      <a:srgbClr val="FFFF00"/>
                    </a:highlight>
                    <a:sym typeface="Symbol" panose="05050102010706020507" pitchFamily="18" charset="2"/>
                  </a:rPr>
                  <a:t>-element vector</a:t>
                </a:r>
              </a:p>
              <a:p>
                <a:pPr marL="287338" indent="-287338" eaLnBrk="1" latinLnBrk="0" hangingPunct="1"/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endParaRPr lang="en-US" altLang="ko-KR" sz="12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>
                  <a:buFont typeface="Wingdings 2" panose="05020102010507070707" pitchFamily="18" charset="2"/>
                  <a:buNone/>
                </a:pPr>
                <a:r>
                  <a:rPr lang="en-US" altLang="ko-KR" dirty="0">
                    <a:sym typeface="Symbol" panose="05050102010706020507" pitchFamily="18" charset="2"/>
                  </a:rPr>
                  <a:t>	where </a:t>
                </a:r>
                <a:r>
                  <a:rPr lang="en-US" altLang="ko-KR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i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ko-KR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,0</a:t>
                </a:r>
                <a:r>
                  <a:rPr lang="en-US" altLang="ko-KR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= 1</a:t>
                </a:r>
                <a:r>
                  <a:rPr lang="en-US" altLang="ko-KR" dirty="0">
                    <a:sym typeface="Symbol" panose="05050102010706020507" pitchFamily="18" charset="2"/>
                  </a:rPr>
                  <a:t> is</a:t>
                </a:r>
                <a:r>
                  <a:rPr lang="ko-KR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ko-KR" dirty="0">
                    <a:sym typeface="Symbol" panose="05050102010706020507" pitchFamily="18" charset="2"/>
                  </a:rPr>
                  <a:t>a dummy input attribute</a:t>
                </a:r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sym typeface="Symbol" panose="05050102010706020507" pitchFamily="18" charset="2"/>
                  </a:rPr>
                  <a:t> (</a:t>
                </a:r>
                <a:r>
                  <a:rPr lang="en-US" sz="1400" dirty="0"/>
                  <a:t>used for the purpose of finding the optimal </a:t>
                </a:r>
                <a:r>
                  <a:rPr lang="en-US" sz="1400" b="1" dirty="0"/>
                  <a:t>intercept</a:t>
                </a:r>
                <a:r>
                  <a:rPr lang="en-US" sz="1400" dirty="0"/>
                  <a:t> value</a:t>
                </a:r>
                <a:r>
                  <a:rPr lang="en-US" altLang="ko-KR" sz="1400" dirty="0">
                    <a:latin typeface="나눔스퀘어_ac" panose="020B0600000101010101" pitchFamily="50" charset="-127"/>
                    <a:ea typeface="나눔스퀘어_ac" panose="020B0600000101010101" pitchFamily="50" charset="-127"/>
                    <a:sym typeface="Symbol" panose="05050102010706020507" pitchFamily="18" charset="2"/>
                  </a:rPr>
                  <a:t>)</a:t>
                </a:r>
              </a:p>
              <a:p>
                <a:pPr marL="287338" indent="-287338" eaLnBrk="1" latinLnBrk="0" hangingPunct="1">
                  <a:buFont typeface="Wingdings 2" panose="05020102010507070707" pitchFamily="18" charset="2"/>
                  <a:buNone/>
                </a:pPr>
                <a:endParaRPr lang="en-US" altLang="ko-KR" dirty="0">
                  <a:sym typeface="Symbol" panose="05050102010706020507" pitchFamily="18" charset="2"/>
                </a:endParaRPr>
              </a:p>
              <a:p>
                <a:pPr eaLnBrk="1" latinLnBrk="0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sSub>
                              <m:sSub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bar>
                      </m:e>
                    </m:d>
                  </m:oMath>
                </a14:m>
                <a:br>
                  <a:rPr lang="en-US" altLang="ko-K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,0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</a:rPr>
                  <a:t> </a:t>
                </a:r>
                <a:br>
                  <a:rPr lang="en-US" altLang="ko-KR" i="1" dirty="0">
                    <a:latin typeface="Cambria Math" panose="02040503050406030204" pitchFamily="18" charset="0"/>
                  </a:rPr>
                </a:br>
                <a:r>
                  <a:rPr lang="en-US" altLang="ko-KR" dirty="0">
                    <a:latin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j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  </a:t>
                </a:r>
                <a:br>
                  <a:rPr lang="en-US" altLang="ko-K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</m:bar>
                      </m:e>
                      <m:sup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bar>
                      </m:e>
                      <m:sub>
                        <m:r>
                          <m:rPr>
                            <m:sty m:val="p"/>
                          </m:rPr>
                          <a:rPr lang="en-US" altLang="ko-KR" i="1" dirty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i="1" dirty="0">
                    <a:latin typeface="Cambria Math" panose="02040503050406030204" pitchFamily="18" charset="0"/>
                  </a:rPr>
                  <a:t> </a:t>
                </a:r>
                <a:br>
                  <a:rPr lang="en-US" altLang="ko-KR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dirty="0"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>
          <p:sp>
            <p:nvSpPr>
              <p:cNvPr id="12292" name="Rectangle 4">
                <a:extLst>
                  <a:ext uri="{FF2B5EF4-FFF2-40B4-BE49-F238E27FC236}">
                    <a16:creationId xmlns:a16="http://schemas.microsoft.com/office/drawing/2014/main" id="{2F63B2C9-6AC3-0473-7DB3-D1A7443BD8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  <a:blipFill>
                <a:blip r:embed="rId2"/>
                <a:stretch>
                  <a:fillRect l="-667" t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293" name="개체 1">
            <a:extLst>
              <a:ext uri="{FF2B5EF4-FFF2-40B4-BE49-F238E27FC236}">
                <a16:creationId xmlns:a16="http://schemas.microsoft.com/office/drawing/2014/main" id="{4BA31116-9B6E-B8F5-E206-0A5B66B7D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2713" y="1557338"/>
          <a:ext cx="34766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3" imgW="2095500" imgH="342900" progId="Equation.3">
                  <p:embed/>
                </p:oleObj>
              </mc:Choice>
              <mc:Fallback>
                <p:oleObj name="수식" r:id="rId3" imgW="2095500" imgH="342900" progId="Equation.3">
                  <p:embed/>
                  <p:pic>
                    <p:nvPicPr>
                      <p:cNvPr id="12293" name="개체 1">
                        <a:extLst>
                          <a:ext uri="{FF2B5EF4-FFF2-40B4-BE49-F238E27FC236}">
                            <a16:creationId xmlns:a16="http://schemas.microsoft.com/office/drawing/2014/main" id="{4BA31116-9B6E-B8F5-E206-0A5B66B7D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3" y="1557338"/>
                        <a:ext cx="3476625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바닥글 개체 틀 4">
            <a:extLst>
              <a:ext uri="{FF2B5EF4-FFF2-40B4-BE49-F238E27FC236}">
                <a16:creationId xmlns:a16="http://schemas.microsoft.com/office/drawing/2014/main" id="{78AD08AA-4A66-5C17-5CD4-87B871DD9C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4">
            <a:extLst>
              <a:ext uri="{FF2B5EF4-FFF2-40B4-BE49-F238E27FC236}">
                <a16:creationId xmlns:a16="http://schemas.microsoft.com/office/drawing/2014/main" id="{F7E57566-6638-D9AD-87DE-CFAE94D9FB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1840308-45C0-4E1A-86B8-F27999B31553}" type="slidenum">
              <a:rPr kumimoji="0" lang="en-US" altLang="ko-KR" sz="14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kumimoji="0" lang="en-US" altLang="ko-KR" sz="1400">
              <a:latin typeface="Book Antiqua" panose="02040602050305030304" pitchFamily="18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C7D8DAC-FFA5-1FA6-51CD-5ACF482A5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Multivariate Linear Regression</a:t>
            </a:r>
            <a:endParaRPr lang="en-US" altLang="ko-KR" sz="24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2" name="Rectangle 4">
                <a:extLst>
                  <a:ext uri="{FF2B5EF4-FFF2-40B4-BE49-F238E27FC236}">
                    <a16:creationId xmlns:a16="http://schemas.microsoft.com/office/drawing/2014/main" id="{2F63B2C9-6AC3-0473-7DB3-D1A7443BD81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</p:spPr>
            <p:txBody>
              <a:bodyPr/>
              <a:lstStyle/>
              <a:p>
                <a:pPr marL="287338" indent="-287338" eaLnBrk="1" hangingPunct="1"/>
                <a:r>
                  <a:rPr lang="en-US" altLang="ko-KR" dirty="0">
                    <a:sym typeface="Symbol" panose="05050102010706020507" pitchFamily="18" charset="2"/>
                  </a:rPr>
                  <a:t>The best weight vector </a:t>
                </a:r>
                <a:r>
                  <a:rPr lang="en-US" altLang="ko-KR" b="1" dirty="0">
                    <a:sym typeface="Symbol" panose="05050102010706020507" pitchFamily="18" charset="2"/>
                  </a:rPr>
                  <a:t>w</a:t>
                </a:r>
                <a:r>
                  <a:rPr lang="en-US" altLang="ko-KR" dirty="0">
                    <a:sym typeface="Symbol" panose="05050102010706020507" pitchFamily="18" charset="2"/>
                  </a:rPr>
                  <a:t> that minimizes loss over the examples:</a:t>
                </a:r>
              </a:p>
              <a:p>
                <a:pPr marL="287338" indent="-287338" eaLnBrk="1" hangingPunct="1"/>
                <a:r>
                  <a:rPr lang="en-US" altLang="ko-KR" sz="1400" dirty="0">
                    <a:sym typeface="Symbol" panose="05050102010706020507" pitchFamily="18" charset="2"/>
                  </a:rPr>
                  <a:t>                  </a:t>
                </a:r>
              </a:p>
              <a:p>
                <a:pPr marL="287338" indent="-287338" eaLnBrk="1" hangingPunct="1"/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287338" indent="-287338" eaLnBrk="1" hangingPunct="1"/>
                <a:r>
                  <a:rPr lang="en-US" dirty="0"/>
                  <a:t>That is, the goal is to</a:t>
                </a:r>
                <a:r>
                  <a:rPr lang="ko-KR" altLang="en-US" dirty="0">
                    <a:sym typeface="Symbol" panose="05050102010706020507" pitchFamily="18" charset="2"/>
                  </a:rPr>
                  <a:t> </a:t>
                </a:r>
                <a:r>
                  <a:rPr lang="en-US" altLang="ko-KR" dirty="0">
                    <a:sym typeface="Symbol" panose="05050102010706020507" pitchFamily="18" charset="2"/>
                  </a:rPr>
                  <a:t>minimize </a:t>
                </a:r>
                <a:r>
                  <a:rPr lang="en-US" altLang="ko-KR" dirty="0" err="1">
                    <a:sym typeface="Symbol" panose="05050102010706020507" pitchFamily="18" charset="2"/>
                  </a:rPr>
                  <a:t>total_error</a:t>
                </a:r>
                <a:r>
                  <a:rPr lang="en-US" altLang="ko-KR" dirty="0"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min</m:t>
                    </m:r>
                    <m:r>
                      <m:rPr>
                        <m:nor/>
                      </m:rPr>
                      <a:rPr lang="en-US" altLang="ko-KR" b="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imize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⁡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sSubSup>
                      <m:sSubSupPr>
                        <m:ctrlPr>
                          <a:rPr lang="en-US" altLang="ko-KR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Xw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y</m:t>
                            </m:r>
                          </m:e>
                        </m:d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2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ko-KR" dirty="0">
                  <a:sym typeface="Symbol" panose="05050102010706020507" pitchFamily="18" charset="2"/>
                </a:endParaRPr>
              </a:p>
              <a:p>
                <a:pPr marL="611338" lvl="1" indent="-287338" eaLnBrk="1" hangingPunct="1"/>
                <a:r>
                  <a:rPr lang="en-US" altLang="ko-KR" sz="1800" dirty="0">
                    <a:sym typeface="Symbol" panose="05050102010706020507" pitchFamily="18" charset="2"/>
                  </a:rPr>
                  <a:t>Find w</a:t>
                </a:r>
                <a:r>
                  <a:rPr lang="ko-KR" altLang="en-US" sz="1800" dirty="0">
                    <a:sym typeface="Symbol" panose="05050102010706020507" pitchFamily="18" charset="2"/>
                  </a:rPr>
                  <a:t>*  </a:t>
                </a:r>
                <a:r>
                  <a:rPr lang="en-US" altLang="ko-KR" sz="1800" dirty="0">
                    <a:sym typeface="Symbol" panose="05050102010706020507" pitchFamily="18" charset="2"/>
                  </a:rPr>
                  <a:t>that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i="0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Xw</m:t>
                    </m:r>
                    <m:r>
                      <a:rPr lang="en-US" altLang="ko-KR" sz="1800" i="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800" i="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y</m:t>
                    </m:r>
                    <m:r>
                      <a:rPr lang="en-US" altLang="ko-KR" sz="1800" i="0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=0</m:t>
                    </m:r>
                  </m:oMath>
                </a14:m>
                <a:endParaRPr lang="en-US" altLang="ko-KR" dirty="0">
                  <a:sym typeface="Symbol" panose="05050102010706020507" pitchFamily="18" charset="2"/>
                </a:endParaRPr>
              </a:p>
              <a:p>
                <a:pPr marL="287338" indent="-287338" eaLnBrk="1" hangingPunct="1"/>
                <a:r>
                  <a:rPr lang="en-US" altLang="ko-KR" dirty="0">
                    <a:sym typeface="Symbol" panose="05050102010706020507" pitchFamily="18" charset="2"/>
                  </a:rPr>
                  <a:t>The analytical solution is</a:t>
                </a:r>
              </a:p>
              <a:p>
                <a:pPr marL="287338" indent="-287338" eaLnBrk="1" hangingPunct="1"/>
                <a:endParaRPr lang="en-US" altLang="ko-KR" sz="1100" dirty="0">
                  <a:sym typeface="Symbol" panose="05050102010706020507" pitchFamily="18" charset="2"/>
                </a:endParaRPr>
              </a:p>
              <a:p>
                <a:pPr marL="287338" indent="-287338" eaLnBrk="1" hangingPunct="1"/>
                <a:endParaRPr lang="en-US" altLang="ko-KR" sz="1100" dirty="0">
                  <a:sym typeface="Symbol" panose="05050102010706020507" pitchFamily="18" charset="2"/>
                </a:endParaRPr>
              </a:p>
              <a:p>
                <a:pPr marL="287338" indent="-287338" eaLnBrk="1" hangingPunct="1">
                  <a:buFont typeface="Wingdings 2" panose="05020102010507070707" pitchFamily="18" charset="2"/>
                  <a:buNone/>
                </a:pPr>
                <a:r>
                  <a:rPr lang="en-US" altLang="ko-KR" dirty="0">
                    <a:sym typeface="Symbol" panose="05050102010706020507" pitchFamily="18" charset="2"/>
                  </a:rPr>
                  <a:t>	</a:t>
                </a:r>
                <a:br>
                  <a:rPr lang="en-US" altLang="ko-KR" dirty="0">
                    <a:sym typeface="Symbol" panose="05050102010706020507" pitchFamily="18" charset="2"/>
                  </a:rPr>
                </a:br>
                <a:r>
                  <a:rPr lang="en-US" altLang="ko-KR" dirty="0">
                    <a:sym typeface="Symbol" panose="05050102010706020507" pitchFamily="18" charset="2"/>
                  </a:rPr>
                  <a:t>where </a:t>
                </a:r>
                <a:r>
                  <a:rPr lang="en-US" altLang="ko-KR" b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dirty="0">
                    <a:sym typeface="Symbol" panose="05050102010706020507" pitchFamily="18" charset="2"/>
                  </a:rPr>
                  <a:t> is the data matrix of inputs with one </a:t>
                </a:r>
                <a:r>
                  <a:rPr lang="en-US" altLang="ko-KR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d</a:t>
                </a:r>
                <a:r>
                  <a:rPr lang="en-US" altLang="ko-KR" dirty="0">
                    <a:sym typeface="Symbol" panose="05050102010706020507" pitchFamily="18" charset="2"/>
                  </a:rPr>
                  <a:t>-dimensional example per row</a:t>
                </a:r>
              </a:p>
              <a:p>
                <a:pPr marL="611188" lvl="1" eaLnBrk="1" hangingPunct="1"/>
                <a:r>
                  <a:rPr lang="en-US" altLang="ko-KR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j-</a:t>
                </a:r>
                <a:r>
                  <a:rPr lang="en-US" altLang="ko-KR" dirty="0" err="1">
                    <a:sym typeface="Symbol" panose="05050102010706020507" pitchFamily="18" charset="2"/>
                  </a:rPr>
                  <a:t>th</a:t>
                </a:r>
                <a:r>
                  <a:rPr lang="en-US" altLang="ko-KR" dirty="0">
                    <a:sym typeface="Symbol" panose="05050102010706020507" pitchFamily="18" charset="2"/>
                  </a:rPr>
                  <a:t> row contains </a:t>
                </a:r>
                <a:r>
                  <a:rPr lang="en-US" altLang="ko-KR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d</a:t>
                </a:r>
                <a:r>
                  <a:rPr lang="en-US" altLang="ko-KR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+ 1</a:t>
                </a:r>
                <a:r>
                  <a:rPr lang="en-US" altLang="ko-KR" dirty="0">
                    <a:sym typeface="Symbol" panose="05050102010706020507" pitchFamily="18" charset="2"/>
                  </a:rPr>
                  <a:t> feature values including </a:t>
                </a:r>
                <a:r>
                  <a:rPr lang="en-US" altLang="ko-KR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i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j</a:t>
                </a:r>
                <a:r>
                  <a:rPr lang="en-US" altLang="ko-KR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,0</a:t>
                </a:r>
                <a:r>
                  <a:rPr lang="en-US" altLang="ko-KR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= 1</a:t>
                </a:r>
              </a:p>
              <a:p>
                <a:pPr marL="611188" lvl="1" eaLnBrk="1" hangingPunct="1"/>
                <a:r>
                  <a:rPr lang="en-US" dirty="0"/>
                  <a:t>Note, Univariate LR corresponds to the special case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  <a:endParaRPr lang="en-US" altLang="ko-KR" sz="1800" dirty="0">
                  <a:latin typeface="나눔스퀘어_ac" panose="020B0600000101010101" pitchFamily="50" charset="-127"/>
                  <a:ea typeface="나눔스퀘어_ac" panose="020B0600000101010101" pitchFamily="50" charset="-127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2292" name="Rectangle 4">
                <a:extLst>
                  <a:ext uri="{FF2B5EF4-FFF2-40B4-BE49-F238E27FC236}">
                    <a16:creationId xmlns:a16="http://schemas.microsoft.com/office/drawing/2014/main" id="{2F63B2C9-6AC3-0473-7DB3-D1A7443BD8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  <a:blipFill>
                <a:blip r:embed="rId2"/>
                <a:stretch>
                  <a:fillRect l="-667" t="-118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294" name="Object 7">
            <a:extLst>
              <a:ext uri="{FF2B5EF4-FFF2-40B4-BE49-F238E27FC236}">
                <a16:creationId xmlns:a16="http://schemas.microsoft.com/office/drawing/2014/main" id="{0EF97FC6-563E-AC10-CB20-8462589FB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920860"/>
              </p:ext>
            </p:extLst>
          </p:nvPr>
        </p:nvGraphicFramePr>
        <p:xfrm>
          <a:off x="1403350" y="1488256"/>
          <a:ext cx="30130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15312" imgH="355446" progId="Equation.DSMT4">
                  <p:embed/>
                </p:oleObj>
              </mc:Choice>
              <mc:Fallback>
                <p:oleObj name="Equation" r:id="rId3" imgW="1815312" imgH="355446" progId="Equation.DSMT4">
                  <p:embed/>
                  <p:pic>
                    <p:nvPicPr>
                      <p:cNvPr id="12294" name="Object 7">
                        <a:extLst>
                          <a:ext uri="{FF2B5EF4-FFF2-40B4-BE49-F238E27FC236}">
                            <a16:creationId xmlns:a16="http://schemas.microsoft.com/office/drawing/2014/main" id="{0EF97FC6-563E-AC10-CB20-8462589FB9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488256"/>
                        <a:ext cx="30130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Object 9">
            <a:extLst>
              <a:ext uri="{FF2B5EF4-FFF2-40B4-BE49-F238E27FC236}">
                <a16:creationId xmlns:a16="http://schemas.microsoft.com/office/drawing/2014/main" id="{66C2D5BB-F55E-8559-3AF4-17FDE1FC2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1845834"/>
              </p:ext>
            </p:extLst>
          </p:nvPr>
        </p:nvGraphicFramePr>
        <p:xfrm>
          <a:off x="1395413" y="3706167"/>
          <a:ext cx="187483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5" imgW="1129810" imgH="266584" progId="Equation.3">
                  <p:embed/>
                </p:oleObj>
              </mc:Choice>
              <mc:Fallback>
                <p:oleObj name="수식" r:id="rId5" imgW="1129810" imgH="266584" progId="Equation.3">
                  <p:embed/>
                  <p:pic>
                    <p:nvPicPr>
                      <p:cNvPr id="12295" name="Object 9">
                        <a:extLst>
                          <a:ext uri="{FF2B5EF4-FFF2-40B4-BE49-F238E27FC236}">
                            <a16:creationId xmlns:a16="http://schemas.microsoft.com/office/drawing/2014/main" id="{66C2D5BB-F55E-8559-3AF4-17FDE1FC2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3706167"/>
                        <a:ext cx="187483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바닥글 개체 틀 4">
            <a:extLst>
              <a:ext uri="{FF2B5EF4-FFF2-40B4-BE49-F238E27FC236}">
                <a16:creationId xmlns:a16="http://schemas.microsoft.com/office/drawing/2014/main" id="{78AD08AA-4A66-5C17-5CD4-87B871DD9C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말풍선: 사각형 8">
                <a:extLst>
                  <a:ext uri="{FF2B5EF4-FFF2-40B4-BE49-F238E27FC236}">
                    <a16:creationId xmlns:a16="http://schemas.microsoft.com/office/drawing/2014/main" id="{090FDB23-D110-431B-BCA4-C2554A052CCC}"/>
                  </a:ext>
                </a:extLst>
              </p:cNvPr>
              <p:cNvSpPr/>
              <p:nvPr/>
            </p:nvSpPr>
            <p:spPr>
              <a:xfrm>
                <a:off x="3820344" y="3151596"/>
                <a:ext cx="4321150" cy="776027"/>
              </a:xfrm>
              <a:prstGeom prst="wedgeRectCallout">
                <a:avLst>
                  <a:gd name="adj1" fmla="val -59694"/>
                  <a:gd name="adj2" fmla="val 59248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To prepare for the case where the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1200" dirty="0"/>
                  <a:t> matrix is non-invertible, we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200" dirty="0"/>
                  <a:t> through the </a:t>
                </a:r>
                <a:r>
                  <a:rPr lang="en-US" sz="1200" b="1" dirty="0"/>
                  <a:t>pseudo-inverse</a:t>
                </a:r>
                <a:r>
                  <a:rPr lang="en-US" sz="1200" dirty="0"/>
                  <a:t> by multiplying both sides (on the left)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sz="1200" dirty="0"/>
                  <a:t>, and then multiplying both sides (on the left again)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sz="1200" dirty="0"/>
                  <a:t>.</a:t>
                </a:r>
                <a:endParaRPr lang="ko-KR" altLang="en-US" sz="1200" dirty="0">
                  <a:latin typeface="나눔스퀘어_ac" panose="020B0600000101010101" pitchFamily="50" charset="-127"/>
                  <a:ea typeface="나눔스퀘어_ac" panose="020B0600000101010101" pitchFamily="50" charset="-127"/>
                </a:endParaRPr>
              </a:p>
            </p:txBody>
          </p:sp>
        </mc:Choice>
        <mc:Fallback>
          <p:sp>
            <p:nvSpPr>
              <p:cNvPr id="9" name="말풍선: 사각형 8">
                <a:extLst>
                  <a:ext uri="{FF2B5EF4-FFF2-40B4-BE49-F238E27FC236}">
                    <a16:creationId xmlns:a16="http://schemas.microsoft.com/office/drawing/2014/main" id="{090FDB23-D110-431B-BCA4-C2554A052C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344" y="3151596"/>
                <a:ext cx="4321150" cy="776027"/>
              </a:xfrm>
              <a:prstGeom prst="wedgeRectCallout">
                <a:avLst>
                  <a:gd name="adj1" fmla="val -59694"/>
                  <a:gd name="adj2" fmla="val 59248"/>
                </a:avLst>
              </a:prstGeom>
              <a:blipFill>
                <a:blip r:embed="rId7"/>
                <a:stretch>
                  <a:fillRect t="-7092" r="-385" b="-1418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533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92835FD6-FA0E-4491-A7EF-68845F6E5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Nearest Neighbor Models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21BB900-61E9-486B-9726-ACDF97381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CC7317-2674-4261-92F1-CB567FD1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AC2DE-57D1-4484-9833-2FEA7BD0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3892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4">
            <a:extLst>
              <a:ext uri="{FF2B5EF4-FFF2-40B4-BE49-F238E27FC236}">
                <a16:creationId xmlns:a16="http://schemas.microsoft.com/office/drawing/2014/main" id="{698F3EA5-E281-F03E-FA09-ED1A0C282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28B20A8-9022-4293-A419-7BF49132095E}" type="slidenum">
              <a:rPr kumimoji="0" lang="en-US" altLang="ko-KR" sz="12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8032A5B-E8A7-29FA-3247-38210FA06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FD0B2E10-2A3E-5ACA-1A2F-7E93ABA93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184775"/>
          </a:xfrm>
        </p:spPr>
        <p:txBody>
          <a:bodyPr/>
          <a:lstStyle/>
          <a:p>
            <a:pPr marL="287338" indent="-287338" eaLnBrk="1" latinLnBrk="0" hangingPunct="1"/>
            <a:r>
              <a:rPr lang="en-US" sz="1600" dirty="0"/>
              <a:t>If the </a:t>
            </a:r>
            <a:r>
              <a:rPr lang="en-US" sz="1600" b="1" dirty="0"/>
              <a:t>data is distributed linearly</a:t>
            </a:r>
            <a:r>
              <a:rPr lang="en-US" sz="1600" dirty="0"/>
              <a:t>, it can be predicted using </a:t>
            </a:r>
            <a:r>
              <a:rPr lang="en-US" sz="1600" b="1" dirty="0"/>
              <a:t>Linear Regression</a:t>
            </a:r>
            <a:r>
              <a:rPr lang="en-US" altLang="ko-KR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marL="287338" indent="-287338" eaLnBrk="1" latinLnBrk="0" hangingPunct="1"/>
            <a:r>
              <a:rPr lang="en-US" sz="1600" dirty="0"/>
              <a:t>However, what if the </a:t>
            </a:r>
            <a:r>
              <a:rPr lang="en-US" sz="1600" b="1" dirty="0"/>
              <a:t>data is non-linear</a:t>
            </a:r>
            <a:r>
              <a:rPr lang="en-US" sz="1600" dirty="0"/>
              <a:t>, as shown below?</a:t>
            </a:r>
            <a:endParaRPr lang="en-US" altLang="ko-KR" sz="16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latinLnBrk="0" hangingPunct="1">
              <a:buNone/>
            </a:pPr>
            <a:endParaRPr lang="en-US" altLang="ko-KR" sz="1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latinLnBrk="0" hangingPunct="1">
              <a:buNone/>
            </a:pPr>
            <a:r>
              <a:rPr lang="en-US" altLang="ko-KR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                  Let’s use k-NN!</a:t>
            </a:r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28964244-F633-71DA-FD61-CF9F5F6FFA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p:pic>
        <p:nvPicPr>
          <p:cNvPr id="13318" name="그림 2">
            <a:extLst>
              <a:ext uri="{FF2B5EF4-FFF2-40B4-BE49-F238E27FC236}">
                <a16:creationId xmlns:a16="http://schemas.microsoft.com/office/drawing/2014/main" id="{7DCE4019-302E-A9A0-80CA-D9F45EC9A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421" y="2780928"/>
            <a:ext cx="4393158" cy="3295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57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4">
            <a:extLst>
              <a:ext uri="{FF2B5EF4-FFF2-40B4-BE49-F238E27FC236}">
                <a16:creationId xmlns:a16="http://schemas.microsoft.com/office/drawing/2014/main" id="{698F3EA5-E281-F03E-FA09-ED1A0C282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fld id="{E28B20A8-9022-4293-A419-7BF49132095E}" type="slidenum">
              <a:rPr kumimoji="0" lang="en-US" altLang="ko-KR" sz="1200">
                <a:latin typeface="Book Antiqua" panose="02040602050305030304" pitchFamily="18" charset="0"/>
              </a:rPr>
              <a:pPr latinLnBrk="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8032A5B-E8A7-29FA-3247-38210FA06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latinLnBrk="0" hangingPunct="1"/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6" name="Rectangle 4">
                <a:extLst>
                  <a:ext uri="{FF2B5EF4-FFF2-40B4-BE49-F238E27FC236}">
                    <a16:creationId xmlns:a16="http://schemas.microsoft.com/office/drawing/2014/main" id="{FD0B2E10-2A3E-5ACA-1A2F-7E93ABA93932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</p:spPr>
            <p:txBody>
              <a:bodyPr/>
              <a:lstStyle/>
              <a:p>
                <a:pPr marL="287338" indent="-287338" eaLnBrk="1" latinLnBrk="0" hangingPunct="1"/>
                <a:r>
                  <a:rPr lang="en-US" altLang="ko-KR" sz="1600" dirty="0">
                    <a:sym typeface="Symbol" panose="05050102010706020507" pitchFamily="18" charset="2"/>
                  </a:rPr>
                  <a:t>NN model</a:t>
                </a:r>
              </a:p>
              <a:p>
                <a:pPr marL="611338" lvl="1" indent="-287338" eaLnBrk="1" latinLnBrk="0" hangingPunct="1"/>
                <a:r>
                  <a:rPr lang="en-US" sz="1600" b="1" dirty="0"/>
                  <a:t>Input:</a:t>
                </a:r>
                <a:r>
                  <a:rPr lang="en-US" sz="1600" dirty="0"/>
                  <a:t> Training data</a:t>
                </a:r>
                <a:r>
                  <a:rPr lang="ko-KR" altLang="en-US" sz="1600" dirty="0">
                    <a:sym typeface="Symbol" panose="05050102010706020507" pitchFamily="18" charset="2"/>
                  </a:rPr>
                  <a:t> </a:t>
                </a:r>
                <a:r>
                  <a:rPr lang="en-US" altLang="ko-KR" sz="1600" dirty="0">
                    <a:latin typeface="Consolas" panose="020B0609020204030204" pitchFamily="49" charset="0"/>
                    <a:sym typeface="Symbol" panose="05050102010706020507" pitchFamily="18" charset="2"/>
                  </a:rPr>
                  <a:t>(</a:t>
                </a:r>
                <a:r>
                  <a:rPr lang="en-US" altLang="ko-KR" sz="1600" dirty="0" err="1">
                    <a:latin typeface="Consolas" panose="020B0609020204030204" pitchFamily="49" charset="0"/>
                    <a:sym typeface="Symbol" panose="05050102010706020507" pitchFamily="18" charset="2"/>
                  </a:rPr>
                  <a:t>x_i</a:t>
                </a:r>
                <a:r>
                  <a:rPr lang="en-US" altLang="ko-KR" sz="1600" dirty="0">
                    <a:latin typeface="Consolas" panose="020B0609020204030204" pitchFamily="49" charset="0"/>
                    <a:sym typeface="Symbol" panose="05050102010706020507" pitchFamily="18" charset="2"/>
                  </a:rPr>
                  <a:t>, </a:t>
                </a:r>
                <a:r>
                  <a:rPr lang="en-US" altLang="ko-KR" sz="1600" dirty="0" err="1">
                    <a:latin typeface="Consolas" panose="020B0609020204030204" pitchFamily="49" charset="0"/>
                    <a:sym typeface="Symbol" panose="05050102010706020507" pitchFamily="18" charset="2"/>
                  </a:rPr>
                  <a:t>y_i</a:t>
                </a:r>
                <a:r>
                  <a:rPr lang="en-US" altLang="ko-KR" sz="1600" dirty="0">
                    <a:latin typeface="Consolas" panose="020B0609020204030204" pitchFamily="49" charset="0"/>
                    <a:sym typeface="Symbol" panose="05050102010706020507" pitchFamily="18" charset="2"/>
                  </a:rPr>
                  <a:t>)</a:t>
                </a:r>
              </a:p>
              <a:p>
                <a:pPr marL="611338" lvl="1" indent="-287338" eaLnBrk="1" latinLnBrk="0" hangingPunct="1"/>
                <a:r>
                  <a:rPr lang="en-US" sz="1600" b="1" dirty="0"/>
                  <a:t>Usage:</a:t>
                </a:r>
                <a:r>
                  <a:rPr lang="en-US" sz="1600" dirty="0"/>
                  <a:t> When unknown data </a:t>
                </a:r>
                <a:r>
                  <a:rPr lang="en-US" altLang="ko-KR" sz="1600" dirty="0" err="1">
                    <a:latin typeface="Consolas" panose="020B0609020204030204" pitchFamily="49" charset="0"/>
                    <a:sym typeface="Symbol" panose="05050102010706020507" pitchFamily="18" charset="2"/>
                  </a:rPr>
                  <a:t>x_new</a:t>
                </a:r>
                <a:r>
                  <a:rPr lang="en-US" altLang="ko-KR" sz="1600" dirty="0">
                    <a:latin typeface="Consolas" panose="020B0609020204030204" pitchFamily="49" charset="0"/>
                    <a:sym typeface="Symbol" panose="05050102010706020507" pitchFamily="18" charset="2"/>
                  </a:rPr>
                  <a:t> </a:t>
                </a:r>
                <a:r>
                  <a:rPr lang="en-US" sz="1600" dirty="0"/>
                  <a:t>is given, predict what the answer </a:t>
                </a:r>
                <a:r>
                  <a:rPr lang="en-US" altLang="ko-KR" sz="1600" dirty="0" err="1">
                    <a:latin typeface="Consolas" panose="020B0609020204030204" pitchFamily="49" charset="0"/>
                    <a:sym typeface="Symbol" panose="05050102010706020507" pitchFamily="18" charset="2"/>
                  </a:rPr>
                  <a:t>y_new</a:t>
                </a:r>
                <a:r>
                  <a:rPr lang="en-US" altLang="ko-KR" sz="1600" dirty="0">
                    <a:latin typeface="Consolas" panose="020B0609020204030204" pitchFamily="49" charset="0"/>
                    <a:sym typeface="Symbol" panose="05050102010706020507" pitchFamily="18" charset="2"/>
                  </a:rPr>
                  <a:t> is.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r>
                  <a:rPr lang="en-US" sz="1600" dirty="0"/>
                  <a:t>Method of Operation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611338" lvl="1" indent="-287338" eaLnBrk="1" latinLnBrk="0" hangingPunct="1"/>
                <a:r>
                  <a:rPr lang="en-US" sz="1600" dirty="0"/>
                  <a:t>The NN model does </a:t>
                </a:r>
                <a:r>
                  <a:rPr lang="en-US" sz="1600" b="1" dirty="0"/>
                  <a:t>not</a:t>
                </a:r>
                <a:r>
                  <a:rPr lang="en-US" sz="1600" dirty="0"/>
                  <a:t> have a separate </a:t>
                </a:r>
                <a:r>
                  <a:rPr lang="en-US" sz="1600" b="1" dirty="0"/>
                  <a:t>'training' process</a:t>
                </a:r>
                <a:r>
                  <a:rPr lang="en-US" sz="1600" dirty="0"/>
                  <a:t>.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611338" lvl="1" indent="-287338" eaLnBrk="1" latinLnBrk="0" hangingPunct="1"/>
                <a:r>
                  <a:rPr lang="en-US" sz="1600" dirty="0"/>
                  <a:t>When a new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𝒏𝒆𝒘</m:t>
                        </m:r>
                      </m:sub>
                    </m:sSub>
                  </m:oMath>
                </a14:m>
                <a:r>
                  <a:rPr lang="en-US" sz="1600" dirty="0"/>
                  <a:t> is given, it extracts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600" dirty="0"/>
                  <a:t> data points from the training data that have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/>
                  <a:t> values </a:t>
                </a:r>
                <a:r>
                  <a:rPr lang="en-US" sz="1600" b="1" dirty="0">
                    <a:highlight>
                      <a:srgbClr val="FFFF00"/>
                    </a:highlight>
                  </a:rPr>
                  <a:t>neighboring/adjacent</a:t>
                </a:r>
                <a:r>
                  <a:rPr lang="en-US" sz="16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𝒏𝒆𝒘</m:t>
                        </m:r>
                      </m:sub>
                    </m:sSub>
                  </m:oMath>
                </a14:m>
                <a:r>
                  <a:rPr lang="en-US" sz="1600" dirty="0"/>
                  <a:t>, and then calculates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𝒏𝒆𝒘</m:t>
                        </m:r>
                      </m:sub>
                    </m:sSub>
                  </m:oMath>
                </a14:m>
                <a:r>
                  <a:rPr lang="en-US" sz="1600" dirty="0"/>
                  <a:t> by finding the </a:t>
                </a:r>
                <a:r>
                  <a:rPr lang="en-US" sz="1600" b="1" dirty="0"/>
                  <a:t>average</a:t>
                </a:r>
                <a:r>
                  <a:rPr lang="en-US" sz="1600" dirty="0"/>
                  <a:t>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600" i="1" dirty="0" err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600" dirty="0"/>
                  <a:t> values of those data points.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899338" lvl="2" indent="-287338" eaLnBrk="1" latinLnBrk="0" hangingPunct="1"/>
                <a:r>
                  <a:rPr lang="en-US" sz="1600" dirty="0"/>
                  <a:t>For this, a </a:t>
                </a:r>
                <a:r>
                  <a:rPr lang="en-US" sz="1600" b="1" dirty="0"/>
                  <a:t>method to evaluate</a:t>
                </a:r>
                <a:r>
                  <a:rPr lang="en-US" sz="1600" dirty="0"/>
                  <a:t> how close/adjacent two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/>
                  <a:t> are is required.</a:t>
                </a:r>
                <a:endParaRPr lang="en-US" altLang="ko-KR" sz="16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3316" name="Rectangle 4">
                <a:extLst>
                  <a:ext uri="{FF2B5EF4-FFF2-40B4-BE49-F238E27FC236}">
                    <a16:creationId xmlns:a16="http://schemas.microsoft.com/office/drawing/2014/main" id="{FD0B2E10-2A3E-5ACA-1A2F-7E93ABA93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  <a:blipFill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28964244-F633-71DA-FD61-CF9F5F6FFA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atinLnBrk="0"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4">
            <a:extLst>
              <a:ext uri="{FF2B5EF4-FFF2-40B4-BE49-F238E27FC236}">
                <a16:creationId xmlns:a16="http://schemas.microsoft.com/office/drawing/2014/main" id="{698F3EA5-E281-F03E-FA09-ED1A0C282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28B20A8-9022-4293-A419-7BF49132095E}" type="slidenum">
              <a:rPr kumimoji="0" lang="en-US" altLang="ko-KR" sz="12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8032A5B-E8A7-29FA-3247-38210FA066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0033CC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16" name="Rectangle 4">
                <a:extLst>
                  <a:ext uri="{FF2B5EF4-FFF2-40B4-BE49-F238E27FC236}">
                    <a16:creationId xmlns:a16="http://schemas.microsoft.com/office/drawing/2014/main" id="{FD0B2E10-2A3E-5ACA-1A2F-7E93ABA93932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</p:spPr>
            <p:txBody>
              <a:bodyPr/>
              <a:lstStyle/>
              <a:p>
                <a:pPr marL="287338" indent="-287338" eaLnBrk="1" hangingPunct="1"/>
                <a:r>
                  <a:rPr lang="en-US" altLang="ko-KR" sz="1600" dirty="0">
                    <a:sym typeface="Symbol" panose="05050102010706020507" pitchFamily="18" charset="2"/>
                  </a:rPr>
                  <a:t>Given a query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q</a:t>
                </a:r>
                <a:r>
                  <a:rPr lang="en-US" altLang="ko-KR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(= </a:t>
                </a:r>
                <a:r>
                  <a:rPr lang="en-US" sz="1600" dirty="0"/>
                  <a:t>Unknown input data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),  find the </a:t>
                </a:r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</a:t>
                </a:r>
                <a:r>
                  <a:rPr lang="en-US" altLang="ko-KR" sz="1600" dirty="0">
                    <a:solidFill>
                      <a:srgbClr val="990033"/>
                    </a:solidFill>
                    <a:sym typeface="Symbol" panose="05050102010706020507" pitchFamily="18" charset="2"/>
                  </a:rPr>
                  <a:t>nearest neighbors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</a:t>
                </a:r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NN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q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</a:p>
              <a:p>
                <a:pPr marL="611188" lvl="1" eaLnBrk="1" hangingPunct="1"/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𝑵𝑵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 err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400" i="1" dirty="0" err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sz="1400" dirty="0"/>
                  <a:t>: Used by extracting a set of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1400" dirty="0"/>
                  <a:t> data points that are adjacent/neighboring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 err="1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sz="1400" dirty="0"/>
                  <a:t> along the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400" dirty="0"/>
                  <a:t>-axis.</a:t>
                </a:r>
                <a:endParaRPr lang="en-US" altLang="ko-KR" sz="1200" dirty="0">
                  <a:sym typeface="Symbol" panose="05050102010706020507" pitchFamily="18" charset="2"/>
                </a:endParaRPr>
              </a:p>
              <a:p>
                <a:pPr marL="611188" lvl="1" eaLnBrk="1" hangingPunct="1"/>
                <a:r>
                  <a:rPr lang="en-US" sz="1400" b="1" dirty="0"/>
                  <a:t>Regression</a:t>
                </a:r>
                <a:r>
                  <a:rPr lang="en-US" sz="1400" dirty="0"/>
                  <a:t> (Two methods for predicting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𝒏𝒆𝒘</m:t>
                        </m:r>
                      </m:sub>
                    </m:sSub>
                  </m:oMath>
                </a14:m>
                <a:r>
                  <a:rPr lang="en-US" sz="1400" dirty="0"/>
                  <a:t> using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1400" dirty="0"/>
                  <a:t> neighboring values):</a:t>
                </a:r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899188" lvl="2" eaLnBrk="1" hangingPunct="1"/>
                <a:r>
                  <a:rPr lang="en-US" altLang="ko-KR" sz="1600" dirty="0">
                    <a:sym typeface="Symbol" panose="05050102010706020507" pitchFamily="18" charset="2"/>
                  </a:rPr>
                  <a:t>mean or median of </a:t>
                </a:r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NN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q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)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or </a:t>
                </a:r>
                <a:r>
                  <a:rPr lang="en-US" altLang="ko-KR" sz="1200" dirty="0">
                    <a:sym typeface="Symbol" panose="05050102010706020507" pitchFamily="18" charset="2"/>
                  </a:rPr>
                  <a:t>// NN </a:t>
                </a:r>
                <a:r>
                  <a:rPr lang="ko-KR" altLang="en-US" sz="1200" dirty="0">
                    <a:sym typeface="Symbol" panose="05050102010706020507" pitchFamily="18" charset="2"/>
                  </a:rPr>
                  <a:t>집합 내의 </a:t>
                </a:r>
                <a:r>
                  <a:rPr lang="en-US" altLang="ko-KR" sz="1200" dirty="0" err="1">
                    <a:latin typeface="Consolas" panose="020B0609020204030204" pitchFamily="49" charset="0"/>
                    <a:sym typeface="Symbol" panose="05050102010706020507" pitchFamily="18" charset="2"/>
                  </a:rPr>
                  <a:t>y_i</a:t>
                </a:r>
                <a:r>
                  <a:rPr lang="en-US" altLang="ko-KR" sz="1200" dirty="0">
                    <a:latin typeface="Consolas" panose="020B0609020204030204" pitchFamily="49" charset="0"/>
                    <a:sym typeface="Symbol" panose="05050102010706020507" pitchFamily="18" charset="2"/>
                  </a:rPr>
                  <a:t> </a:t>
                </a:r>
                <a:r>
                  <a:rPr lang="ko-KR" altLang="en-US" sz="1200" dirty="0">
                    <a:sym typeface="Symbol" panose="05050102010706020507" pitchFamily="18" charset="2"/>
                  </a:rPr>
                  <a:t>값의 평균</a:t>
                </a:r>
                <a:r>
                  <a:rPr lang="en-US" altLang="ko-KR" sz="1200" dirty="0">
                    <a:sym typeface="Symbol" panose="05050102010706020507" pitchFamily="18" charset="2"/>
                  </a:rPr>
                  <a:t>/</a:t>
                </a:r>
                <a:r>
                  <a:rPr lang="ko-KR" altLang="en-US" sz="1200" dirty="0" err="1">
                    <a:sym typeface="Symbol" panose="05050102010706020507" pitchFamily="18" charset="2"/>
                  </a:rPr>
                  <a:t>중간값을</a:t>
                </a:r>
                <a:r>
                  <a:rPr lang="ko-KR" altLang="en-US" sz="1200" dirty="0">
                    <a:sym typeface="Symbol" panose="05050102010706020507" pitchFamily="18" charset="2"/>
                  </a:rPr>
                  <a:t> 사용하거나</a:t>
                </a:r>
                <a:br>
                  <a:rPr lang="en-US" altLang="ko-KR" sz="1200" dirty="0">
                    <a:sym typeface="Symbol" panose="05050102010706020507" pitchFamily="18" charset="2"/>
                  </a:rPr>
                </a:br>
                <a:r>
                  <a:rPr lang="en-US" altLang="ko-KR" sz="1600" dirty="0">
                    <a:sym typeface="Symbol" panose="05050102010706020507" pitchFamily="18" charset="2"/>
                  </a:rPr>
                  <a:t>solve a linear regression problem on </a:t>
                </a:r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NN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k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, </a:t>
                </a:r>
                <a:r>
                  <a:rPr lang="en-US" altLang="ko-KR" sz="1600" b="1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q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) </a:t>
                </a:r>
                <a:r>
                  <a:rPr lang="en-US" altLang="ko-KR" sz="1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// NN </a:t>
                </a:r>
                <a:r>
                  <a:rPr lang="ko-KR" altLang="en-US" sz="1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집합 내의 값에 </a:t>
                </a:r>
                <a:r>
                  <a:rPr lang="en-US" altLang="ko-KR" sz="1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LR </a:t>
                </a:r>
                <a:r>
                  <a:rPr lang="ko-KR" altLang="en-US" sz="12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적용</a:t>
                </a:r>
                <a:endParaRPr lang="en-US" altLang="ko-KR" sz="1200" dirty="0">
                  <a:latin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3316" name="Rectangle 4">
                <a:extLst>
                  <a:ext uri="{FF2B5EF4-FFF2-40B4-BE49-F238E27FC236}">
                    <a16:creationId xmlns:a16="http://schemas.microsoft.com/office/drawing/2014/main" id="{FD0B2E10-2A3E-5ACA-1A2F-7E93ABA93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  <a:blipFill>
                <a:blip r:embed="rId2"/>
                <a:stretch>
                  <a:fillRect l="-296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28964244-F633-71DA-FD61-CF9F5F6FFA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p:pic>
        <p:nvPicPr>
          <p:cNvPr id="13318" name="그림 2">
            <a:extLst>
              <a:ext uri="{FF2B5EF4-FFF2-40B4-BE49-F238E27FC236}">
                <a16:creationId xmlns:a16="http://schemas.microsoft.com/office/drawing/2014/main" id="{7DCE4019-302E-A9A0-80CA-D9F45EC9A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98788"/>
            <a:ext cx="4962525" cy="372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말풍선: 사각형 7">
                <a:extLst>
                  <a:ext uri="{FF2B5EF4-FFF2-40B4-BE49-F238E27FC236}">
                    <a16:creationId xmlns:a16="http://schemas.microsoft.com/office/drawing/2014/main" id="{81A3B381-D2FC-4420-AB7C-46E4FB2A6903}"/>
                  </a:ext>
                </a:extLst>
              </p:cNvPr>
              <p:cNvSpPr/>
              <p:nvPr/>
            </p:nvSpPr>
            <p:spPr>
              <a:xfrm>
                <a:off x="4788024" y="3413892"/>
                <a:ext cx="4032448" cy="1008112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1" dirty="0"/>
                  <a:t>Green solid line</a:t>
                </a:r>
                <a:r>
                  <a:rPr lang="en-US" sz="1200" dirty="0"/>
                  <a:t>: The result of applying k-NN to all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200" dirty="0"/>
                  <a:t> values between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sz="1200" dirty="0"/>
                  <a:t>.</a:t>
                </a:r>
                <a:endParaRPr lang="en-US" altLang="ko-KR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1" dirty="0"/>
                  <a:t>Black dots</a:t>
                </a:r>
                <a:r>
                  <a:rPr lang="en-US" sz="1200" dirty="0"/>
                  <a:t>: The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200" i="1" dirty="0" err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200" dirty="0"/>
                  <a:t>) values given beforehand for training.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8" name="말풍선: 사각형 7">
                <a:extLst>
                  <a:ext uri="{FF2B5EF4-FFF2-40B4-BE49-F238E27FC236}">
                    <a16:creationId xmlns:a16="http://schemas.microsoft.com/office/drawing/2014/main" id="{81A3B381-D2FC-4420-AB7C-46E4FB2A69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3413892"/>
                <a:ext cx="4032448" cy="1008112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blipFill>
                <a:blip r:embed="rId4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D25AAC84-F3EE-4084-A295-716A20AE97F2}"/>
              </a:ext>
            </a:extLst>
          </p:cNvPr>
          <p:cNvSpPr/>
          <p:nvPr/>
        </p:nvSpPr>
        <p:spPr>
          <a:xfrm>
            <a:off x="4788024" y="5051550"/>
            <a:ext cx="4032448" cy="1008112"/>
          </a:xfrm>
          <a:prstGeom prst="wedgeRectCallout">
            <a:avLst>
              <a:gd name="adj1" fmla="val -28737"/>
              <a:gd name="adj2" fmla="val 31018"/>
            </a:avLst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k-NN technique does not create a separate model or go through training, but it shows effective performance in predicting values.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Furthermore, it can handle </a:t>
            </a:r>
            <a:r>
              <a:rPr lang="en-US" sz="1200" b="1" dirty="0"/>
              <a:t>non-linear data</a:t>
            </a:r>
            <a:r>
              <a:rPr lang="en-US" sz="1200" dirty="0"/>
              <a:t> more effectively compared to linear regression.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46126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4">
            <a:extLst>
              <a:ext uri="{FF2B5EF4-FFF2-40B4-BE49-F238E27FC236}">
                <a16:creationId xmlns:a16="http://schemas.microsoft.com/office/drawing/2014/main" id="{BB77EFE1-EE41-83B0-DA1E-C44868911F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1EE00E6-CABF-47E6-883D-61938669B8CA}" type="slidenum">
              <a:rPr kumimoji="0" lang="en-US" altLang="ko-KR" sz="12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FB2D45D-BA4D-1353-468C-2F515F18F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99CCFF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99CCFF"/>
              </a:solidFill>
              <a:sym typeface="Symbol" panose="05050102010706020507" pitchFamily="18" charset="2"/>
            </a:endParaRPr>
          </a:p>
        </p:txBody>
      </p:sp>
      <p:sp>
        <p:nvSpPr>
          <p:cNvPr id="80901" name="Rectangle 4">
            <a:extLst>
              <a:ext uri="{FF2B5EF4-FFF2-40B4-BE49-F238E27FC236}">
                <a16:creationId xmlns:a16="http://schemas.microsoft.com/office/drawing/2014/main" id="{95AE5986-A3F3-BF55-73A3-28A61F1EF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184775"/>
          </a:xfrm>
        </p:spPr>
        <p:txBody>
          <a:bodyPr/>
          <a:lstStyle/>
          <a:p>
            <a:pPr marL="287338" indent="-287338" eaLnBrk="1" hangingPunct="1"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sym typeface="Symbol" panose="05050102010706020507" pitchFamily="18" charset="2"/>
              </a:rPr>
              <a:t>Given a query </a:t>
            </a:r>
            <a:r>
              <a:rPr lang="en-US" altLang="ko-KR" sz="16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ko-KR" sz="1600" i="1" baseline="-25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sym typeface="Symbol" panose="05050102010706020507" pitchFamily="18" charset="2"/>
              </a:rPr>
              <a:t>, find the </a:t>
            </a:r>
            <a:r>
              <a:rPr lang="en-US" altLang="ko-KR" sz="16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sym typeface="Symbol" panose="05050102010706020507" pitchFamily="18" charset="2"/>
              </a:rPr>
              <a:t> nearest neighbors </a:t>
            </a:r>
            <a:r>
              <a:rPr lang="en-US" altLang="ko-KR" sz="16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NN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ko-KR" sz="1600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ko-KR" sz="1600" b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ko-KR" sz="1600" i="1" baseline="-25000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611188" lvl="1" eaLnBrk="1" hangingPunct="1">
              <a:defRPr/>
            </a:pPr>
            <a:r>
              <a:rPr lang="en-US" sz="1400" dirty="0"/>
              <a:t>Furthermore, the k-NN technique can also be used for </a:t>
            </a:r>
            <a:r>
              <a:rPr lang="en-US" sz="1400" b="1" dirty="0"/>
              <a:t>classification</a:t>
            </a:r>
            <a:r>
              <a:rPr lang="en-US" sz="1400" dirty="0"/>
              <a:t> problems.</a:t>
            </a:r>
            <a:endParaRPr lang="en-US" altLang="ko-KR" sz="1600" dirty="0"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r>
              <a:rPr lang="en-US" altLang="ko-KR" sz="1400" dirty="0">
                <a:sym typeface="Symbol" panose="05050102010706020507" pitchFamily="18" charset="2"/>
              </a:rPr>
              <a:t>Classification: plurality vote of </a:t>
            </a:r>
            <a:r>
              <a:rPr lang="en-US" altLang="ko-KR" sz="1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NN</a:t>
            </a:r>
            <a:r>
              <a:rPr lang="en-US" altLang="ko-KR" sz="1400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ko-KR" sz="1400" i="1" dirty="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ko-KR" sz="1400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ko-KR" sz="1400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ko-KR" sz="1400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ko-KR" sz="1400" dirty="0">
                <a:latin typeface="Times New Roman" panose="02020603050405020304" pitchFamily="18" charset="0"/>
                <a:sym typeface="Symbol" panose="05050102010706020507" pitchFamily="18" charset="2"/>
              </a:rPr>
              <a:t>) // Majority rule</a:t>
            </a:r>
            <a:endParaRPr lang="en-US" altLang="ko-KR" sz="1400" dirty="0"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defRPr/>
            </a:pPr>
            <a:endParaRPr lang="en-US" altLang="ko-KR" sz="1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611188" lvl="1" eaLnBrk="1" hangingPunct="1">
              <a:buFont typeface="Wingdings 2" panose="05020102010507070707" pitchFamily="18" charset="2"/>
              <a:buNone/>
              <a:defRPr/>
            </a:pPr>
            <a:r>
              <a:rPr lang="en-US" altLang="ko-KR" sz="1400" dirty="0">
                <a:sym typeface="Symbol" panose="05050102010706020507" pitchFamily="18" charset="2"/>
              </a:rPr>
              <a:t>  </a:t>
            </a:r>
            <a:r>
              <a:rPr lang="en-US" altLang="ko-KR" sz="1400" dirty="0">
                <a:solidFill>
                  <a:srgbClr val="C00000"/>
                </a:solidFill>
                <a:sym typeface="Symbol" panose="05050102010706020507" pitchFamily="18" charset="2"/>
              </a:rPr>
              <a:t>Overfitting with </a:t>
            </a:r>
            <a:r>
              <a:rPr lang="en-US" altLang="ko-KR" sz="1400" i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ko-KR" sz="1400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1</a:t>
            </a:r>
            <a:r>
              <a:rPr lang="en-US" altLang="ko-KR" sz="1400" dirty="0">
                <a:sym typeface="Symbol" panose="05050102010706020507" pitchFamily="18" charset="2"/>
              </a:rPr>
              <a:t>	                         </a:t>
            </a:r>
            <a:r>
              <a:rPr lang="en-US" altLang="ko-KR" sz="1400" dirty="0">
                <a:solidFill>
                  <a:srgbClr val="0033CC"/>
                </a:solidFill>
                <a:sym typeface="Symbol" panose="05050102010706020507" pitchFamily="18" charset="2"/>
              </a:rPr>
              <a:t>O.K. with </a:t>
            </a:r>
            <a:r>
              <a:rPr lang="en-US" altLang="ko-KR" sz="1400" i="1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ko-KR" sz="1400" dirty="0">
                <a:solidFill>
                  <a:srgbClr val="0033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= 5</a:t>
            </a:r>
            <a:endParaRPr lang="en-US" altLang="ko-KR" sz="1400" dirty="0">
              <a:solidFill>
                <a:srgbClr val="0033CC"/>
              </a:solidFill>
              <a:sym typeface="Symbol" panose="05050102010706020507" pitchFamily="18" charset="2"/>
            </a:endParaRPr>
          </a:p>
        </p:txBody>
      </p:sp>
      <p:pic>
        <p:nvPicPr>
          <p:cNvPr id="14341" name="Picture 6">
            <a:extLst>
              <a:ext uri="{FF2B5EF4-FFF2-40B4-BE49-F238E27FC236}">
                <a16:creationId xmlns:a16="http://schemas.microsoft.com/office/drawing/2014/main" id="{1BE7CC3A-0CD1-A059-5F46-138A8AA33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" y="2056656"/>
            <a:ext cx="6409110" cy="2335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38D12879-E82A-BD47-483C-6A5B43C97F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말풍선: 사각형 7">
                <a:extLst>
                  <a:ext uri="{FF2B5EF4-FFF2-40B4-BE49-F238E27FC236}">
                    <a16:creationId xmlns:a16="http://schemas.microsoft.com/office/drawing/2014/main" id="{B524EA73-BF6D-4D03-906F-4B412BE83645}"/>
                  </a:ext>
                </a:extLst>
              </p:cNvPr>
              <p:cNvSpPr/>
              <p:nvPr/>
            </p:nvSpPr>
            <p:spPr>
              <a:xfrm>
                <a:off x="6448746" y="1937594"/>
                <a:ext cx="2660155" cy="2212375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In the left graph, which visualizes the (data, answer) pairs, the </a:t>
                </a:r>
                <a:r>
                  <a:rPr lang="en-US" sz="1200" b="1" dirty="0"/>
                  <a:t>data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200" b="1" dirty="0"/>
                  <a:t>)</a:t>
                </a:r>
                <a:r>
                  <a:rPr lang="en-US" sz="1200" dirty="0"/>
                  <a:t>, and the </a:t>
                </a:r>
                <a:r>
                  <a:rPr lang="en-US" sz="1200" b="1" dirty="0"/>
                  <a:t>answer = (white 0 or black 1)</a:t>
                </a:r>
                <a:r>
                  <a:rPr lang="en-US" sz="1200" dirty="0"/>
                  <a:t>.</a:t>
                </a:r>
                <a:endParaRPr lang="en-US" altLang="ko-KR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The goal of a general classification problem is to establish the optimal criteria (e.g., the solid line in the graph) that separates different types of data, and to accurately classify unknown data.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8" name="말풍선: 사각형 7">
                <a:extLst>
                  <a:ext uri="{FF2B5EF4-FFF2-40B4-BE49-F238E27FC236}">
                    <a16:creationId xmlns:a16="http://schemas.microsoft.com/office/drawing/2014/main" id="{B524EA73-BF6D-4D03-906F-4B412BE836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746" y="1937594"/>
                <a:ext cx="2660155" cy="2212375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blipFill>
                <a:blip r:embed="rId3"/>
                <a:stretch>
                  <a:fillRect t="-1644" b="-3562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말풍선: 사각형 8">
                <a:extLst>
                  <a:ext uri="{FF2B5EF4-FFF2-40B4-BE49-F238E27FC236}">
                    <a16:creationId xmlns:a16="http://schemas.microsoft.com/office/drawing/2014/main" id="{9DF5E04A-5C46-4CBE-806B-1117A2F5B164}"/>
                  </a:ext>
                </a:extLst>
              </p:cNvPr>
              <p:cNvSpPr/>
              <p:nvPr/>
            </p:nvSpPr>
            <p:spPr>
              <a:xfrm>
                <a:off x="611560" y="4797152"/>
                <a:ext cx="7992888" cy="1499667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Classification using k-NN: Method of Operation</a:t>
                </a:r>
                <a:endParaRPr lang="en-US" altLang="ko-KR" sz="1200" u="sng" dirty="0"/>
              </a:p>
              <a:p>
                <a:endParaRPr lang="en-US" altLang="ko-KR" sz="1200" u="sng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For all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200" dirty="0"/>
                  <a:t>), after selecting the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1200" dirty="0"/>
                  <a:t> closest neighbors, the query is classified as white if the majority of selected data is white and classified as black if the majority is black.</a:t>
                </a:r>
                <a:endParaRPr lang="en-US" altLang="ko-KR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The problem of </a:t>
                </a:r>
                <a:r>
                  <a:rPr lang="en-US" sz="1200" b="1" dirty="0"/>
                  <a:t>overfitting</a:t>
                </a:r>
                <a:r>
                  <a:rPr lang="en-US" sz="1200" dirty="0"/>
                  <a:t> occurs when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1200" dirty="0"/>
                  <a:t>, while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1200" dirty="0"/>
                  <a:t> shows considerably smooth classification performance.</a:t>
                </a:r>
                <a:endParaRPr lang="en-US" altLang="ko-KR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Therefore, determining the value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1200" dirty="0"/>
                  <a:t> is very important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200" dirty="0"/>
                  <a:t> The optimal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1200" dirty="0"/>
                  <a:t> value can be practically determined by trying various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1200" dirty="0"/>
                  <a:t> values.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9" name="말풍선: 사각형 8">
                <a:extLst>
                  <a:ext uri="{FF2B5EF4-FFF2-40B4-BE49-F238E27FC236}">
                    <a16:creationId xmlns:a16="http://schemas.microsoft.com/office/drawing/2014/main" id="{9DF5E04A-5C46-4CBE-806B-1117A2F5B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797152"/>
                <a:ext cx="7992888" cy="1499667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blipFill>
                <a:blip r:embed="rId4"/>
                <a:stretch>
                  <a:fillRect t="-1613" b="-4032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4">
            <a:extLst>
              <a:ext uri="{FF2B5EF4-FFF2-40B4-BE49-F238E27FC236}">
                <a16:creationId xmlns:a16="http://schemas.microsoft.com/office/drawing/2014/main" id="{9799F10E-6863-87D1-8A29-8D0F0FF017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81C2BE3-B0F3-447A-B576-AAFFB27C9EDB}" type="slidenum">
              <a:rPr kumimoji="0" lang="en-US" altLang="ko-KR" sz="12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3A230B6-9005-6102-841E-C1764EDB0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99CCFF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99CCFF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4" name="Rectangle 4">
                <a:extLst>
                  <a:ext uri="{FF2B5EF4-FFF2-40B4-BE49-F238E27FC236}">
                    <a16:creationId xmlns:a16="http://schemas.microsoft.com/office/drawing/2014/main" id="{3E42D07B-0500-FE5B-447D-E8A6E080CBA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</p:spPr>
            <p:txBody>
              <a:bodyPr/>
              <a:lstStyle/>
              <a:p>
                <a:pPr marL="287338" indent="-287338" eaLnBrk="1" latinLnBrk="0" hangingPunct="1"/>
                <a:r>
                  <a:rPr lang="en-US" sz="1600" dirty="0"/>
                  <a:t>Distance Measurement Method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611338" lvl="1" indent="-287338" eaLnBrk="1" latinLnBrk="0" hangingPunct="1"/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𝑵𝑵</m:t>
                    </m:r>
                  </m:oMath>
                </a14:m>
                <a:r>
                  <a:rPr lang="en-US" sz="1600" dirty="0"/>
                  <a:t> technique uses 'neighboring or closest data' in its calculation process, and 'neighboring' means a short '</a:t>
                </a:r>
                <a:r>
                  <a:rPr lang="en-US" sz="1600" b="1" dirty="0"/>
                  <a:t>distance</a:t>
                </a:r>
                <a:r>
                  <a:rPr lang="en-US" sz="1600" dirty="0"/>
                  <a:t>'.</a:t>
                </a:r>
                <a:endParaRPr lang="en-US" altLang="ko-KR" sz="1200" dirty="0">
                  <a:sym typeface="Symbol" panose="05050102010706020507" pitchFamily="18" charset="2"/>
                </a:endParaRPr>
              </a:p>
              <a:p>
                <a:pPr marL="611338" lvl="1" indent="-287338" eaLnBrk="1" latinLnBrk="0" hangingPunct="1"/>
                <a:r>
                  <a:rPr lang="en-US" sz="1600" dirty="0"/>
                  <a:t>Distance can be measured in various ways, and a generalized method called </a:t>
                </a:r>
                <a:r>
                  <a:rPr lang="en-US" sz="1600" b="1" dirty="0"/>
                  <a:t>Minkowski distance</a:t>
                </a:r>
                <a:r>
                  <a:rPr lang="en-US" sz="1600" dirty="0"/>
                  <a:t> is used to measure distance.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611338" lvl="1" indent="-287338" eaLnBrk="1" latinLnBrk="0" hangingPunct="1"/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r>
                  <a:rPr lang="en-US" altLang="ko-KR" sz="1600" dirty="0">
                    <a:sym typeface="Symbol" panose="05050102010706020507" pitchFamily="18" charset="2"/>
                  </a:rPr>
                  <a:t>Distance metric: </a:t>
                </a:r>
                <a:r>
                  <a:rPr lang="en-US" altLang="ko-KR" sz="1600" dirty="0">
                    <a:solidFill>
                      <a:srgbClr val="990033"/>
                    </a:solidFill>
                    <a:sym typeface="Symbol" panose="05050102010706020507" pitchFamily="18" charset="2"/>
                  </a:rPr>
                  <a:t>Minkowski distance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(also known as </a:t>
                </a:r>
                <a:r>
                  <a:rPr lang="en-US" altLang="ko-KR" sz="1600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L</a:t>
                </a:r>
                <a:r>
                  <a:rPr lang="en-US" altLang="ko-KR" sz="11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en-US" altLang="ko-KR" sz="16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norm)</a:t>
                </a:r>
              </a:p>
              <a:p>
                <a:pPr marL="287338" indent="-287338" eaLnBrk="1" latinLnBrk="0" hangingPunct="1"/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611188" lvl="1" eaLnBrk="1" latinLnBrk="0" hangingPunct="1"/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= 2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: Euclidean distance // </a:t>
                </a:r>
                <a:r>
                  <a:rPr lang="en-US" sz="1600" dirty="0"/>
                  <a:t>The most commonly used measurement standard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611188" lvl="1" eaLnBrk="1" latinLnBrk="0" hangingPunct="1"/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= 1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: Manhattan distance</a:t>
                </a:r>
              </a:p>
              <a:p>
                <a:pPr marL="899188" lvl="2" eaLnBrk="1" latinLnBrk="0" hangingPunct="1"/>
                <a:r>
                  <a:rPr lang="en-US" altLang="ko-KR" sz="16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p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= 1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with Boolean attributes(</a:t>
                </a:r>
                <a:r>
                  <a:rPr lang="en-US" sz="1600" dirty="0"/>
                  <a:t>when each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600" dirty="0"/>
                  <a:t> value consists only of 0s and 1s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): </a:t>
                </a:r>
                <a:r>
                  <a:rPr lang="en-US" altLang="ko-KR" sz="1600" dirty="0">
                    <a:solidFill>
                      <a:srgbClr val="990033"/>
                    </a:solidFill>
                    <a:sym typeface="Symbol" panose="05050102010706020507" pitchFamily="18" charset="2"/>
                  </a:rPr>
                  <a:t>Hamming distance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endParaRPr lang="en-US" altLang="ko-KR" sz="1600" dirty="0">
                  <a:solidFill>
                    <a:srgbClr val="990033"/>
                  </a:solidFill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endParaRPr lang="en-US" altLang="ko-KR" sz="16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5364" name="Rectangle 4">
                <a:extLst>
                  <a:ext uri="{FF2B5EF4-FFF2-40B4-BE49-F238E27FC236}">
                    <a16:creationId xmlns:a16="http://schemas.microsoft.com/office/drawing/2014/main" id="{3E42D07B-0500-FE5B-447D-E8A6E080C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  <a:blipFill>
                <a:blip r:embed="rId2"/>
                <a:stretch>
                  <a:fillRect l="-296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365" name="개체 2">
            <a:extLst>
              <a:ext uri="{FF2B5EF4-FFF2-40B4-BE49-F238E27FC236}">
                <a16:creationId xmlns:a16="http://schemas.microsoft.com/office/drawing/2014/main" id="{827B1712-0A20-41D3-FAA7-6994EA1E0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447456"/>
              </p:ext>
            </p:extLst>
          </p:nvPr>
        </p:nvGraphicFramePr>
        <p:xfrm>
          <a:off x="971600" y="3356992"/>
          <a:ext cx="3197225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수식" r:id="rId3" imgW="1930400" imgH="482600" progId="Equation.3">
                  <p:embed/>
                </p:oleObj>
              </mc:Choice>
              <mc:Fallback>
                <p:oleObj name="수식" r:id="rId3" imgW="1930400" imgH="482600" progId="Equation.3">
                  <p:embed/>
                  <p:pic>
                    <p:nvPicPr>
                      <p:cNvPr id="15365" name="개체 2">
                        <a:extLst>
                          <a:ext uri="{FF2B5EF4-FFF2-40B4-BE49-F238E27FC236}">
                            <a16:creationId xmlns:a16="http://schemas.microsoft.com/office/drawing/2014/main" id="{827B1712-0A20-41D3-FAA7-6994EA1E05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356992"/>
                        <a:ext cx="3197225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EA1B542-5AEB-F61C-322A-D8A8885540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4">
            <a:extLst>
              <a:ext uri="{FF2B5EF4-FFF2-40B4-BE49-F238E27FC236}">
                <a16:creationId xmlns:a16="http://schemas.microsoft.com/office/drawing/2014/main" id="{9799F10E-6863-87D1-8A29-8D0F0FF017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81C2BE3-B0F3-447A-B576-AAFFB27C9EDB}" type="slidenum">
              <a:rPr kumimoji="0" lang="en-US" altLang="ko-KR" sz="12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3A230B6-9005-6102-841E-C1764EDB0F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99CCFF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99CCFF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4" name="Rectangle 4">
                <a:extLst>
                  <a:ext uri="{FF2B5EF4-FFF2-40B4-BE49-F238E27FC236}">
                    <a16:creationId xmlns:a16="http://schemas.microsoft.com/office/drawing/2014/main" id="{3E42D07B-0500-FE5B-447D-E8A6E080CBA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</p:spPr>
            <p:txBody>
              <a:bodyPr/>
              <a:lstStyle/>
              <a:p>
                <a:pPr marL="287338" indent="-287338" eaLnBrk="1" latinLnBrk="0" hangingPunct="1"/>
                <a:r>
                  <a:rPr lang="en-US" altLang="ko-KR" sz="1600" dirty="0">
                    <a:sym typeface="Symbol" panose="05050102010706020507" pitchFamily="18" charset="2"/>
                  </a:rPr>
                  <a:t>Note:</a:t>
                </a:r>
              </a:p>
              <a:p>
                <a:pPr marL="611338" lvl="1" indent="-287338" eaLnBrk="1" latinLnBrk="0" hangingPunct="1"/>
                <a:r>
                  <a:rPr lang="en-US" sz="1400" dirty="0"/>
                  <a:t>Depending on the problem, it may be necessary to </a:t>
                </a:r>
                <a:r>
                  <a:rPr lang="en-US" sz="1400" b="1" dirty="0"/>
                  <a:t>normalize</a:t>
                </a:r>
                <a:r>
                  <a:rPr lang="en-US" sz="1400" dirty="0"/>
                  <a:t> the data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400" dirty="0"/>
                  <a:t>) values (</a:t>
                </a:r>
                <a:r>
                  <a:rPr lang="en-US" sz="1400" b="1" dirty="0"/>
                  <a:t>Normalization</a:t>
                </a:r>
                <a:r>
                  <a:rPr lang="en-US" sz="1400" dirty="0"/>
                  <a:t>: transforming variables with different ranges so they have similar ranges).</a:t>
                </a:r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611338" lvl="1" indent="-287338" eaLnBrk="1" latinLnBrk="0" hangingPunct="1"/>
                <a:r>
                  <a:rPr lang="en-US" sz="1400" dirty="0"/>
                  <a:t>Example: Monthly Rent Prediction Problem</a:t>
                </a:r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899338" lvl="2" indent="-287338" eaLnBrk="1" latinLnBrk="0" hangingPunct="1"/>
                <a:r>
                  <a:rPr lang="en-US" sz="1400" dirty="0"/>
                  <a:t>In a training dataset composed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1400" dirty="0"/>
                  <a:t>, where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1400" dirty="0"/>
                  <a:t> is the answer (label)</a:t>
                </a:r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899338" lvl="2" indent="-287338" eaLnBrk="1" latinLnBrk="0" hangingPunct="1"/>
                <a:r>
                  <a:rPr lang="en-US" sz="1400" b="1" dirty="0"/>
                  <a:t>Data =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400" b="1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00" b="1" dirty="0"/>
                  <a:t>)</a:t>
                </a:r>
                <a:r>
                  <a:rPr lang="en-US" sz="1400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dirty="0"/>
                  <a:t> = house size (square meters),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00" dirty="0"/>
                  <a:t> = number of bathrooms</a:t>
                </a:r>
                <a:r>
                  <a:rPr lang="en-US" altLang="ko-KR" sz="1400" dirty="0">
                    <a:sym typeface="Symbol" panose="05050102010706020507" pitchFamily="18" charset="2"/>
                  </a:rPr>
                  <a:t>,</a:t>
                </a:r>
              </a:p>
              <a:p>
                <a:pPr marL="899338" lvl="2" indent="-287338" eaLnBrk="1" latinLnBrk="0" hangingPunct="1"/>
                <a:r>
                  <a:rPr lang="en-US" sz="1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dirty="0"/>
                  <a:t> has values between 0 and 100,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00" dirty="0"/>
                  <a:t> has values between 0 and 5</a:t>
                </a:r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899338" lvl="2" indent="-287338" eaLnBrk="1" latinLnBrk="0" hangingPunct="1"/>
                <a:r>
                  <a:rPr lang="en-US" sz="1400" dirty="0"/>
                  <a:t>When calculating the distance between two different data points, the difference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dirty="0"/>
                  <a:t> values is large, and the difference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values is usually small. This means the distance value is primarily determined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4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00" dirty="0"/>
                  <a:t> has almost no influence on the prediction.</a:t>
                </a:r>
                <a:endParaRPr lang="en-US" altLang="ko-KR" sz="1400" dirty="0">
                  <a:sym typeface="Symbol" panose="05050102010706020507" pitchFamily="18" charset="2"/>
                </a:endParaRPr>
              </a:p>
              <a:p>
                <a:pPr marL="899338" lvl="2" indent="-287338" eaLnBrk="1" latinLnBrk="0" hangingPunct="1"/>
                <a:r>
                  <a:rPr lang="en-US" sz="1400" dirty="0"/>
                  <a:t>When calculating the distance, it is necessary to </a:t>
                </a:r>
                <a:r>
                  <a:rPr lang="en-US" sz="1400" b="1" dirty="0"/>
                  <a:t>limit the range of each variable's values to a similar level</a:t>
                </a:r>
                <a:r>
                  <a:rPr lang="en-US" sz="1400" dirty="0"/>
                  <a:t>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00" dirty="0"/>
                  <a:t> variables contribute equally to the distance calculation.</a:t>
                </a:r>
                <a:endParaRPr lang="en-US" altLang="ko-KR" sz="1400" dirty="0">
                  <a:highlight>
                    <a:srgbClr val="FFFF00"/>
                  </a:highlight>
                  <a:sym typeface="Symbol" panose="05050102010706020507" pitchFamily="18" charset="2"/>
                </a:endParaRPr>
              </a:p>
              <a:p>
                <a:pPr marL="611338" lvl="1" indent="-287338" eaLnBrk="1" latinLnBrk="0" hangingPunct="1"/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287338" indent="-287338" eaLnBrk="1" latinLnBrk="0" hangingPunct="1"/>
                <a:r>
                  <a:rPr lang="en-US" altLang="ko-KR" sz="1600" dirty="0">
                    <a:solidFill>
                      <a:srgbClr val="990033"/>
                    </a:solidFill>
                    <a:sym typeface="Symbol" panose="05050102010706020507" pitchFamily="18" charset="2"/>
                  </a:rPr>
                  <a:t>Normalization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: </a:t>
                </a:r>
                <a:r>
                  <a:rPr lang="en-US" altLang="ko-KR" sz="1600" i="1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j,i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</a:t>
                </a:r>
                <a:r>
                  <a:rPr lang="ko-KR" altLang="ko-KR" sz="1600" dirty="0">
                    <a:sym typeface="Symbol" panose="05050102010706020507" pitchFamily="18" charset="2"/>
                  </a:rPr>
                  <a:t></a:t>
                </a:r>
                <a:r>
                  <a:rPr lang="en-US" altLang="ko-KR" sz="1600" dirty="0">
                    <a:sym typeface="Symbol" panose="05050102010706020507" pitchFamily="18" charset="2"/>
                  </a:rPr>
                  <a:t> 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(</a:t>
                </a:r>
                <a:r>
                  <a:rPr lang="en-US" altLang="ko-KR" sz="1600" i="1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x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j,i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 – </a:t>
                </a:r>
                <a:r>
                  <a:rPr lang="ko-KR" altLang="ko-KR" sz="1600" i="1" dirty="0">
                    <a:sym typeface="Symbol" panose="05050102010706020507" pitchFamily="18" charset="2"/>
                  </a:rPr>
                  <a:t>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ko-KR" sz="16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)/</a:t>
                </a:r>
                <a:r>
                  <a:rPr lang="ko-KR" altLang="ko-KR" sz="1600" i="1" dirty="0">
                    <a:sym typeface="Symbol" panose="05050102010706020507" pitchFamily="18" charset="2"/>
                  </a:rPr>
                  <a:t></a:t>
                </a:r>
                <a:r>
                  <a:rPr lang="en-US" altLang="ko-KR" sz="1600" i="1" baseline="-25000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endParaRPr lang="en-US" altLang="ko-KR" sz="1600" dirty="0">
                  <a:sym typeface="Symbol" panose="05050102010706020507" pitchFamily="18" charset="2"/>
                </a:endParaRPr>
              </a:p>
              <a:p>
                <a:pPr marL="611188" lvl="1" eaLnBrk="1" latinLnBrk="0" hangingPunct="1"/>
                <a:r>
                  <a:rPr lang="ko-KR" altLang="ko-KR" sz="1400" i="1" dirty="0">
                    <a:sym typeface="Symbol" panose="05050102010706020507" pitchFamily="18" charset="2"/>
                  </a:rPr>
                  <a:t></a:t>
                </a:r>
                <a:r>
                  <a:rPr lang="en-US" altLang="ko-KR" sz="1400" i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ko-KR" sz="1400" dirty="0">
                    <a:sym typeface="Symbol" panose="05050102010706020507" pitchFamily="18" charset="2"/>
                  </a:rPr>
                  <a:t>: mean of the values in the </a:t>
                </a:r>
                <a:r>
                  <a:rPr lang="en-US" altLang="ko-KR" sz="1400" i="1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i-</a:t>
                </a:r>
                <a:r>
                  <a:rPr lang="en-US" altLang="ko-KR" sz="1400" dirty="0" err="1">
                    <a:sym typeface="Symbol" panose="05050102010706020507" pitchFamily="18" charset="2"/>
                  </a:rPr>
                  <a:t>th</a:t>
                </a:r>
                <a:r>
                  <a:rPr lang="en-US" altLang="ko-KR" sz="1400" dirty="0">
                    <a:sym typeface="Symbol" panose="05050102010706020507" pitchFamily="18" charset="2"/>
                  </a:rPr>
                  <a:t> dimension</a:t>
                </a:r>
              </a:p>
              <a:p>
                <a:pPr marL="611188" lvl="1" eaLnBrk="1" latinLnBrk="0" hangingPunct="1"/>
                <a:r>
                  <a:rPr lang="ko-KR" altLang="ko-KR" sz="1400" i="1" dirty="0">
                    <a:sym typeface="Symbol" panose="05050102010706020507" pitchFamily="18" charset="2"/>
                  </a:rPr>
                  <a:t></a:t>
                </a:r>
                <a:r>
                  <a:rPr lang="en-US" altLang="ko-KR" sz="1400" i="1" baseline="-25000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i</a:t>
                </a:r>
                <a:r>
                  <a:rPr lang="en-US" altLang="ko-KR" sz="1400" dirty="0">
                    <a:sym typeface="Symbol" panose="05050102010706020507" pitchFamily="18" charset="2"/>
                  </a:rPr>
                  <a:t>: standard deviation of the values in the </a:t>
                </a:r>
                <a:r>
                  <a:rPr lang="en-US" altLang="ko-KR" sz="1400" i="1" dirty="0" err="1">
                    <a:latin typeface="Times New Roman" panose="02020603050405020304" pitchFamily="18" charset="0"/>
                    <a:sym typeface="Symbol" panose="05050102010706020507" pitchFamily="18" charset="2"/>
                  </a:rPr>
                  <a:t>i-</a:t>
                </a:r>
                <a:r>
                  <a:rPr lang="en-US" altLang="ko-KR" sz="1400" dirty="0" err="1">
                    <a:sym typeface="Symbol" panose="05050102010706020507" pitchFamily="18" charset="2"/>
                  </a:rPr>
                  <a:t>th</a:t>
                </a:r>
                <a:r>
                  <a:rPr lang="en-US" altLang="ko-KR" sz="1400" dirty="0">
                    <a:sym typeface="Symbol" panose="05050102010706020507" pitchFamily="18" charset="2"/>
                  </a:rPr>
                  <a:t> dimension</a:t>
                </a:r>
              </a:p>
            </p:txBody>
          </p:sp>
        </mc:Choice>
        <mc:Fallback>
          <p:sp>
            <p:nvSpPr>
              <p:cNvPr id="15364" name="Rectangle 4">
                <a:extLst>
                  <a:ext uri="{FF2B5EF4-FFF2-40B4-BE49-F238E27FC236}">
                    <a16:creationId xmlns:a16="http://schemas.microsoft.com/office/drawing/2014/main" id="{3E42D07B-0500-FE5B-447D-E8A6E080C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  <a:blipFill>
                <a:blip r:embed="rId2"/>
                <a:stretch>
                  <a:fillRect l="-296"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EA1B542-5AEB-F61C-322A-D8A8885540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855996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54EB2-2667-B8BD-BF5F-6E6A8D1D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4">
            <a:extLst>
              <a:ext uri="{FF2B5EF4-FFF2-40B4-BE49-F238E27FC236}">
                <a16:creationId xmlns:a16="http://schemas.microsoft.com/office/drawing/2014/main" id="{48A00B31-F4E6-94BA-1EDB-102F61333F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81C2BE3-B0F3-447A-B576-AAFFB27C9EDB}" type="slidenum">
              <a:rPr kumimoji="0" lang="en-US" altLang="ko-KR" sz="12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DA84B1C-BDEA-D992-3DAE-3D00300055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99CCFF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99CCFF"/>
              </a:solidFill>
              <a:sym typeface="Symbol" panose="05050102010706020507" pitchFamily="18" charset="2"/>
            </a:endParaRP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FF88F09-935C-1D12-225E-98C723CB7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5184775"/>
          </a:xfrm>
        </p:spPr>
        <p:txBody>
          <a:bodyPr/>
          <a:lstStyle/>
          <a:p>
            <a:pPr marL="287338" indent="-287338" eaLnBrk="1" hangingPunct="1"/>
            <a:r>
              <a:rPr lang="en-US" sz="1800" dirty="0"/>
              <a:t>Various "distance" </a:t>
            </a:r>
            <a:br>
              <a:rPr lang="en-US" sz="1800" dirty="0"/>
            </a:br>
            <a:r>
              <a:rPr lang="en-US" sz="1800" dirty="0"/>
              <a:t>calculation methods</a:t>
            </a:r>
            <a:endParaRPr lang="en-US" altLang="ko-KR" sz="1200" dirty="0">
              <a:sym typeface="Symbol" panose="05050102010706020507" pitchFamily="18" charset="2"/>
            </a:endParaRPr>
          </a:p>
        </p:txBody>
      </p:sp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176C639A-BD1C-57F9-B006-047FC1B9AA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010734-C411-8947-7FF9-874A03868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95" y="915988"/>
            <a:ext cx="4998846" cy="58054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46C0DD-0FF8-CFD0-E8A6-0DEFD7BEF88E}"/>
              </a:ext>
            </a:extLst>
          </p:cNvPr>
          <p:cNvSpPr txBox="1"/>
          <p:nvPr/>
        </p:nvSpPr>
        <p:spPr>
          <a:xfrm>
            <a:off x="23834" y="662151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+mn-lt"/>
              </a:rPr>
              <a:t>https://www.geeksforgeeks.org/k-nearest-neighbours/</a:t>
            </a:r>
          </a:p>
        </p:txBody>
      </p:sp>
    </p:spTree>
    <p:extLst>
      <p:ext uri="{BB962C8B-B14F-4D97-AF65-F5344CB8AC3E}">
        <p14:creationId xmlns:p14="http://schemas.microsoft.com/office/powerpoint/2010/main" val="2695014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9551B-90F6-D98A-8984-82B7DC1D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4">
            <a:extLst>
              <a:ext uri="{FF2B5EF4-FFF2-40B4-BE49-F238E27FC236}">
                <a16:creationId xmlns:a16="http://schemas.microsoft.com/office/drawing/2014/main" id="{E56A7953-E48B-0E51-301F-4AA1B960E5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latinLnBrk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81C2BE3-B0F3-447A-B576-AAFFB27C9EDB}" type="slidenum">
              <a:rPr kumimoji="0" lang="en-US" altLang="ko-KR" sz="1200">
                <a:latin typeface="Book Antiqua" panose="0204060205030503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kumimoji="0" lang="en-US" altLang="ko-KR" sz="1200">
              <a:latin typeface="Book Antiqua" panose="02040602050305030304" pitchFamily="18" charset="0"/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74421AF-0B84-14E9-C2B8-13AE66A07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ko-KR" dirty="0">
                <a:solidFill>
                  <a:srgbClr val="99CCFF"/>
                </a:solidFill>
                <a:sym typeface="Symbol" panose="05050102010706020507" pitchFamily="18" charset="2"/>
              </a:rPr>
              <a:t>Nearest Neighbor Models (k-NN)</a:t>
            </a:r>
            <a:endParaRPr lang="en-US" altLang="ko-KR" sz="2400" dirty="0">
              <a:solidFill>
                <a:srgbClr val="99CCFF"/>
              </a:solidFill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4" name="Rectangle 4">
                <a:extLst>
                  <a:ext uri="{FF2B5EF4-FFF2-40B4-BE49-F238E27FC236}">
                    <a16:creationId xmlns:a16="http://schemas.microsoft.com/office/drawing/2014/main" id="{F7C2D494-B2B7-E0EA-7898-F9DE21F111E4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</p:spPr>
            <p:txBody>
              <a:bodyPr/>
              <a:lstStyle/>
              <a:p>
                <a:pPr marL="287338" indent="-287338" eaLnBrk="1" hangingPunct="1"/>
                <a:r>
                  <a:rPr lang="en-US" sz="1400" dirty="0"/>
                  <a:t>Example of KNN code for classifying the input value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1400" dirty="0"/>
                  <a:t>) into Group 0 or Group 1</a:t>
                </a:r>
                <a:endParaRPr lang="en-US" altLang="ko-KR" sz="14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15364" name="Rectangle 4">
                <a:extLst>
                  <a:ext uri="{FF2B5EF4-FFF2-40B4-BE49-F238E27FC236}">
                    <a16:creationId xmlns:a16="http://schemas.microsoft.com/office/drawing/2014/main" id="{F7C2D494-B2B7-E0EA-7898-F9DE21F11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52513"/>
                <a:ext cx="8229600" cy="5184775"/>
              </a:xfrm>
              <a:blipFill>
                <a:blip r:embed="rId2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바닥글 개체 틀 4">
            <a:extLst>
              <a:ext uri="{FF2B5EF4-FFF2-40B4-BE49-F238E27FC236}">
                <a16:creationId xmlns:a16="http://schemas.microsoft.com/office/drawing/2014/main" id="{D519649E-1186-65DC-AA31-80CDB29486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A885C-F1C3-597C-38E5-2600D9697D57}"/>
              </a:ext>
            </a:extLst>
          </p:cNvPr>
          <p:cNvSpPr txBox="1"/>
          <p:nvPr/>
        </p:nvSpPr>
        <p:spPr>
          <a:xfrm>
            <a:off x="23834" y="662151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latin typeface="+mn-lt"/>
              </a:rPr>
              <a:t>https://www.geeksforgeeks.org/k-nearest-neighbours/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033284-7692-043E-3728-AB8A3DCD4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25" y="1416223"/>
            <a:ext cx="6105506" cy="50131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말풍선: 사각형 5">
            <a:extLst>
              <a:ext uri="{FF2B5EF4-FFF2-40B4-BE49-F238E27FC236}">
                <a16:creationId xmlns:a16="http://schemas.microsoft.com/office/drawing/2014/main" id="{15105878-7DDC-E3AB-D67E-7A74DF4225C2}"/>
              </a:ext>
            </a:extLst>
          </p:cNvPr>
          <p:cNvSpPr/>
          <p:nvPr/>
        </p:nvSpPr>
        <p:spPr>
          <a:xfrm>
            <a:off x="6779756" y="2348880"/>
            <a:ext cx="2228107" cy="518144"/>
          </a:xfrm>
          <a:prstGeom prst="wedgeRectCallout">
            <a:avLst>
              <a:gd name="adj1" fmla="val -28737"/>
              <a:gd name="adj2" fmla="val 31018"/>
            </a:avLst>
          </a:prstGeom>
          <a:solidFill>
            <a:schemeClr val="accent1">
              <a:lumMod val="20000"/>
              <a:lumOff val="8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Calculates the Euclidean distance between the input value (p) and all points in the dataset.</a:t>
            </a:r>
            <a:endParaRPr lang="ko-KR" altLang="en-US" sz="1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말풍선: 사각형 7">
                <a:extLst>
                  <a:ext uri="{FF2B5EF4-FFF2-40B4-BE49-F238E27FC236}">
                    <a16:creationId xmlns:a16="http://schemas.microsoft.com/office/drawing/2014/main" id="{CBE794DF-19F1-CA50-2A1C-DEDF47E72EB1}"/>
                  </a:ext>
                </a:extLst>
              </p:cNvPr>
              <p:cNvSpPr/>
              <p:nvPr/>
            </p:nvSpPr>
            <p:spPr>
              <a:xfrm>
                <a:off x="3002836" y="3882949"/>
                <a:ext cx="2505268" cy="338139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/>
                <a:r>
                  <a:rPr kumimoji="0" lang="en-US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Extracts </a:t>
                </a:r>
                <a14:m>
                  <m:oMath xmlns:m="http://schemas.openxmlformats.org/officeDocument/2006/math">
                    <m:r>
                      <a:rPr kumimoji="0" lang="en-US" alt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oogle Sans Text"/>
                      </a:rPr>
                      <m:t>𝒌</m:t>
                    </m:r>
                  </m:oMath>
                </a14:m>
                <a:r>
                  <a:rPr kumimoji="0" lang="en-US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data points that have the minimum distance.</a:t>
                </a:r>
              </a:p>
            </p:txBody>
          </p:sp>
        </mc:Choice>
        <mc:Fallback>
          <p:sp>
            <p:nvSpPr>
              <p:cNvPr id="8" name="말풍선: 사각형 7">
                <a:extLst>
                  <a:ext uri="{FF2B5EF4-FFF2-40B4-BE49-F238E27FC236}">
                    <a16:creationId xmlns:a16="http://schemas.microsoft.com/office/drawing/2014/main" id="{CBE794DF-19F1-CA50-2A1C-DEDF47E72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836" y="3882949"/>
                <a:ext cx="2505268" cy="338139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blipFill>
                <a:blip r:embed="rId4"/>
                <a:stretch>
                  <a:fillRect t="-7018" b="-15789"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말풍선: 사각형 8">
                <a:extLst>
                  <a:ext uri="{FF2B5EF4-FFF2-40B4-BE49-F238E27FC236}">
                    <a16:creationId xmlns:a16="http://schemas.microsoft.com/office/drawing/2014/main" id="{49AA5418-D2DC-959B-8470-2584A00FB7A2}"/>
                  </a:ext>
                </a:extLst>
              </p:cNvPr>
              <p:cNvSpPr/>
              <p:nvPr/>
            </p:nvSpPr>
            <p:spPr>
              <a:xfrm>
                <a:off x="2138740" y="5031367"/>
                <a:ext cx="2505268" cy="927402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/>
                <a:r>
                  <a:rPr kumimoji="0" lang="en-US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Counts the number of data points included in Group 0 and the number of data points included in Group 1 among the </a:t>
                </a:r>
                <a14:m>
                  <m:oMath xmlns:m="http://schemas.openxmlformats.org/officeDocument/2006/math">
                    <m:r>
                      <a:rPr kumimoji="0" lang="en-US" altLang="en-US" sz="1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oogle Sans Text"/>
                      </a:rPr>
                      <m:t>𝒌</m:t>
                    </m:r>
                  </m:oMath>
                </a14:m>
                <a:r>
                  <a:rPr kumimoji="0" lang="en-US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data points.</a:t>
                </a:r>
              </a:p>
            </p:txBody>
          </p:sp>
        </mc:Choice>
        <mc:Fallback>
          <p:sp>
            <p:nvSpPr>
              <p:cNvPr id="9" name="말풍선: 사각형 8">
                <a:extLst>
                  <a:ext uri="{FF2B5EF4-FFF2-40B4-BE49-F238E27FC236}">
                    <a16:creationId xmlns:a16="http://schemas.microsoft.com/office/drawing/2014/main" id="{49AA5418-D2DC-959B-8470-2584A00FB7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740" y="5031367"/>
                <a:ext cx="2505268" cy="927402"/>
              </a:xfrm>
              <a:prstGeom prst="wedgeRectCallout">
                <a:avLst>
                  <a:gd name="adj1" fmla="val -28737"/>
                  <a:gd name="adj2" fmla="val 31018"/>
                </a:avLst>
              </a:prstGeom>
              <a:blipFill>
                <a:blip r:embed="rId5"/>
                <a:stretch>
                  <a:fillRect/>
                </a:stretch>
              </a:blipFill>
              <a:ln w="127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523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7F0B-4510-03CD-0942-26F7364E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1CEE5-E3BD-43C9-A2CC-6A4332C25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89D28F-7B9F-5A7D-2318-0944637CA8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Linear Regression &amp; k-NN (Part A)</a:t>
            </a:r>
            <a:endParaRPr lang="ko-KR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C45B32-4FA5-18FE-450F-94DB2A300A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17312-C830-4781-B551-0745463A9B1E}" type="slidenum">
              <a:rPr lang="ko-KR" altLang="en-US" smtClean="0"/>
              <a:pPr/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38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38216</TotalTime>
  <Words>2930</Words>
  <Application>Microsoft Office PowerPoint</Application>
  <PresentationFormat>On-screen Show (4:3)</PresentationFormat>
  <Paragraphs>278</Paragraphs>
  <Slides>27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43" baseType="lpstr">
      <vt:lpstr>Gulim</vt:lpstr>
      <vt:lpstr>Gulim</vt:lpstr>
      <vt:lpstr>Malgun Gothic</vt:lpstr>
      <vt:lpstr>NanumGothic</vt:lpstr>
      <vt:lpstr>나눔스퀘어_ac</vt:lpstr>
      <vt:lpstr>Arial</vt:lpstr>
      <vt:lpstr>Book Antiqua</vt:lpstr>
      <vt:lpstr>Cambria Math</vt:lpstr>
      <vt:lpstr>Consolas</vt:lpstr>
      <vt:lpstr>Symbol</vt:lpstr>
      <vt:lpstr>Times New Roman</vt:lpstr>
      <vt:lpstr>Wingdings</vt:lpstr>
      <vt:lpstr>Wingdings 2</vt:lpstr>
      <vt:lpstr>Office 테마</vt:lpstr>
      <vt:lpstr>Equation</vt:lpstr>
      <vt:lpstr>수식</vt:lpstr>
      <vt:lpstr>Linear Regression and k-NN (Part A)</vt:lpstr>
      <vt:lpstr>Contents</vt:lpstr>
      <vt:lpstr>INTRO</vt:lpstr>
      <vt:lpstr>INTRO</vt:lpstr>
      <vt:lpstr>INTRO</vt:lpstr>
      <vt:lpstr>Univariate Linear Regression</vt:lpstr>
      <vt:lpstr>Regression</vt:lpstr>
      <vt:lpstr>Linear Regression</vt:lpstr>
      <vt:lpstr>Univariate Linear Regression</vt:lpstr>
      <vt:lpstr>Univariate Linear Regression</vt:lpstr>
      <vt:lpstr>Univariate Linear Regression</vt:lpstr>
      <vt:lpstr>Univariate Linear Regression</vt:lpstr>
      <vt:lpstr>Univariate Linear Regression</vt:lpstr>
      <vt:lpstr>Multivariate Linear Regression</vt:lpstr>
      <vt:lpstr>Multivariate Linear Regression</vt:lpstr>
      <vt:lpstr>Multivariate Linear Regression</vt:lpstr>
      <vt:lpstr>Multivariate Linear Regression</vt:lpstr>
      <vt:lpstr>Nearest Neighbor Models</vt:lpstr>
      <vt:lpstr>Nearest Neighbor Models (k-NN)</vt:lpstr>
      <vt:lpstr>Nearest Neighbor Models (k-NN)</vt:lpstr>
      <vt:lpstr>Nearest Neighbor Models (k-NN)</vt:lpstr>
      <vt:lpstr>Nearest Neighbor Models (k-NN)</vt:lpstr>
      <vt:lpstr>Nearest Neighbor Models (k-NN)</vt:lpstr>
      <vt:lpstr>Nearest Neighbor Models (k-NN)</vt:lpstr>
      <vt:lpstr>Nearest Neighbor Models (k-NN)</vt:lpstr>
      <vt:lpstr>Nearest Neighbor Models (k-NN)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krryu</dc:creator>
  <cp:lastModifiedBy>Rian Pratama</cp:lastModifiedBy>
  <cp:revision>1618</cp:revision>
  <cp:lastPrinted>2023-12-06T17:12:52Z</cp:lastPrinted>
  <dcterms:created xsi:type="dcterms:W3CDTF">1601-01-01T00:00:00Z</dcterms:created>
  <dcterms:modified xsi:type="dcterms:W3CDTF">2025-12-01T07:07:29Z</dcterms:modified>
</cp:coreProperties>
</file>